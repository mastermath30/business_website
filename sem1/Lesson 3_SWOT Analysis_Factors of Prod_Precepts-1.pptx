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8" r:id="rId4"/>
    <p:sldMasterId id="2147483849" r:id="rId5"/>
  </p:sldMasterIdLst>
  <p:notesMasterIdLst>
    <p:notesMasterId r:id="rId29"/>
  </p:notesMasterIdLst>
  <p:handoutMasterIdLst>
    <p:handoutMasterId r:id="rId30"/>
  </p:handoutMasterIdLst>
  <p:sldIdLst>
    <p:sldId id="420" r:id="rId6"/>
    <p:sldId id="421" r:id="rId7"/>
    <p:sldId id="426" r:id="rId8"/>
    <p:sldId id="425" r:id="rId9"/>
    <p:sldId id="428" r:id="rId10"/>
    <p:sldId id="429" r:id="rId11"/>
    <p:sldId id="430" r:id="rId12"/>
    <p:sldId id="358" r:id="rId13"/>
    <p:sldId id="431" r:id="rId14"/>
    <p:sldId id="315" r:id="rId15"/>
    <p:sldId id="316" r:id="rId16"/>
    <p:sldId id="317" r:id="rId17"/>
    <p:sldId id="318" r:id="rId18"/>
    <p:sldId id="319" r:id="rId19"/>
    <p:sldId id="320" r:id="rId20"/>
    <p:sldId id="321" r:id="rId21"/>
    <p:sldId id="360" r:id="rId22"/>
    <p:sldId id="359" r:id="rId23"/>
    <p:sldId id="433" r:id="rId24"/>
    <p:sldId id="435" r:id="rId25"/>
    <p:sldId id="436" r:id="rId26"/>
    <p:sldId id="465" r:id="rId27"/>
    <p:sldId id="422" r:id="rId28"/>
  </p:sldIdLst>
  <p:sldSz cx="9144000" cy="5143500" type="screen16x9"/>
  <p:notesSz cx="7010400" cy="92964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3" pos="2232" userDrawn="1">
          <p15:clr>
            <a:srgbClr val="A4A3A4"/>
          </p15:clr>
        </p15:guide>
        <p15:guide id="4"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4042"/>
    <a:srgbClr val="595959"/>
    <a:srgbClr val="E2F0D0"/>
    <a:srgbClr val="91CAAA"/>
    <a:srgbClr val="DBDADC"/>
    <a:srgbClr val="2597CB"/>
    <a:srgbClr val="2370AF"/>
    <a:srgbClr val="4EABD5"/>
    <a:srgbClr val="E46C24"/>
    <a:srgbClr val="E89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737EFB-F949-4176-9DB0-3025AE360DD2}" v="29" dt="2025-09-26T21:36:04.632"/>
  </p1510:revLst>
</p1510:revInfo>
</file>

<file path=ppt/tableStyles.xml><?xml version="1.0" encoding="utf-8"?>
<a:tblStyleLst xmlns:a="http://schemas.openxmlformats.org/drawingml/2006/main" def="{2D5ABB26-0587-4C30-8999-92F81FD0307C}">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901" autoAdjust="0"/>
  </p:normalViewPr>
  <p:slideViewPr>
    <p:cSldViewPr snapToGrid="0">
      <p:cViewPr varScale="1">
        <p:scale>
          <a:sx n="70" d="100"/>
          <a:sy n="70" d="100"/>
        </p:scale>
        <p:origin x="1108" y="36"/>
      </p:cViewPr>
      <p:guideLst>
        <p:guide pos="2880"/>
        <p:guide pos="2232"/>
        <p:guide orient="horz" pos="1620"/>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afer, Ryfka" userId="318b1ac2-30d3-4beb-81ce-7e66308a1db1" providerId="ADAL" clId="{77ABF709-2856-4A97-8478-1ADA1B14C434}"/>
    <pc:docChg chg="undo custSel addSld delSld modSld sldOrd">
      <pc:chgData name="Schafer, Ryfka" userId="318b1ac2-30d3-4beb-81ce-7e66308a1db1" providerId="ADAL" clId="{77ABF709-2856-4A97-8478-1ADA1B14C434}" dt="2021-10-06T16:04:23.905" v="312"/>
      <pc:docMkLst>
        <pc:docMk/>
      </pc:docMkLst>
      <pc:sldChg chg="addSp delSp modSp mod">
        <pc:chgData name="Schafer, Ryfka" userId="318b1ac2-30d3-4beb-81ce-7e66308a1db1" providerId="ADAL" clId="{77ABF709-2856-4A97-8478-1ADA1B14C434}" dt="2021-10-06T16:04:23.905" v="312"/>
        <pc:sldMkLst>
          <pc:docMk/>
          <pc:sldMk cId="3077654173" sldId="358"/>
        </pc:sldMkLst>
      </pc:sldChg>
      <pc:sldChg chg="modSp mod">
        <pc:chgData name="Schafer, Ryfka" userId="318b1ac2-30d3-4beb-81ce-7e66308a1db1" providerId="ADAL" clId="{77ABF709-2856-4A97-8478-1ADA1B14C434}" dt="2021-09-21T15:03:02.924" v="131" actId="20577"/>
        <pc:sldMkLst>
          <pc:docMk/>
          <pc:sldMk cId="3149790407" sldId="420"/>
        </pc:sldMkLst>
      </pc:sldChg>
      <pc:sldChg chg="addSp delSp modSp mod">
        <pc:chgData name="Schafer, Ryfka" userId="318b1ac2-30d3-4beb-81ce-7e66308a1db1" providerId="ADAL" clId="{77ABF709-2856-4A97-8478-1ADA1B14C434}" dt="2021-10-01T16:29:59.661" v="302"/>
        <pc:sldMkLst>
          <pc:docMk/>
          <pc:sldMk cId="2098443568" sldId="421"/>
        </pc:sldMkLst>
      </pc:sldChg>
      <pc:sldChg chg="add">
        <pc:chgData name="Schafer, Ryfka" userId="318b1ac2-30d3-4beb-81ce-7e66308a1db1" providerId="ADAL" clId="{77ABF709-2856-4A97-8478-1ADA1B14C434}" dt="2021-09-24T21:30:54.766" v="133"/>
        <pc:sldMkLst>
          <pc:docMk/>
          <pc:sldMk cId="657020030" sldId="422"/>
        </pc:sldMkLst>
      </pc:sldChg>
      <pc:sldChg chg="modSp add mod">
        <pc:chgData name="Schafer, Ryfka" userId="318b1ac2-30d3-4beb-81ce-7e66308a1db1" providerId="ADAL" clId="{77ABF709-2856-4A97-8478-1ADA1B14C434}" dt="2021-09-24T21:31:34.585" v="184" actId="20577"/>
        <pc:sldMkLst>
          <pc:docMk/>
          <pc:sldMk cId="1396243056" sldId="424"/>
        </pc:sldMkLst>
      </pc:sldChg>
      <pc:sldChg chg="ord">
        <pc:chgData name="Schafer, Ryfka" userId="318b1ac2-30d3-4beb-81ce-7e66308a1db1" providerId="ADAL" clId="{77ABF709-2856-4A97-8478-1ADA1B14C434}" dt="2021-09-30T15:48:09.963" v="186"/>
        <pc:sldMkLst>
          <pc:docMk/>
          <pc:sldMk cId="3157048811" sldId="428"/>
        </pc:sldMkLst>
      </pc:sldChg>
      <pc:sldChg chg="modSp mod">
        <pc:chgData name="Schafer, Ryfka" userId="318b1ac2-30d3-4beb-81ce-7e66308a1db1" providerId="ADAL" clId="{77ABF709-2856-4A97-8478-1ADA1B14C434}" dt="2021-09-21T15:02:48.181" v="130" actId="20577"/>
        <pc:sldMkLst>
          <pc:docMk/>
          <pc:sldMk cId="1161671723" sldId="429"/>
        </pc:sldMkLst>
      </pc:sldChg>
      <pc:sldChg chg="delSp modSp new mod">
        <pc:chgData name="Schafer, Ryfka" userId="318b1ac2-30d3-4beb-81ce-7e66308a1db1" providerId="ADAL" clId="{77ABF709-2856-4A97-8478-1ADA1B14C434}" dt="2021-09-30T15:49:22.009" v="229" actId="20577"/>
        <pc:sldMkLst>
          <pc:docMk/>
          <pc:sldMk cId="163761966" sldId="430"/>
        </pc:sldMkLst>
      </pc:sldChg>
      <pc:sldChg chg="del">
        <pc:chgData name="Schafer, Ryfka" userId="318b1ac2-30d3-4beb-81ce-7e66308a1db1" providerId="ADAL" clId="{77ABF709-2856-4A97-8478-1ADA1B14C434}" dt="2021-09-24T21:28:29.496" v="132" actId="47"/>
        <pc:sldMkLst>
          <pc:docMk/>
          <pc:sldMk cId="657020030" sldId="430"/>
        </pc:sldMkLst>
      </pc:sldChg>
      <pc:sldChg chg="new del">
        <pc:chgData name="Schafer, Ryfka" userId="318b1ac2-30d3-4beb-81ce-7e66308a1db1" providerId="ADAL" clId="{77ABF709-2856-4A97-8478-1ADA1B14C434}" dt="2021-09-30T15:48:58.699" v="188" actId="680"/>
        <pc:sldMkLst>
          <pc:docMk/>
          <pc:sldMk cId="4038802159" sldId="430"/>
        </pc:sldMkLst>
      </pc:sldChg>
      <pc:sldChg chg="modSp add mod">
        <pc:chgData name="Schafer, Ryfka" userId="318b1ac2-30d3-4beb-81ce-7e66308a1db1" providerId="ADAL" clId="{77ABF709-2856-4A97-8478-1ADA1B14C434}" dt="2021-09-30T15:50:00.982" v="277" actId="20577"/>
        <pc:sldMkLst>
          <pc:docMk/>
          <pc:sldMk cId="1040215242" sldId="431"/>
        </pc:sldMkLst>
      </pc:sldChg>
      <pc:sldChg chg="add del">
        <pc:chgData name="Schafer, Ryfka" userId="318b1ac2-30d3-4beb-81ce-7e66308a1db1" providerId="ADAL" clId="{77ABF709-2856-4A97-8478-1ADA1B14C434}" dt="2021-09-30T15:49:34.619" v="231"/>
        <pc:sldMkLst>
          <pc:docMk/>
          <pc:sldMk cId="1916154640" sldId="431"/>
        </pc:sldMkLst>
      </pc:sldChg>
    </pc:docChg>
  </pc:docChgLst>
  <pc:docChgLst>
    <pc:chgData name="Ryfka Schafer" userId="318b1ac2-30d3-4beb-81ce-7e66308a1db1" providerId="ADAL" clId="{3D47E08A-5982-4CB2-9EC6-B8E0AC4A317B}"/>
    <pc:docChg chg="modSld">
      <pc:chgData name="Ryfka Schafer" userId="318b1ac2-30d3-4beb-81ce-7e66308a1db1" providerId="ADAL" clId="{3D47E08A-5982-4CB2-9EC6-B8E0AC4A317B}" dt="2024-09-27T18:49:15.351" v="106" actId="20577"/>
      <pc:docMkLst>
        <pc:docMk/>
      </pc:docMkLst>
      <pc:sldChg chg="modSp mod">
        <pc:chgData name="Ryfka Schafer" userId="318b1ac2-30d3-4beb-81ce-7e66308a1db1" providerId="ADAL" clId="{3D47E08A-5982-4CB2-9EC6-B8E0AC4A317B}" dt="2024-09-27T18:49:15.351" v="106" actId="20577"/>
        <pc:sldMkLst>
          <pc:docMk/>
          <pc:sldMk cId="1161671723" sldId="429"/>
        </pc:sldMkLst>
      </pc:sldChg>
    </pc:docChg>
  </pc:docChgLst>
  <pc:docChgLst>
    <pc:chgData name="Ryfka Schafer" userId="318b1ac2-30d3-4beb-81ce-7e66308a1db1" providerId="ADAL" clId="{6ADB8242-FC07-4006-B08C-E5283FADA5DD}"/>
    <pc:docChg chg="custSel modSld">
      <pc:chgData name="Ryfka Schafer" userId="318b1ac2-30d3-4beb-81ce-7e66308a1db1" providerId="ADAL" clId="{6ADB8242-FC07-4006-B08C-E5283FADA5DD}" dt="2025-09-26T21:36:04.632" v="61"/>
      <pc:docMkLst>
        <pc:docMk/>
      </pc:docMkLst>
      <pc:sldChg chg="addSp delSp modSp mod">
        <pc:chgData name="Ryfka Schafer" userId="318b1ac2-30d3-4beb-81ce-7e66308a1db1" providerId="ADAL" clId="{6ADB8242-FC07-4006-B08C-E5283FADA5DD}" dt="2025-09-24T19:09:25.946" v="43"/>
        <pc:sldMkLst>
          <pc:docMk/>
          <pc:sldMk cId="3157048811" sldId="428"/>
        </pc:sldMkLst>
        <pc:spChg chg="add mod">
          <ac:chgData name="Ryfka Schafer" userId="318b1ac2-30d3-4beb-81ce-7e66308a1db1" providerId="ADAL" clId="{6ADB8242-FC07-4006-B08C-E5283FADA5DD}" dt="2025-09-24T19:09:25.946" v="43"/>
          <ac:spMkLst>
            <pc:docMk/>
            <pc:sldMk cId="3157048811" sldId="428"/>
            <ac:spMk id="3" creationId="{F4E111E6-1497-7361-FBFE-3B60308CBD59}"/>
          </ac:spMkLst>
        </pc:spChg>
      </pc:sldChg>
      <pc:sldChg chg="modSp mod">
        <pc:chgData name="Ryfka Schafer" userId="318b1ac2-30d3-4beb-81ce-7e66308a1db1" providerId="ADAL" clId="{6ADB8242-FC07-4006-B08C-E5283FADA5DD}" dt="2025-09-18T19:20:25.481" v="3" actId="20577"/>
        <pc:sldMkLst>
          <pc:docMk/>
          <pc:sldMk cId="1161671723" sldId="429"/>
        </pc:sldMkLst>
        <pc:graphicFrameChg chg="modGraphic">
          <ac:chgData name="Ryfka Schafer" userId="318b1ac2-30d3-4beb-81ce-7e66308a1db1" providerId="ADAL" clId="{6ADB8242-FC07-4006-B08C-E5283FADA5DD}" dt="2025-09-18T19:20:25.481" v="3" actId="20577"/>
          <ac:graphicFrameMkLst>
            <pc:docMk/>
            <pc:sldMk cId="1161671723" sldId="429"/>
            <ac:graphicFrameMk id="4" creationId="{BE2D0474-EA4E-4495-9BEB-6FB0009B0434}"/>
          </ac:graphicFrameMkLst>
        </pc:graphicFrameChg>
      </pc:sldChg>
      <pc:sldChg chg="addSp delSp modSp mod">
        <pc:chgData name="Ryfka Schafer" userId="318b1ac2-30d3-4beb-81ce-7e66308a1db1" providerId="ADAL" clId="{6ADB8242-FC07-4006-B08C-E5283FADA5DD}" dt="2025-09-26T21:36:04.632" v="61"/>
        <pc:sldMkLst>
          <pc:docMk/>
          <pc:sldMk cId="2488339942" sldId="436"/>
        </pc:sldMkLst>
        <pc:spChg chg="add del mod">
          <ac:chgData name="Ryfka Schafer" userId="318b1ac2-30d3-4beb-81ce-7e66308a1db1" providerId="ADAL" clId="{6ADB8242-FC07-4006-B08C-E5283FADA5DD}" dt="2025-09-26T19:29:59.403" v="49"/>
          <ac:spMkLst>
            <pc:docMk/>
            <pc:sldMk cId="2488339942" sldId="436"/>
            <ac:spMk id="4" creationId="{28D7DC09-BA5C-378B-B858-46205B9346EF}"/>
          </ac:spMkLst>
        </pc:spChg>
        <pc:spChg chg="add del mod">
          <ac:chgData name="Ryfka Schafer" userId="318b1ac2-30d3-4beb-81ce-7e66308a1db1" providerId="ADAL" clId="{6ADB8242-FC07-4006-B08C-E5283FADA5DD}" dt="2025-09-26T19:30:00.628" v="55"/>
          <ac:spMkLst>
            <pc:docMk/>
            <pc:sldMk cId="2488339942" sldId="436"/>
            <ac:spMk id="5" creationId="{A594AE24-E7BA-3275-B9DB-89423D3E8946}"/>
          </ac:spMkLst>
        </pc:spChg>
        <pc:spChg chg="add del mod">
          <ac:chgData name="Ryfka Schafer" userId="318b1ac2-30d3-4beb-81ce-7e66308a1db1" providerId="ADAL" clId="{6ADB8242-FC07-4006-B08C-E5283FADA5DD}" dt="2025-09-26T21:36:04.632" v="61"/>
          <ac:spMkLst>
            <pc:docMk/>
            <pc:sldMk cId="2488339942" sldId="436"/>
            <ac:spMk id="6" creationId="{5692FA92-3E5B-79D6-D1FF-F6EF9C802ECD}"/>
          </ac:spMkLst>
        </pc:spChg>
      </pc:sldChg>
    </pc:docChg>
  </pc:docChgLst>
  <pc:docChgLst>
    <pc:chgData name="Schafer, Ryfka" userId="318b1ac2-30d3-4beb-81ce-7e66308a1db1" providerId="ADAL" clId="{91018AF7-4A29-45B3-9F7A-601F763BA865}"/>
    <pc:docChg chg="undo redo custSel addSld delSld modSld sldOrd">
      <pc:chgData name="Schafer, Ryfka" userId="318b1ac2-30d3-4beb-81ce-7e66308a1db1" providerId="ADAL" clId="{91018AF7-4A29-45B3-9F7A-601F763BA865}" dt="2020-10-02T19:50:17.127" v="6158" actId="20577"/>
      <pc:docMkLst>
        <pc:docMk/>
      </pc:docMkLst>
      <pc:sldChg chg="add del">
        <pc:chgData name="Schafer, Ryfka" userId="318b1ac2-30d3-4beb-81ce-7e66308a1db1" providerId="ADAL" clId="{91018AF7-4A29-45B3-9F7A-601F763BA865}" dt="2020-09-25T21:27:03.495" v="3321" actId="47"/>
        <pc:sldMkLst>
          <pc:docMk/>
          <pc:sldMk cId="3265946716" sldId="352"/>
        </pc:sldMkLst>
      </pc:sldChg>
      <pc:sldChg chg="add del">
        <pc:chgData name="Schafer, Ryfka" userId="318b1ac2-30d3-4beb-81ce-7e66308a1db1" providerId="ADAL" clId="{91018AF7-4A29-45B3-9F7A-601F763BA865}" dt="2020-09-25T21:27:17.821" v="3322" actId="47"/>
        <pc:sldMkLst>
          <pc:docMk/>
          <pc:sldMk cId="2800061826" sldId="353"/>
        </pc:sldMkLst>
      </pc:sldChg>
      <pc:sldChg chg="modSp add">
        <pc:chgData name="Schafer, Ryfka" userId="318b1ac2-30d3-4beb-81ce-7e66308a1db1" providerId="ADAL" clId="{91018AF7-4A29-45B3-9F7A-601F763BA865}" dt="2020-09-26T22:23:09.780" v="5098" actId="313"/>
        <pc:sldMkLst>
          <pc:docMk/>
          <pc:sldMk cId="3077654173" sldId="358"/>
        </pc:sldMkLst>
      </pc:sldChg>
      <pc:sldChg chg="add del">
        <pc:chgData name="Schafer, Ryfka" userId="318b1ac2-30d3-4beb-81ce-7e66308a1db1" providerId="ADAL" clId="{91018AF7-4A29-45B3-9F7A-601F763BA865}" dt="2020-09-25T21:26:46.745" v="3320" actId="47"/>
        <pc:sldMkLst>
          <pc:docMk/>
          <pc:sldMk cId="1691752022" sldId="361"/>
        </pc:sldMkLst>
      </pc:sldChg>
      <pc:sldChg chg="modSp mod">
        <pc:chgData name="Schafer, Ryfka" userId="318b1ac2-30d3-4beb-81ce-7e66308a1db1" providerId="ADAL" clId="{91018AF7-4A29-45B3-9F7A-601F763BA865}" dt="2020-10-02T19:50:17.127" v="6158" actId="20577"/>
        <pc:sldMkLst>
          <pc:docMk/>
          <pc:sldMk cId="2098443568" sldId="421"/>
        </pc:sldMkLst>
      </pc:sldChg>
      <pc:sldChg chg="addSp delSp modSp new del mod ord">
        <pc:chgData name="Schafer, Ryfka" userId="318b1ac2-30d3-4beb-81ce-7e66308a1db1" providerId="ADAL" clId="{91018AF7-4A29-45B3-9F7A-601F763BA865}" dt="2020-10-01T18:23:23.944" v="6050" actId="2696"/>
        <pc:sldMkLst>
          <pc:docMk/>
          <pc:sldMk cId="202088783" sldId="422"/>
        </pc:sldMkLst>
      </pc:sldChg>
      <pc:sldChg chg="addSp delSp modSp add del mod ord">
        <pc:chgData name="Schafer, Ryfka" userId="318b1ac2-30d3-4beb-81ce-7e66308a1db1" providerId="ADAL" clId="{91018AF7-4A29-45B3-9F7A-601F763BA865}" dt="2020-10-01T18:23:23.944" v="6050" actId="2696"/>
        <pc:sldMkLst>
          <pc:docMk/>
          <pc:sldMk cId="1640651330" sldId="423"/>
        </pc:sldMkLst>
      </pc:sldChg>
      <pc:sldChg chg="addSp delSp modSp add del mod ord">
        <pc:chgData name="Schafer, Ryfka" userId="318b1ac2-30d3-4beb-81ce-7e66308a1db1" providerId="ADAL" clId="{91018AF7-4A29-45B3-9F7A-601F763BA865}" dt="2020-10-01T18:23:23.944" v="6050" actId="2696"/>
        <pc:sldMkLst>
          <pc:docMk/>
          <pc:sldMk cId="1863899126" sldId="424"/>
        </pc:sldMkLst>
      </pc:sldChg>
      <pc:sldChg chg="addSp delSp modSp new mod">
        <pc:chgData name="Schafer, Ryfka" userId="318b1ac2-30d3-4beb-81ce-7e66308a1db1" providerId="ADAL" clId="{91018AF7-4A29-45B3-9F7A-601F763BA865}" dt="2020-09-25T21:21:26.213" v="3309" actId="1076"/>
        <pc:sldMkLst>
          <pc:docMk/>
          <pc:sldMk cId="1174584507" sldId="425"/>
        </pc:sldMkLst>
      </pc:sldChg>
      <pc:sldChg chg="addSp delSp modSp new mod">
        <pc:chgData name="Schafer, Ryfka" userId="318b1ac2-30d3-4beb-81ce-7e66308a1db1" providerId="ADAL" clId="{91018AF7-4A29-45B3-9F7A-601F763BA865}" dt="2020-09-25T21:19:57.277" v="3302"/>
        <pc:sldMkLst>
          <pc:docMk/>
          <pc:sldMk cId="662634585" sldId="426"/>
        </pc:sldMkLst>
      </pc:sldChg>
      <pc:sldChg chg="addSp delSp modSp del">
        <pc:chgData name="Schafer, Ryfka" userId="318b1ac2-30d3-4beb-81ce-7e66308a1db1" providerId="ADAL" clId="{91018AF7-4A29-45B3-9F7A-601F763BA865}" dt="2020-09-25T21:23:08.223" v="3319" actId="47"/>
        <pc:sldMkLst>
          <pc:docMk/>
          <pc:sldMk cId="3957314446" sldId="427"/>
        </pc:sldMkLst>
      </pc:sldChg>
      <pc:sldChg chg="addSp modSp new ord">
        <pc:chgData name="Schafer, Ryfka" userId="318b1ac2-30d3-4beb-81ce-7e66308a1db1" providerId="ADAL" clId="{91018AF7-4A29-45B3-9F7A-601F763BA865}" dt="2020-10-01T16:29:26.942" v="6029"/>
        <pc:sldMkLst>
          <pc:docMk/>
          <pc:sldMk cId="3157048811" sldId="428"/>
        </pc:sldMkLst>
      </pc:sldChg>
      <pc:sldChg chg="addSp modSp new mod ord">
        <pc:chgData name="Schafer, Ryfka" userId="318b1ac2-30d3-4beb-81ce-7e66308a1db1" providerId="ADAL" clId="{91018AF7-4A29-45B3-9F7A-601F763BA865}" dt="2020-10-02T01:16:46.617" v="6061"/>
        <pc:sldMkLst>
          <pc:docMk/>
          <pc:sldMk cId="1161671723" sldId="429"/>
        </pc:sldMkLst>
      </pc:sldChg>
      <pc:sldChg chg="new del">
        <pc:chgData name="Schafer, Ryfka" userId="318b1ac2-30d3-4beb-81ce-7e66308a1db1" providerId="ADAL" clId="{91018AF7-4A29-45B3-9F7A-601F763BA865}" dt="2020-09-25T21:30:59.237" v="3324" actId="47"/>
        <pc:sldMkLst>
          <pc:docMk/>
          <pc:sldMk cId="3754313659" sldId="429"/>
        </pc:sldMkLst>
      </pc:sldChg>
      <pc:sldChg chg="addSp modSp new del ord">
        <pc:chgData name="Schafer, Ryfka" userId="318b1ac2-30d3-4beb-81ce-7e66308a1db1" providerId="ADAL" clId="{91018AF7-4A29-45B3-9F7A-601F763BA865}" dt="2020-10-01T18:23:23.944" v="6050" actId="2696"/>
        <pc:sldMkLst>
          <pc:docMk/>
          <pc:sldMk cId="102928178" sldId="431"/>
        </pc:sldMkLst>
      </pc:sldChg>
      <pc:sldChg chg="addSp delSp modSp new del mod ord">
        <pc:chgData name="Schafer, Ryfka" userId="318b1ac2-30d3-4beb-81ce-7e66308a1db1" providerId="ADAL" clId="{91018AF7-4A29-45B3-9F7A-601F763BA865}" dt="2020-10-01T18:23:23.944" v="6050" actId="2696"/>
        <pc:sldMkLst>
          <pc:docMk/>
          <pc:sldMk cId="840548500" sldId="432"/>
        </pc:sldMkLst>
      </pc:sldChg>
      <pc:sldMasterChg chg="delSldLayout">
        <pc:chgData name="Schafer, Ryfka" userId="318b1ac2-30d3-4beb-81ce-7e66308a1db1" providerId="ADAL" clId="{91018AF7-4A29-45B3-9F7A-601F763BA865}" dt="2020-09-25T21:10:24.372" v="3228" actId="47"/>
        <pc:sldMasterMkLst>
          <pc:docMk/>
          <pc:sldMasterMk cId="685382473" sldId="2147483738"/>
        </pc:sldMasterMkLst>
        <pc:sldLayoutChg chg="del">
          <pc:chgData name="Schafer, Ryfka" userId="318b1ac2-30d3-4beb-81ce-7e66308a1db1" providerId="ADAL" clId="{91018AF7-4A29-45B3-9F7A-601F763BA865}" dt="2020-09-25T21:10:24.372" v="3228" actId="47"/>
          <pc:sldLayoutMkLst>
            <pc:docMk/>
            <pc:sldMasterMk cId="685382473" sldId="2147483738"/>
            <pc:sldLayoutMk cId="2855290546" sldId="2147483849"/>
          </pc:sldLayoutMkLst>
        </pc:sldLayoutChg>
      </pc:sldMasterChg>
    </pc:docChg>
  </pc:docChgLst>
  <pc:docChgLst>
    <pc:chgData name="Ryfka Schafer" userId="318b1ac2-30d3-4beb-81ce-7e66308a1db1" providerId="ADAL" clId="{F9737EFB-F949-4176-9DB0-3025AE360DD2}"/>
    <pc:docChg chg="delSld">
      <pc:chgData name="Ryfka Schafer" userId="318b1ac2-30d3-4beb-81ce-7e66308a1db1" providerId="ADAL" clId="{F9737EFB-F949-4176-9DB0-3025AE360DD2}" dt="2025-09-05T21:31:48.134" v="0" actId="47"/>
      <pc:docMkLst>
        <pc:docMk/>
      </pc:docMkLst>
      <pc:sldChg chg="del">
        <pc:chgData name="Ryfka Schafer" userId="318b1ac2-30d3-4beb-81ce-7e66308a1db1" providerId="ADAL" clId="{F9737EFB-F949-4176-9DB0-3025AE360DD2}" dt="2025-09-05T21:31:48.134" v="0" actId="47"/>
        <pc:sldMkLst>
          <pc:docMk/>
          <pc:sldMk cId="4082825665" sldId="434"/>
        </pc:sldMkLst>
      </pc:sldChg>
    </pc:docChg>
  </pc:docChgLst>
  <pc:docChgLst>
    <pc:chgData name="Schafer, Ryfka" userId="318b1ac2-30d3-4beb-81ce-7e66308a1db1" providerId="ADAL" clId="{2C3E4C29-343E-446A-9D4C-AA0BE3D6BAB9}"/>
    <pc:docChg chg="delSld modSld delMainMaster">
      <pc:chgData name="Schafer, Ryfka" userId="318b1ac2-30d3-4beb-81ce-7e66308a1db1" providerId="ADAL" clId="{2C3E4C29-343E-446A-9D4C-AA0BE3D6BAB9}" dt="2020-09-18T01:06:28.294" v="95" actId="47"/>
      <pc:docMkLst>
        <pc:docMk/>
      </pc:docMkLst>
      <pc:sldChg chg="del">
        <pc:chgData name="Schafer, Ryfka" userId="318b1ac2-30d3-4beb-81ce-7e66308a1db1" providerId="ADAL" clId="{2C3E4C29-343E-446A-9D4C-AA0BE3D6BAB9}" dt="2020-09-18T01:06:26.179" v="91" actId="47"/>
        <pc:sldMkLst>
          <pc:docMk/>
          <pc:sldMk cId="0" sldId="256"/>
        </pc:sldMkLst>
      </pc:sldChg>
      <pc:sldChg chg="del">
        <pc:chgData name="Schafer, Ryfka" userId="318b1ac2-30d3-4beb-81ce-7e66308a1db1" providerId="ADAL" clId="{2C3E4C29-343E-446A-9D4C-AA0BE3D6BAB9}" dt="2020-09-18T01:06:26.815" v="92" actId="47"/>
        <pc:sldMkLst>
          <pc:docMk/>
          <pc:sldMk cId="0" sldId="258"/>
        </pc:sldMkLst>
      </pc:sldChg>
      <pc:sldChg chg="del">
        <pc:chgData name="Schafer, Ryfka" userId="318b1ac2-30d3-4beb-81ce-7e66308a1db1" providerId="ADAL" clId="{2C3E4C29-343E-446A-9D4C-AA0BE3D6BAB9}" dt="2020-09-18T01:06:27.301" v="93" actId="47"/>
        <pc:sldMkLst>
          <pc:docMk/>
          <pc:sldMk cId="0" sldId="260"/>
        </pc:sldMkLst>
      </pc:sldChg>
      <pc:sldChg chg="del">
        <pc:chgData name="Schafer, Ryfka" userId="318b1ac2-30d3-4beb-81ce-7e66308a1db1" providerId="ADAL" clId="{2C3E4C29-343E-446A-9D4C-AA0BE3D6BAB9}" dt="2020-09-18T01:06:27.777" v="94" actId="47"/>
        <pc:sldMkLst>
          <pc:docMk/>
          <pc:sldMk cId="0" sldId="261"/>
        </pc:sldMkLst>
      </pc:sldChg>
      <pc:sldChg chg="del">
        <pc:chgData name="Schafer, Ryfka" userId="318b1ac2-30d3-4beb-81ce-7e66308a1db1" providerId="ADAL" clId="{2C3E4C29-343E-446A-9D4C-AA0BE3D6BAB9}" dt="2020-09-18T01:06:28.294" v="95" actId="47"/>
        <pc:sldMkLst>
          <pc:docMk/>
          <pc:sldMk cId="0" sldId="262"/>
        </pc:sldMkLst>
      </pc:sldChg>
      <pc:sldChg chg="modSp mod">
        <pc:chgData name="Schafer, Ryfka" userId="318b1ac2-30d3-4beb-81ce-7e66308a1db1" providerId="ADAL" clId="{2C3E4C29-343E-446A-9D4C-AA0BE3D6BAB9}" dt="2020-09-18T01:05:58.508" v="1" actId="20577"/>
        <pc:sldMkLst>
          <pc:docMk/>
          <pc:sldMk cId="3149790407" sldId="420"/>
        </pc:sldMkLst>
      </pc:sldChg>
      <pc:sldChg chg="modSp mod">
        <pc:chgData name="Schafer, Ryfka" userId="318b1ac2-30d3-4beb-81ce-7e66308a1db1" providerId="ADAL" clId="{2C3E4C29-343E-446A-9D4C-AA0BE3D6BAB9}" dt="2020-09-18T01:06:21.623" v="87" actId="20577"/>
        <pc:sldMkLst>
          <pc:docMk/>
          <pc:sldMk cId="2098443568" sldId="421"/>
        </pc:sldMkLst>
      </pc:sldChg>
      <pc:sldChg chg="del">
        <pc:chgData name="Schafer, Ryfka" userId="318b1ac2-30d3-4beb-81ce-7e66308a1db1" providerId="ADAL" clId="{2C3E4C29-343E-446A-9D4C-AA0BE3D6BAB9}" dt="2020-09-18T01:06:24.622" v="88" actId="47"/>
        <pc:sldMkLst>
          <pc:docMk/>
          <pc:sldMk cId="657020030" sldId="422"/>
        </pc:sldMkLst>
      </pc:sldChg>
      <pc:sldChg chg="del">
        <pc:chgData name="Schafer, Ryfka" userId="318b1ac2-30d3-4beb-81ce-7e66308a1db1" providerId="ADAL" clId="{2C3E4C29-343E-446A-9D4C-AA0BE3D6BAB9}" dt="2020-09-18T01:06:25.199" v="89" actId="47"/>
        <pc:sldMkLst>
          <pc:docMk/>
          <pc:sldMk cId="3317412573" sldId="423"/>
        </pc:sldMkLst>
      </pc:sldChg>
      <pc:sldChg chg="del">
        <pc:chgData name="Schafer, Ryfka" userId="318b1ac2-30d3-4beb-81ce-7e66308a1db1" providerId="ADAL" clId="{2C3E4C29-343E-446A-9D4C-AA0BE3D6BAB9}" dt="2020-09-18T01:06:25.644" v="90" actId="47"/>
        <pc:sldMkLst>
          <pc:docMk/>
          <pc:sldMk cId="1396243056" sldId="424"/>
        </pc:sldMkLst>
      </pc:sldChg>
      <pc:sldMasterChg chg="del delSldLayout">
        <pc:chgData name="Schafer, Ryfka" userId="318b1ac2-30d3-4beb-81ce-7e66308a1db1" providerId="ADAL" clId="{2C3E4C29-343E-446A-9D4C-AA0BE3D6BAB9}" dt="2020-09-18T01:06:28.294" v="95" actId="47"/>
        <pc:sldMasterMkLst>
          <pc:docMk/>
          <pc:sldMasterMk cId="3104618828" sldId="2147483849"/>
        </pc:sldMasterMkLst>
        <pc:sldLayoutChg chg="del">
          <pc:chgData name="Schafer, Ryfka" userId="318b1ac2-30d3-4beb-81ce-7e66308a1db1" providerId="ADAL" clId="{2C3E4C29-343E-446A-9D4C-AA0BE3D6BAB9}" dt="2020-09-18T01:06:26.179" v="91" actId="47"/>
          <pc:sldLayoutMkLst>
            <pc:docMk/>
            <pc:sldMasterMk cId="3104618828" sldId="2147483849"/>
            <pc:sldLayoutMk cId="2793011671" sldId="2147483850"/>
          </pc:sldLayoutMkLst>
        </pc:sldLayoutChg>
        <pc:sldLayoutChg chg="del">
          <pc:chgData name="Schafer, Ryfka" userId="318b1ac2-30d3-4beb-81ce-7e66308a1db1" providerId="ADAL" clId="{2C3E4C29-343E-446A-9D4C-AA0BE3D6BAB9}" dt="2020-09-18T01:06:28.294" v="95" actId="47"/>
          <pc:sldLayoutMkLst>
            <pc:docMk/>
            <pc:sldMasterMk cId="3104618828" sldId="2147483849"/>
            <pc:sldLayoutMk cId="1714460408" sldId="2147483851"/>
          </pc:sldLayoutMkLst>
        </pc:sldLayoutChg>
        <pc:sldLayoutChg chg="del">
          <pc:chgData name="Schafer, Ryfka" userId="318b1ac2-30d3-4beb-81ce-7e66308a1db1" providerId="ADAL" clId="{2C3E4C29-343E-446A-9D4C-AA0BE3D6BAB9}" dt="2020-09-18T01:06:28.294" v="95" actId="47"/>
          <pc:sldLayoutMkLst>
            <pc:docMk/>
            <pc:sldMasterMk cId="3104618828" sldId="2147483849"/>
            <pc:sldLayoutMk cId="4089042397" sldId="2147483852"/>
          </pc:sldLayoutMkLst>
        </pc:sldLayoutChg>
        <pc:sldLayoutChg chg="del">
          <pc:chgData name="Schafer, Ryfka" userId="318b1ac2-30d3-4beb-81ce-7e66308a1db1" providerId="ADAL" clId="{2C3E4C29-343E-446A-9D4C-AA0BE3D6BAB9}" dt="2020-09-18T01:06:28.294" v="95" actId="47"/>
          <pc:sldLayoutMkLst>
            <pc:docMk/>
            <pc:sldMasterMk cId="3104618828" sldId="2147483849"/>
            <pc:sldLayoutMk cId="1982734296" sldId="2147483853"/>
          </pc:sldLayoutMkLst>
        </pc:sldLayoutChg>
        <pc:sldLayoutChg chg="del">
          <pc:chgData name="Schafer, Ryfka" userId="318b1ac2-30d3-4beb-81ce-7e66308a1db1" providerId="ADAL" clId="{2C3E4C29-343E-446A-9D4C-AA0BE3D6BAB9}" dt="2020-09-18T01:06:28.294" v="95" actId="47"/>
          <pc:sldLayoutMkLst>
            <pc:docMk/>
            <pc:sldMasterMk cId="3104618828" sldId="2147483849"/>
            <pc:sldLayoutMk cId="1439680080" sldId="2147483854"/>
          </pc:sldLayoutMkLst>
        </pc:sldLayoutChg>
        <pc:sldLayoutChg chg="del">
          <pc:chgData name="Schafer, Ryfka" userId="318b1ac2-30d3-4beb-81ce-7e66308a1db1" providerId="ADAL" clId="{2C3E4C29-343E-446A-9D4C-AA0BE3D6BAB9}" dt="2020-09-18T01:06:28.294" v="95" actId="47"/>
          <pc:sldLayoutMkLst>
            <pc:docMk/>
            <pc:sldMasterMk cId="3104618828" sldId="2147483849"/>
            <pc:sldLayoutMk cId="312940122" sldId="2147483855"/>
          </pc:sldLayoutMkLst>
        </pc:sldLayoutChg>
        <pc:sldLayoutChg chg="del">
          <pc:chgData name="Schafer, Ryfka" userId="318b1ac2-30d3-4beb-81ce-7e66308a1db1" providerId="ADAL" clId="{2C3E4C29-343E-446A-9D4C-AA0BE3D6BAB9}" dt="2020-09-18T01:06:28.294" v="95" actId="47"/>
          <pc:sldLayoutMkLst>
            <pc:docMk/>
            <pc:sldMasterMk cId="3104618828" sldId="2147483849"/>
            <pc:sldLayoutMk cId="1998997149" sldId="2147483856"/>
          </pc:sldLayoutMkLst>
        </pc:sldLayoutChg>
        <pc:sldLayoutChg chg="del">
          <pc:chgData name="Schafer, Ryfka" userId="318b1ac2-30d3-4beb-81ce-7e66308a1db1" providerId="ADAL" clId="{2C3E4C29-343E-446A-9D4C-AA0BE3D6BAB9}" dt="2020-09-18T01:06:28.294" v="95" actId="47"/>
          <pc:sldLayoutMkLst>
            <pc:docMk/>
            <pc:sldMasterMk cId="3104618828" sldId="2147483849"/>
            <pc:sldLayoutMk cId="3606902471" sldId="2147483857"/>
          </pc:sldLayoutMkLst>
        </pc:sldLayoutChg>
        <pc:sldLayoutChg chg="del">
          <pc:chgData name="Schafer, Ryfka" userId="318b1ac2-30d3-4beb-81ce-7e66308a1db1" providerId="ADAL" clId="{2C3E4C29-343E-446A-9D4C-AA0BE3D6BAB9}" dt="2020-09-18T01:06:28.294" v="95" actId="47"/>
          <pc:sldLayoutMkLst>
            <pc:docMk/>
            <pc:sldMasterMk cId="3104618828" sldId="2147483849"/>
            <pc:sldLayoutMk cId="3744864565" sldId="2147483858"/>
          </pc:sldLayoutMkLst>
        </pc:sldLayoutChg>
        <pc:sldLayoutChg chg="del">
          <pc:chgData name="Schafer, Ryfka" userId="318b1ac2-30d3-4beb-81ce-7e66308a1db1" providerId="ADAL" clId="{2C3E4C29-343E-446A-9D4C-AA0BE3D6BAB9}" dt="2020-09-18T01:06:28.294" v="95" actId="47"/>
          <pc:sldLayoutMkLst>
            <pc:docMk/>
            <pc:sldMasterMk cId="3104618828" sldId="2147483849"/>
            <pc:sldLayoutMk cId="3221007229" sldId="2147483859"/>
          </pc:sldLayoutMkLst>
        </pc:sldLayoutChg>
        <pc:sldLayoutChg chg="del">
          <pc:chgData name="Schafer, Ryfka" userId="318b1ac2-30d3-4beb-81ce-7e66308a1db1" providerId="ADAL" clId="{2C3E4C29-343E-446A-9D4C-AA0BE3D6BAB9}" dt="2020-09-18T01:06:28.294" v="95" actId="47"/>
          <pc:sldLayoutMkLst>
            <pc:docMk/>
            <pc:sldMasterMk cId="3104618828" sldId="2147483849"/>
            <pc:sldLayoutMk cId="4086278179" sldId="2147483860"/>
          </pc:sldLayoutMkLst>
        </pc:sldLayoutChg>
      </pc:sldMasterChg>
    </pc:docChg>
  </pc:docChgLst>
  <pc:docChgLst>
    <pc:chgData name="Schafer, Ryfka" userId="318b1ac2-30d3-4beb-81ce-7e66308a1db1" providerId="ADAL" clId="{68E63FAC-E21D-41C7-BC0F-4AE5CB4D04D5}"/>
    <pc:docChg chg="undo custSel addSld delSld modSld">
      <pc:chgData name="Schafer, Ryfka" userId="318b1ac2-30d3-4beb-81ce-7e66308a1db1" providerId="ADAL" clId="{68E63FAC-E21D-41C7-BC0F-4AE5CB4D04D5}" dt="2022-09-26T19:08:59.206" v="409"/>
      <pc:docMkLst>
        <pc:docMk/>
      </pc:docMkLst>
      <pc:sldChg chg="addSp delSp modSp mod">
        <pc:chgData name="Schafer, Ryfka" userId="318b1ac2-30d3-4beb-81ce-7e66308a1db1" providerId="ADAL" clId="{68E63FAC-E21D-41C7-BC0F-4AE5CB4D04D5}" dt="2022-09-26T19:08:59.206" v="409"/>
        <pc:sldMkLst>
          <pc:docMk/>
          <pc:sldMk cId="3077654173" sldId="358"/>
        </pc:sldMkLst>
      </pc:sldChg>
      <pc:sldChg chg="addSp delSp modSp mod">
        <pc:chgData name="Schafer, Ryfka" userId="318b1ac2-30d3-4beb-81ce-7e66308a1db1" providerId="ADAL" clId="{68E63FAC-E21D-41C7-BC0F-4AE5CB4D04D5}" dt="2022-09-22T18:44:19.190" v="391"/>
        <pc:sldMkLst>
          <pc:docMk/>
          <pc:sldMk cId="2098443568" sldId="421"/>
        </pc:sldMkLst>
      </pc:sldChg>
      <pc:sldChg chg="modSp mod">
        <pc:chgData name="Schafer, Ryfka" userId="318b1ac2-30d3-4beb-81ce-7e66308a1db1" providerId="ADAL" clId="{68E63FAC-E21D-41C7-BC0F-4AE5CB4D04D5}" dt="2022-09-22T15:09:13.838" v="0" actId="114"/>
        <pc:sldMkLst>
          <pc:docMk/>
          <pc:sldMk cId="1396243056" sldId="424"/>
        </pc:sldMkLst>
      </pc:sldChg>
      <pc:sldChg chg="modSp mod">
        <pc:chgData name="Schafer, Ryfka" userId="318b1ac2-30d3-4beb-81ce-7e66308a1db1" providerId="ADAL" clId="{68E63FAC-E21D-41C7-BC0F-4AE5CB4D04D5}" dt="2022-09-22T15:12:35.906" v="318" actId="20577"/>
        <pc:sldMkLst>
          <pc:docMk/>
          <pc:sldMk cId="1161671723" sldId="429"/>
        </pc:sldMkLst>
      </pc:sldChg>
      <pc:sldChg chg="modSp new del mod">
        <pc:chgData name="Schafer, Ryfka" userId="318b1ac2-30d3-4beb-81ce-7e66308a1db1" providerId="ADAL" clId="{68E63FAC-E21D-41C7-BC0F-4AE5CB4D04D5}" dt="2022-09-22T15:12:45.624" v="319" actId="47"/>
        <pc:sldMkLst>
          <pc:docMk/>
          <pc:sldMk cId="192212796" sldId="432"/>
        </pc:sldMkLst>
      </pc:sldChg>
      <pc:sldChg chg="modSp new mod">
        <pc:chgData name="Schafer, Ryfka" userId="318b1ac2-30d3-4beb-81ce-7e66308a1db1" providerId="ADAL" clId="{68E63FAC-E21D-41C7-BC0F-4AE5CB4D04D5}" dt="2022-09-22T15:12:59.464" v="356" actId="20577"/>
        <pc:sldMkLst>
          <pc:docMk/>
          <pc:sldMk cId="11878426" sldId="433"/>
        </pc:sldMkLst>
      </pc:sldChg>
      <pc:sldChg chg="new del">
        <pc:chgData name="Schafer, Ryfka" userId="318b1ac2-30d3-4beb-81ce-7e66308a1db1" providerId="ADAL" clId="{68E63FAC-E21D-41C7-BC0F-4AE5CB4D04D5}" dt="2022-09-22T15:10:29.618" v="48" actId="680"/>
        <pc:sldMkLst>
          <pc:docMk/>
          <pc:sldMk cId="3780848095" sldId="433"/>
        </pc:sldMkLst>
      </pc:sldChg>
    </pc:docChg>
  </pc:docChgLst>
  <pc:docChgLst>
    <pc:chgData name="Schafer, Ryfka" userId="318b1ac2-30d3-4beb-81ce-7e66308a1db1" providerId="ADAL" clId="{E3F5748A-2757-46F2-A149-336F65A4845A}"/>
    <pc:docChg chg="custSel addSld delSld modSld sldOrd">
      <pc:chgData name="Schafer, Ryfka" userId="318b1ac2-30d3-4beb-81ce-7e66308a1db1" providerId="ADAL" clId="{E3F5748A-2757-46F2-A149-336F65A4845A}" dt="2023-10-06T18:53:33.857" v="1434" actId="20577"/>
      <pc:docMkLst>
        <pc:docMk/>
      </pc:docMkLst>
      <pc:sldChg chg="addSp delSp modSp mod">
        <pc:chgData name="Schafer, Ryfka" userId="318b1ac2-30d3-4beb-81ce-7e66308a1db1" providerId="ADAL" clId="{E3F5748A-2757-46F2-A149-336F65A4845A}" dt="2023-10-03T17:51:45.427" v="1433"/>
        <pc:sldMkLst>
          <pc:docMk/>
          <pc:sldMk cId="3077654173" sldId="358"/>
        </pc:sldMkLst>
      </pc:sldChg>
      <pc:sldChg chg="modSp mod">
        <pc:chgData name="Schafer, Ryfka" userId="318b1ac2-30d3-4beb-81ce-7e66308a1db1" providerId="ADAL" clId="{E3F5748A-2757-46F2-A149-336F65A4845A}" dt="2023-09-20T19:01:59.631" v="1410" actId="20577"/>
        <pc:sldMkLst>
          <pc:docMk/>
          <pc:sldMk cId="2098443568" sldId="421"/>
        </pc:sldMkLst>
      </pc:sldChg>
      <pc:sldChg chg="ord">
        <pc:chgData name="Schafer, Ryfka" userId="318b1ac2-30d3-4beb-81ce-7e66308a1db1" providerId="ADAL" clId="{E3F5748A-2757-46F2-A149-336F65A4845A}" dt="2023-09-20T19:01:41.850" v="1404"/>
        <pc:sldMkLst>
          <pc:docMk/>
          <pc:sldMk cId="657020030" sldId="422"/>
        </pc:sldMkLst>
      </pc:sldChg>
      <pc:sldChg chg="modSp del mod">
        <pc:chgData name="Schafer, Ryfka" userId="318b1ac2-30d3-4beb-81ce-7e66308a1db1" providerId="ADAL" clId="{E3F5748A-2757-46F2-A149-336F65A4845A}" dt="2023-09-11T20:32:35.638" v="1372" actId="2696"/>
        <pc:sldMkLst>
          <pc:docMk/>
          <pc:sldMk cId="1396243056" sldId="424"/>
        </pc:sldMkLst>
      </pc:sldChg>
      <pc:sldChg chg="modSp mod">
        <pc:chgData name="Schafer, Ryfka" userId="318b1ac2-30d3-4beb-81ce-7e66308a1db1" providerId="ADAL" clId="{E3F5748A-2757-46F2-A149-336F65A4845A}" dt="2023-09-06T15:51:07.294" v="1345" actId="20577"/>
        <pc:sldMkLst>
          <pc:docMk/>
          <pc:sldMk cId="1161671723" sldId="429"/>
        </pc:sldMkLst>
      </pc:sldChg>
      <pc:sldChg chg="modSp new mod">
        <pc:chgData name="Schafer, Ryfka" userId="318b1ac2-30d3-4beb-81ce-7e66308a1db1" providerId="ADAL" clId="{E3F5748A-2757-46F2-A149-336F65A4845A}" dt="2023-10-06T18:53:33.857" v="1434" actId="20577"/>
        <pc:sldMkLst>
          <pc:docMk/>
          <pc:sldMk cId="4082825665" sldId="43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6" name="Date Placeholder 5"/>
          <p:cNvSpPr>
            <a:spLocks noGrp="1"/>
          </p:cNvSpPr>
          <p:nvPr>
            <p:ph type="dt" sz="quarter" idx="1"/>
          </p:nvPr>
        </p:nvSpPr>
        <p:spPr>
          <a:xfrm>
            <a:off x="3970938" y="1"/>
            <a:ext cx="3037840" cy="466434"/>
          </a:xfrm>
          <a:prstGeom prst="rect">
            <a:avLst/>
          </a:prstGeom>
        </p:spPr>
        <p:txBody>
          <a:bodyPr vert="horz" lIns="93172" tIns="46586" rIns="93172" bIns="46586" rtlCol="0"/>
          <a:lstStyle>
            <a:lvl1pPr algn="r">
              <a:defRPr sz="1200"/>
            </a:lvl1pPr>
          </a:lstStyle>
          <a:p>
            <a:fld id="{4888D498-CA9B-8D40-B07D-EB92BE597C17}" type="datetimeFigureOut">
              <a:rPr lang="en-US" smtClean="0"/>
              <a:t>9/26/2025</a:t>
            </a:fld>
            <a:endParaRPr lang="en-US"/>
          </a:p>
        </p:txBody>
      </p:sp>
    </p:spTree>
    <p:extLst>
      <p:ext uri="{BB962C8B-B14F-4D97-AF65-F5344CB8AC3E}">
        <p14:creationId xmlns:p14="http://schemas.microsoft.com/office/powerpoint/2010/main" val="61527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2" tIns="46586" rIns="93172" bIns="46586" rtlCol="0"/>
          <a:lstStyle>
            <a:lvl1pPr algn="r">
              <a:defRPr sz="1200"/>
            </a:lvl1pPr>
          </a:lstStyle>
          <a:p>
            <a:fld id="{13AAC0AE-F2B6-6846-ABA1-89ECC7B4183F}" type="datetimeFigureOut">
              <a:rPr lang="en-US" smtClean="0"/>
              <a:t>9/26/2025</a:t>
            </a:fld>
            <a:endParaRPr lang="en-US"/>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2" tIns="46586" rIns="93172" bIns="46586" rtlCol="0" anchor="b"/>
          <a:lstStyle>
            <a:lvl1pPr algn="r">
              <a:defRPr sz="1200"/>
            </a:lvl1pPr>
          </a:lstStyle>
          <a:p>
            <a:fld id="{75EC4D74-3CE0-A14E-94A9-E88D6AC0C899}" type="slidenum">
              <a:rPr lang="en-US" smtClean="0"/>
              <a:t>‹#›</a:t>
            </a:fld>
            <a:endParaRPr lang="en-US"/>
          </a:p>
        </p:txBody>
      </p:sp>
    </p:spTree>
    <p:extLst>
      <p:ext uri="{BB962C8B-B14F-4D97-AF65-F5344CB8AC3E}">
        <p14:creationId xmlns:p14="http://schemas.microsoft.com/office/powerpoint/2010/main" val="52631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7</a:t>
            </a:fld>
            <a:endParaRPr lang="en-US"/>
          </a:p>
        </p:txBody>
      </p:sp>
    </p:spTree>
    <p:extLst>
      <p:ext uri="{BB962C8B-B14F-4D97-AF65-F5344CB8AC3E}">
        <p14:creationId xmlns:p14="http://schemas.microsoft.com/office/powerpoint/2010/main" val="2162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Land#4</a:t>
            </a:r>
          </a:p>
          <a:p>
            <a:r>
              <a:rPr lang="en-US" dirty="0">
                <a:effectLst/>
              </a:rPr>
              <a:t>Labor#2, #6</a:t>
            </a:r>
          </a:p>
          <a:p>
            <a:r>
              <a:rPr lang="en-US" dirty="0">
                <a:effectLst/>
              </a:rPr>
              <a:t>Capital#3, #5</a:t>
            </a:r>
          </a:p>
          <a:p>
            <a:r>
              <a:rPr lang="en-US" dirty="0">
                <a:effectLst/>
              </a:rPr>
              <a:t>Entrepreneurship#1</a:t>
            </a:r>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75EC4D74-3CE0-A14E-94A9-E88D6AC0C89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42545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Who has read the book Wonder by R.J. Palacio?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Each month we’re going to review the precept that the teacher in that book shared with his class. But we’re going to analyze the meaning of that precept from a business perspective.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At the end of the year after we’ve looked at 10 precepts, one each month, then you will graduate and be off to your adult life. You can email me over the summer or anytime throughout the rest of your life and write your own precept.</a:t>
            </a:r>
          </a:p>
          <a:p>
            <a:pPr lvl="0"/>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Write what you think that precept means in regards to business </a:t>
            </a:r>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75EC4D74-3CE0-A14E-94A9-E88D6AC0C89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967650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E9E2BFF-0B83-4EEC-B349-6032F0DFE8E4}"/>
              </a:ext>
            </a:extLst>
          </p:cNvPr>
          <p:cNvSpPr/>
          <p:nvPr userDrawn="1"/>
        </p:nvSpPr>
        <p:spPr>
          <a:xfrm rot="10800000">
            <a:off x="0" y="0"/>
            <a:ext cx="9144000" cy="5143500"/>
          </a:xfrm>
          <a:prstGeom prst="rect">
            <a:avLst/>
          </a:prstGeom>
          <a:gradFill flip="none" rotWithShape="1">
            <a:gsLst>
              <a:gs pos="0">
                <a:schemeClr val="bg2">
                  <a:lumMod val="50000"/>
                </a:schemeClr>
              </a:gs>
              <a:gs pos="62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18"/>
          <p:cNvSpPr>
            <a:spLocks noGrp="1"/>
          </p:cNvSpPr>
          <p:nvPr>
            <p:ph type="body" sz="quarter" idx="10" hasCustomPrompt="1"/>
          </p:nvPr>
        </p:nvSpPr>
        <p:spPr>
          <a:xfrm>
            <a:off x="1728216" y="3295142"/>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a:t>Click to edit optional sub-header</a:t>
            </a:r>
            <a:br>
              <a:rPr lang="en-US"/>
            </a:br>
            <a:r>
              <a:rPr lang="en-US"/>
              <a:t>Arial, 12pt, sentence case</a:t>
            </a:r>
          </a:p>
        </p:txBody>
      </p:sp>
      <p:sp>
        <p:nvSpPr>
          <p:cNvPr id="9" name="Title 1"/>
          <p:cNvSpPr>
            <a:spLocks noGrp="1"/>
          </p:cNvSpPr>
          <p:nvPr>
            <p:ph type="title" hasCustomPrompt="1"/>
          </p:nvPr>
        </p:nvSpPr>
        <p:spPr>
          <a:xfrm>
            <a:off x="1728216" y="2230871"/>
            <a:ext cx="5687568" cy="952270"/>
          </a:xfrm>
          <a:prstGeom prst="rect">
            <a:avLst/>
          </a:prstGeom>
        </p:spPr>
        <p:txBody>
          <a:bodyPr anchor="b"/>
          <a:lstStyle>
            <a:lvl1pPr algn="ctr">
              <a:defRPr sz="2000" cap="all" baseline="0">
                <a:solidFill>
                  <a:schemeClr val="bg1"/>
                </a:solidFill>
              </a:defRPr>
            </a:lvl1pPr>
          </a:lstStyle>
          <a:p>
            <a:r>
              <a:rPr lang="en-US" dirty="0"/>
              <a:t>TITLE, ARIAL, 20PT, UPPERCASE</a:t>
            </a:r>
          </a:p>
        </p:txBody>
      </p:sp>
      <p:pic>
        <p:nvPicPr>
          <p:cNvPr id="4" name="Picture 3" descr="A picture containing drawing&#10;&#10;Description automatically generated">
            <a:extLst>
              <a:ext uri="{FF2B5EF4-FFF2-40B4-BE49-F238E27FC236}">
                <a16:creationId xmlns:a16="http://schemas.microsoft.com/office/drawing/2014/main" id="{68CD39B6-2E49-4642-967A-D62CD650C9F5}"/>
              </a:ext>
            </a:extLst>
          </p:cNvPr>
          <p:cNvPicPr>
            <a:picLocks noChangeAspect="1"/>
          </p:cNvPicPr>
          <p:nvPr userDrawn="1"/>
        </p:nvPicPr>
        <p:blipFill>
          <a:blip r:embed="rId2"/>
          <a:stretch>
            <a:fillRect/>
          </a:stretch>
        </p:blipFill>
        <p:spPr>
          <a:xfrm>
            <a:off x="4036022" y="424100"/>
            <a:ext cx="1071956" cy="137484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9970196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40087360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294737960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3" name="Picture 2" descr="A large building&#10;&#10;Description automatically generated">
            <a:extLst>
              <a:ext uri="{FF2B5EF4-FFF2-40B4-BE49-F238E27FC236}">
                <a16:creationId xmlns:a16="http://schemas.microsoft.com/office/drawing/2014/main" id="{0F5107FE-B099-49F5-9A06-956B06276127}"/>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36062824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2" name="Picture 1" descr="A large building&#10;&#10;Description automatically generated">
            <a:extLst>
              <a:ext uri="{FF2B5EF4-FFF2-40B4-BE49-F238E27FC236}">
                <a16:creationId xmlns:a16="http://schemas.microsoft.com/office/drawing/2014/main" id="{E1234ECC-ADCC-46AC-9691-CE80D2E9AC5F}"/>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14527766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bullet list">
    <p:spTree>
      <p:nvGrpSpPr>
        <p:cNvPr id="1" name=""/>
        <p:cNvGrpSpPr/>
        <p:nvPr/>
      </p:nvGrpSpPr>
      <p:grpSpPr>
        <a:xfrm>
          <a:off x="0" y="0"/>
          <a:ext cx="0" cy="0"/>
          <a:chOff x="0" y="0"/>
          <a:chExt cx="0" cy="0"/>
        </a:xfrm>
      </p:grpSpPr>
      <p:cxnSp>
        <p:nvCxnSpPr>
          <p:cNvPr id="13" name="Straight Connector 12"/>
          <p:cNvCxnSpPr/>
          <p:nvPr userDrawn="1"/>
        </p:nvCxnSpPr>
        <p:spPr>
          <a:xfrm>
            <a:off x="2793883" y="8682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2793883" y="10206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userDrawn="1"/>
        </p:nvSpPr>
        <p:spPr>
          <a:xfrm>
            <a:off x="509695" y="2243735"/>
            <a:ext cx="2098939" cy="584775"/>
          </a:xfrm>
          <a:prstGeom prst="rect">
            <a:avLst/>
          </a:prstGeom>
          <a:noFill/>
        </p:spPr>
        <p:txBody>
          <a:bodyPr wrap="square" rtlCol="0">
            <a:spAutoFit/>
          </a:bodyPr>
          <a:lstStyle/>
          <a:p>
            <a:pPr algn="ctr"/>
            <a:r>
              <a:rPr lang="en-US" sz="3200">
                <a:solidFill>
                  <a:srgbClr val="2597CB"/>
                </a:solidFill>
              </a:rPr>
              <a:t>AGENDA</a:t>
            </a:r>
            <a:endParaRPr lang="en-US" sz="3200">
              <a:solidFill>
                <a:srgbClr val="2597CB"/>
              </a:solidFill>
              <a:latin typeface="Arial" panose="020B0604020202020204" pitchFamily="34" charset="0"/>
            </a:endParaRPr>
          </a:p>
        </p:txBody>
      </p:sp>
      <p:sp>
        <p:nvSpPr>
          <p:cNvPr id="5" name="Text Placeholder 4"/>
          <p:cNvSpPr>
            <a:spLocks noGrp="1"/>
          </p:cNvSpPr>
          <p:nvPr>
            <p:ph type="body" sz="quarter" idx="13"/>
          </p:nvPr>
        </p:nvSpPr>
        <p:spPr>
          <a:xfrm>
            <a:off x="3233738" y="1075638"/>
            <a:ext cx="5203825" cy="3162035"/>
          </a:xfrm>
        </p:spPr>
        <p:txBody>
          <a:bodyPr/>
          <a:lstStyle>
            <a:lvl1pPr>
              <a:buClr>
                <a:srgbClr val="2597CB"/>
              </a:buClr>
              <a:defRPr>
                <a:solidFill>
                  <a:srgbClr val="414042"/>
                </a:solidFill>
              </a:defRPr>
            </a:lvl1pPr>
            <a:lvl2pPr>
              <a:buClr>
                <a:srgbClr val="2597CB"/>
              </a:buClr>
              <a:defRPr>
                <a:solidFill>
                  <a:srgbClr val="414042"/>
                </a:solidFill>
              </a:defRPr>
            </a:lvl2pPr>
            <a:lvl3pPr>
              <a:buClr>
                <a:srgbClr val="2597CB"/>
              </a:buClr>
              <a:defRPr>
                <a:solidFill>
                  <a:srgbClr val="414042"/>
                </a:solidFill>
              </a:defRPr>
            </a:lvl3pPr>
            <a:lvl4pPr>
              <a:buClr>
                <a:srgbClr val="2597CB"/>
              </a:buClr>
              <a:defRPr/>
            </a:lvl4pPr>
            <a:lvl5pPr>
              <a:buClr>
                <a:srgbClr val="2597CB"/>
              </a:buClr>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91587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col bullets">
    <p:spTree>
      <p:nvGrpSpPr>
        <p:cNvPr id="1" name=""/>
        <p:cNvGrpSpPr/>
        <p:nvPr/>
      </p:nvGrpSpPr>
      <p:grpSpPr>
        <a:xfrm>
          <a:off x="0" y="0"/>
          <a:ext cx="0" cy="0"/>
          <a:chOff x="0" y="0"/>
          <a:chExt cx="0" cy="0"/>
        </a:xfrm>
      </p:grpSpPr>
      <p:sp>
        <p:nvSpPr>
          <p:cNvPr id="4" name="Text Placeholder 3"/>
          <p:cNvSpPr>
            <a:spLocks noGrp="1"/>
          </p:cNvSpPr>
          <p:nvPr>
            <p:ph type="body" sz="quarter" idx="18" hasCustomPrompt="1"/>
          </p:nvPr>
        </p:nvSpPr>
        <p:spPr>
          <a:xfrm>
            <a:off x="692306" y="865565"/>
            <a:ext cx="7746421"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8" name="Straight Connector 7">
            <a:extLst>
              <a:ext uri="{FF2B5EF4-FFF2-40B4-BE49-F238E27FC236}">
                <a16:creationId xmlns:a16="http://schemas.microsoft.com/office/drawing/2014/main" id="{065853EB-037E-4664-B8C6-47A825981E1A}"/>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0037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 blue subtitle">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692306" y="866121"/>
            <a:ext cx="7765894" cy="237970"/>
          </a:xfrm>
          <a:prstGeom prst="rect">
            <a:avLst/>
          </a:prstGeom>
        </p:spPr>
        <p:txBody>
          <a:bodyPr>
            <a:noAutofit/>
          </a:bodyPr>
          <a:lstStyle>
            <a:lvl1pPr marL="0" indent="0">
              <a:spcBef>
                <a:spcPts val="0"/>
              </a:spcBef>
              <a:buNone/>
              <a:defRPr sz="1600" b="0">
                <a:solidFill>
                  <a:schemeClr val="accent3"/>
                </a:solidFill>
              </a:defRPr>
            </a:lvl1pPr>
          </a:lstStyle>
          <a:p>
            <a:pPr lvl="0"/>
            <a:r>
              <a:rPr lang="en-US" dirty="0"/>
              <a:t>Click to enter subtitle</a:t>
            </a:r>
          </a:p>
        </p:txBody>
      </p:sp>
      <p:sp>
        <p:nvSpPr>
          <p:cNvPr id="9" name="Text Placeholder 3">
            <a:extLst>
              <a:ext uri="{FF2B5EF4-FFF2-40B4-BE49-F238E27FC236}">
                <a16:creationId xmlns:a16="http://schemas.microsoft.com/office/drawing/2014/main" id="{FC134C1F-53DF-43C2-AF4D-EE37600EC2CB}"/>
              </a:ext>
            </a:extLst>
          </p:cNvPr>
          <p:cNvSpPr>
            <a:spLocks noGrp="1"/>
          </p:cNvSpPr>
          <p:nvPr>
            <p:ph type="body" sz="quarter" idx="18" hasCustomPrompt="1"/>
          </p:nvPr>
        </p:nvSpPr>
        <p:spPr>
          <a:xfrm>
            <a:off x="692306" y="1207501"/>
            <a:ext cx="7746421" cy="324522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Select &amp; type to begin bullet list</a:t>
            </a:r>
          </a:p>
          <a:p>
            <a:pPr lvl="1"/>
            <a:r>
              <a:rPr lang="en-US"/>
              <a:t>Second level</a:t>
            </a:r>
          </a:p>
          <a:p>
            <a:pPr lvl="2"/>
            <a:r>
              <a:rPr lang="en-US"/>
              <a:t>Third level</a:t>
            </a:r>
          </a:p>
        </p:txBody>
      </p:sp>
      <p:sp>
        <p:nvSpPr>
          <p:cNvPr id="1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11" name="Straight Connector 10">
            <a:extLst>
              <a:ext uri="{FF2B5EF4-FFF2-40B4-BE49-F238E27FC236}">
                <a16:creationId xmlns:a16="http://schemas.microsoft.com/office/drawing/2014/main" id="{AFDCBBB4-8E3B-4C61-976E-98D52FE44A29}"/>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419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sp>
        <p:nvSpPr>
          <p:cNvPr id="15" name="Text Placeholder 3">
            <a:extLst>
              <a:ext uri="{FF2B5EF4-FFF2-40B4-BE49-F238E27FC236}">
                <a16:creationId xmlns:a16="http://schemas.microsoft.com/office/drawing/2014/main" id="{DAC10F0B-0123-4229-8555-D91EFBF8221C}"/>
              </a:ext>
            </a:extLst>
          </p:cNvPr>
          <p:cNvSpPr>
            <a:spLocks noGrp="1"/>
          </p:cNvSpPr>
          <p:nvPr>
            <p:ph type="body" sz="quarter" idx="18" hasCustomPrompt="1"/>
          </p:nvPr>
        </p:nvSpPr>
        <p:spPr>
          <a:xfrm>
            <a:off x="692307" y="865565"/>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16" name="Text Placeholder 3">
            <a:extLst>
              <a:ext uri="{FF2B5EF4-FFF2-40B4-BE49-F238E27FC236}">
                <a16:creationId xmlns:a16="http://schemas.microsoft.com/office/drawing/2014/main" id="{C0598F9A-D406-4367-9FD6-44DB1EEC8496}"/>
              </a:ext>
            </a:extLst>
          </p:cNvPr>
          <p:cNvSpPr>
            <a:spLocks noGrp="1"/>
          </p:cNvSpPr>
          <p:nvPr>
            <p:ph type="body" sz="quarter" idx="19" hasCustomPrompt="1"/>
          </p:nvPr>
        </p:nvSpPr>
        <p:spPr>
          <a:xfrm>
            <a:off x="4652151" y="857250"/>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Click to edit Master text styles</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70343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384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1" y="246889"/>
            <a:ext cx="8532055" cy="4647614"/>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ounded Rectangle 9"/>
          <p:cNvSpPr/>
          <p:nvPr/>
        </p:nvSpPr>
        <p:spPr>
          <a:xfrm>
            <a:off x="418597" y="325622"/>
            <a:ext cx="8306809" cy="233172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4"/>
          <p:cNvSpPr>
            <a:spLocks noGrp="1"/>
          </p:cNvSpPr>
          <p:nvPr>
            <p:ph type="ctrTitle"/>
          </p:nvPr>
        </p:nvSpPr>
        <p:spPr>
          <a:xfrm>
            <a:off x="722376" y="1365155"/>
            <a:ext cx="7772400" cy="13716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a:t>Click to edit Master title style</a:t>
            </a:r>
          </a:p>
        </p:txBody>
      </p:sp>
      <p:sp>
        <p:nvSpPr>
          <p:cNvPr id="20" name="Subtitle 19"/>
          <p:cNvSpPr>
            <a:spLocks noGrp="1"/>
          </p:cNvSpPr>
          <p:nvPr>
            <p:ph type="subTitle" idx="1"/>
          </p:nvPr>
        </p:nvSpPr>
        <p:spPr>
          <a:xfrm>
            <a:off x="722376" y="2763774"/>
            <a:ext cx="7772400" cy="6858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19" name="Date Placeholder 18"/>
          <p:cNvSpPr>
            <a:spLocks noGrp="1"/>
          </p:cNvSpPr>
          <p:nvPr>
            <p:ph type="dt" sz="half" idx="10"/>
          </p:nvPr>
        </p:nvSpPr>
        <p:spPr/>
        <p:txBody>
          <a:bodyPr/>
          <a:lstStyle/>
          <a:p>
            <a:fld id="{0D75E22B-69BB-4187-9060-9553E22B1632}" type="datetimeFigureOut">
              <a:rPr lang="en-US" smtClean="0"/>
              <a:pPr/>
              <a:t>9/26/2025</a:t>
            </a:fld>
            <a:endParaRPr lang="en-US"/>
          </a:p>
        </p:txBody>
      </p:sp>
      <p:sp>
        <p:nvSpPr>
          <p:cNvPr id="8" name="Footer Placeholder 7"/>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29C801A6-A6FE-4045-85E4-EFC96C43979C}" type="slidenum">
              <a:rPr lang="en-US" smtClean="0"/>
              <a:pPr/>
              <a:t>‹#›</a:t>
            </a:fld>
            <a:endParaRPr lang="en-US"/>
          </a:p>
        </p:txBody>
      </p:sp>
    </p:spTree>
    <p:extLst>
      <p:ext uri="{BB962C8B-B14F-4D97-AF65-F5344CB8AC3E}">
        <p14:creationId xmlns:p14="http://schemas.microsoft.com/office/powerpoint/2010/main" val="1256175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3737610"/>
            <a:ext cx="8183880" cy="788670"/>
          </a:xfrm>
        </p:spPr>
        <p:txBody>
          <a:bodyPr/>
          <a:lstStyle/>
          <a:p>
            <a:r>
              <a:rPr kumimoji="0" lang="en-US"/>
              <a:t>Click to edit Master title style</a:t>
            </a:r>
          </a:p>
        </p:txBody>
      </p:sp>
      <p:sp>
        <p:nvSpPr>
          <p:cNvPr id="3" name="Content Placeholder 2"/>
          <p:cNvSpPr>
            <a:spLocks noGrp="1"/>
          </p:cNvSpPr>
          <p:nvPr>
            <p:ph idx="1"/>
          </p:nvPr>
        </p:nvSpPr>
        <p:spPr>
          <a:xfrm>
            <a:off x="502920" y="397764"/>
            <a:ext cx="8183880" cy="314096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D75E22B-69BB-4187-9060-9553E22B1632}"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C801A6-A6FE-4045-85E4-EFC96C43979C}" type="slidenum">
              <a:rPr lang="en-US" smtClean="0"/>
              <a:pPr/>
              <a:t>‹#›</a:t>
            </a:fld>
            <a:endParaRPr lang="en-US"/>
          </a:p>
        </p:txBody>
      </p:sp>
    </p:spTree>
    <p:extLst>
      <p:ext uri="{BB962C8B-B14F-4D97-AF65-F5344CB8AC3E}">
        <p14:creationId xmlns:p14="http://schemas.microsoft.com/office/powerpoint/2010/main" val="1942191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1" y="246889"/>
            <a:ext cx="8532055" cy="4647614"/>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ed Rectangle 10"/>
          <p:cNvSpPr/>
          <p:nvPr/>
        </p:nvSpPr>
        <p:spPr>
          <a:xfrm>
            <a:off x="418597" y="325622"/>
            <a:ext cx="8306809" cy="3255997"/>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68344" y="3696462"/>
            <a:ext cx="8183880" cy="507492"/>
          </a:xfrm>
        </p:spPr>
        <p:txBody>
          <a:bodyPr lIns="91440" bIns="0" anchor="b"/>
          <a:lstStyle>
            <a:lvl1pPr algn="l">
              <a:buNone/>
              <a:defRPr sz="3600" b="0" cap="none" baseline="0">
                <a:solidFill>
                  <a:schemeClr val="bg2">
                    <a:shade val="25000"/>
                  </a:schemeClr>
                </a:solidFill>
                <a:effectLst/>
              </a:defRPr>
            </a:lvl1pPr>
            <a:extLst/>
          </a:lstStyle>
          <a:p>
            <a:r>
              <a:rPr kumimoji="0" lang="en-US"/>
              <a:t>Click to edit Master title style</a:t>
            </a:r>
          </a:p>
        </p:txBody>
      </p:sp>
      <p:sp>
        <p:nvSpPr>
          <p:cNvPr id="3" name="Text Placeholder 2"/>
          <p:cNvSpPr>
            <a:spLocks noGrp="1"/>
          </p:cNvSpPr>
          <p:nvPr>
            <p:ph type="body" idx="1"/>
          </p:nvPr>
        </p:nvSpPr>
        <p:spPr>
          <a:xfrm>
            <a:off x="468344" y="4218363"/>
            <a:ext cx="8183880" cy="315468"/>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D75E22B-69BB-4187-9060-9553E22B1632}"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C801A6-A6FE-4045-85E4-EFC96C43979C}" type="slidenum">
              <a:rPr lang="en-US" smtClean="0"/>
              <a:pPr/>
              <a:t>‹#›</a:t>
            </a:fld>
            <a:endParaRPr lang="en-US"/>
          </a:p>
        </p:txBody>
      </p:sp>
    </p:spTree>
    <p:extLst>
      <p:ext uri="{BB962C8B-B14F-4D97-AF65-F5344CB8AC3E}">
        <p14:creationId xmlns:p14="http://schemas.microsoft.com/office/powerpoint/2010/main" val="1596812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514352" y="397764"/>
            <a:ext cx="3931920" cy="329184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755360" y="397764"/>
            <a:ext cx="3931920" cy="329184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D75E22B-69BB-4187-9060-9553E22B1632}" type="datetimeFigureOut">
              <a:rPr lang="en-US" smtClean="0"/>
              <a:pPr/>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C801A6-A6FE-4045-85E4-EFC96C43979C}" type="slidenum">
              <a:rPr lang="en-US" smtClean="0"/>
              <a:pPr/>
              <a:t>‹#›</a:t>
            </a:fld>
            <a:endParaRPr lang="en-US"/>
          </a:p>
        </p:txBody>
      </p:sp>
    </p:spTree>
    <p:extLst>
      <p:ext uri="{BB962C8B-B14F-4D97-AF65-F5344CB8AC3E}">
        <p14:creationId xmlns:p14="http://schemas.microsoft.com/office/powerpoint/2010/main" val="732209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3737610"/>
            <a:ext cx="8183880" cy="788670"/>
          </a:xfrm>
        </p:spPr>
        <p:txBody>
          <a:bodyPr anchor="b"/>
          <a:lstStyle>
            <a:lvl1pPr>
              <a:defRPr b="1"/>
            </a:lvl1pPr>
            <a:extLst/>
          </a:lstStyle>
          <a:p>
            <a:r>
              <a:rPr kumimoji="0" lang="en-US"/>
              <a:t>Click to edit Master title style</a:t>
            </a:r>
          </a:p>
        </p:txBody>
      </p:sp>
      <p:sp>
        <p:nvSpPr>
          <p:cNvPr id="3" name="Text Placeholder 2"/>
          <p:cNvSpPr>
            <a:spLocks noGrp="1"/>
          </p:cNvSpPr>
          <p:nvPr>
            <p:ph type="body" idx="1"/>
          </p:nvPr>
        </p:nvSpPr>
        <p:spPr>
          <a:xfrm>
            <a:off x="607224" y="434578"/>
            <a:ext cx="3931920" cy="59412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52169" y="434578"/>
            <a:ext cx="3931920" cy="59412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7224" y="1085850"/>
            <a:ext cx="3931920" cy="261747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52169" y="1085850"/>
            <a:ext cx="3931920" cy="261747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D75E22B-69BB-4187-9060-9553E22B1632}" type="datetimeFigureOut">
              <a:rPr lang="en-US" smtClean="0"/>
              <a:pPr/>
              <a:t>9/26/2025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C801A6-A6FE-4045-85E4-EFC96C43979C}" type="slidenum">
              <a:rPr lang="en-US" smtClean="0"/>
              <a:pPr/>
              <a:t>‹#›</a:t>
            </a:fld>
            <a:endParaRPr lang="en-US"/>
          </a:p>
        </p:txBody>
      </p:sp>
    </p:spTree>
    <p:extLst>
      <p:ext uri="{BB962C8B-B14F-4D97-AF65-F5344CB8AC3E}">
        <p14:creationId xmlns:p14="http://schemas.microsoft.com/office/powerpoint/2010/main" val="34230920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0D75E22B-69BB-4187-9060-9553E22B1632}" type="datetimeFigureOut">
              <a:rPr lang="en-US" smtClean="0"/>
              <a:pPr/>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C801A6-A6FE-4045-85E4-EFC96C43979C}" type="slidenum">
              <a:rPr lang="en-US" smtClean="0"/>
              <a:pPr/>
              <a:t>‹#›</a:t>
            </a:fld>
            <a:endParaRPr lang="en-US"/>
          </a:p>
        </p:txBody>
      </p:sp>
    </p:spTree>
    <p:extLst>
      <p:ext uri="{BB962C8B-B14F-4D97-AF65-F5344CB8AC3E}">
        <p14:creationId xmlns:p14="http://schemas.microsoft.com/office/powerpoint/2010/main" val="2233459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1" y="246889"/>
            <a:ext cx="8532055" cy="4647614"/>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0D75E22B-69BB-4187-9060-9553E22B1632}" type="datetimeFigureOut">
              <a:rPr lang="en-US" smtClean="0"/>
              <a:pPr/>
              <a:t>9/26/2025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C801A6-A6FE-4045-85E4-EFC96C43979C}" type="slidenum">
              <a:rPr lang="en-US" smtClean="0"/>
              <a:pPr/>
              <a:t>‹#›</a:t>
            </a:fld>
            <a:endParaRPr lang="en-US"/>
          </a:p>
        </p:txBody>
      </p:sp>
    </p:spTree>
    <p:extLst>
      <p:ext uri="{BB962C8B-B14F-4D97-AF65-F5344CB8AC3E}">
        <p14:creationId xmlns:p14="http://schemas.microsoft.com/office/powerpoint/2010/main" val="35400306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400050"/>
            <a:ext cx="2971800" cy="685800"/>
          </a:xfrm>
        </p:spPr>
        <p:txBody>
          <a:bodyPr anchor="b"/>
          <a:lstStyle>
            <a:lvl1pPr algn="l">
              <a:buNone/>
              <a:defRPr sz="2200" b="1">
                <a:solidFill>
                  <a:schemeClr val="accent1"/>
                </a:solidFill>
              </a:defRPr>
            </a:lvl1pPr>
            <a:extLst/>
          </a:lstStyle>
          <a:p>
            <a:r>
              <a:rPr kumimoji="0" lang="en-US"/>
              <a:t>Click to edit Master title style</a:t>
            </a:r>
          </a:p>
        </p:txBody>
      </p:sp>
      <p:sp>
        <p:nvSpPr>
          <p:cNvPr id="3" name="Text Placeholder 2"/>
          <p:cNvSpPr>
            <a:spLocks noGrp="1"/>
          </p:cNvSpPr>
          <p:nvPr>
            <p:ph type="body" idx="2"/>
          </p:nvPr>
        </p:nvSpPr>
        <p:spPr>
          <a:xfrm>
            <a:off x="5538847" y="1085852"/>
            <a:ext cx="2971800" cy="3154584"/>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1"/>
          </p:nvPr>
        </p:nvSpPr>
        <p:spPr>
          <a:xfrm>
            <a:off x="761373" y="697608"/>
            <a:ext cx="4626159" cy="35433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D75E22B-69BB-4187-9060-9553E22B1632}" type="datetimeFigureOut">
              <a:rPr lang="en-US" smtClean="0"/>
              <a:pPr/>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C801A6-A6FE-4045-85E4-EFC96C43979C}" type="slidenum">
              <a:rPr lang="en-US" smtClean="0"/>
              <a:pPr/>
              <a:t>‹#›</a:t>
            </a:fld>
            <a:endParaRPr lang="en-US"/>
          </a:p>
        </p:txBody>
      </p:sp>
    </p:spTree>
    <p:extLst>
      <p:ext uri="{BB962C8B-B14F-4D97-AF65-F5344CB8AC3E}">
        <p14:creationId xmlns:p14="http://schemas.microsoft.com/office/powerpoint/2010/main" val="11876883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1" y="246889"/>
            <a:ext cx="8532055" cy="4647614"/>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 Single Corner Rectangle 10"/>
          <p:cNvSpPr/>
          <p:nvPr/>
        </p:nvSpPr>
        <p:spPr>
          <a:xfrm>
            <a:off x="6400801" y="325622"/>
            <a:ext cx="2324605" cy="325755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57200" y="3759042"/>
            <a:ext cx="8229600" cy="788670"/>
          </a:xfrm>
        </p:spPr>
        <p:txBody>
          <a:bodyPr anchor="t"/>
          <a:lstStyle>
            <a:lvl1pPr algn="l">
              <a:buNone/>
              <a:defRPr sz="3600" b="0">
                <a:solidFill>
                  <a:schemeClr val="bg2">
                    <a:shade val="25000"/>
                  </a:schemeClr>
                </a:solidFill>
                <a:effectLst/>
              </a:defRPr>
            </a:lvl1pPr>
            <a:extLst/>
          </a:lstStyle>
          <a:p>
            <a:r>
              <a:rPr kumimoji="0" lang="en-US"/>
              <a:t>Click to edit Master title style</a:t>
            </a:r>
          </a:p>
        </p:txBody>
      </p:sp>
      <p:sp>
        <p:nvSpPr>
          <p:cNvPr id="4" name="Text Placeholder 3"/>
          <p:cNvSpPr>
            <a:spLocks noGrp="1"/>
          </p:cNvSpPr>
          <p:nvPr>
            <p:ph type="body" sz="half" idx="2"/>
          </p:nvPr>
        </p:nvSpPr>
        <p:spPr bwMode="grayWhite">
          <a:xfrm>
            <a:off x="6462712" y="400050"/>
            <a:ext cx="2240280" cy="315861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D75E22B-69BB-4187-9060-9553E22B1632}" type="datetimeFigureOut">
              <a:rPr lang="en-US" smtClean="0"/>
              <a:pPr/>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C801A6-A6FE-4045-85E4-EFC96C43979C}" type="slidenum">
              <a:rPr lang="en-US" smtClean="0"/>
              <a:pPr/>
              <a:t>‹#›</a:t>
            </a:fld>
            <a:endParaRPr lang="en-US"/>
          </a:p>
        </p:txBody>
      </p:sp>
      <p:sp>
        <p:nvSpPr>
          <p:cNvPr id="3" name="Picture Placeholder 2"/>
          <p:cNvSpPr>
            <a:spLocks noGrp="1"/>
          </p:cNvSpPr>
          <p:nvPr>
            <p:ph type="pic" idx="1"/>
          </p:nvPr>
        </p:nvSpPr>
        <p:spPr>
          <a:xfrm>
            <a:off x="421480" y="326826"/>
            <a:ext cx="5925312" cy="325755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a:t>Click icon to add picture</a:t>
            </a:r>
          </a:p>
        </p:txBody>
      </p:sp>
    </p:spTree>
    <p:extLst>
      <p:ext uri="{BB962C8B-B14F-4D97-AF65-F5344CB8AC3E}">
        <p14:creationId xmlns:p14="http://schemas.microsoft.com/office/powerpoint/2010/main" val="9552767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3737610"/>
            <a:ext cx="8183880" cy="788670"/>
          </a:xfrm>
        </p:spPr>
        <p:txBody>
          <a:bodyPr/>
          <a:lstStyle/>
          <a:p>
            <a:r>
              <a:rPr kumimoji="0" lang="en-US"/>
              <a:t>Click to edit Master title style</a:t>
            </a:r>
          </a:p>
        </p:txBody>
      </p:sp>
      <p:sp>
        <p:nvSpPr>
          <p:cNvPr id="3" name="Vertical Text Placeholder 2"/>
          <p:cNvSpPr>
            <a:spLocks noGrp="1"/>
          </p:cNvSpPr>
          <p:nvPr>
            <p:ph type="body" orient="vert" idx="1"/>
          </p:nvPr>
        </p:nvSpPr>
        <p:spPr>
          <a:xfrm>
            <a:off x="502920" y="397764"/>
            <a:ext cx="8183880" cy="31409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D75E22B-69BB-4187-9060-9553E22B1632}"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C801A6-A6FE-4045-85E4-EFC96C43979C}" type="slidenum">
              <a:rPr lang="en-US" smtClean="0"/>
              <a:pPr/>
              <a:t>‹#›</a:t>
            </a:fld>
            <a:endParaRPr lang="en-US"/>
          </a:p>
        </p:txBody>
      </p:sp>
    </p:spTree>
    <p:extLst>
      <p:ext uri="{BB962C8B-B14F-4D97-AF65-F5344CB8AC3E}">
        <p14:creationId xmlns:p14="http://schemas.microsoft.com/office/powerpoint/2010/main" val="1037556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00054"/>
            <a:ext cx="1981200" cy="3943349"/>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533400" y="400052"/>
            <a:ext cx="5943600" cy="394335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D75E22B-69BB-4187-9060-9553E22B1632}"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C801A6-A6FE-4045-85E4-EFC96C43979C}" type="slidenum">
              <a:rPr lang="en-US" smtClean="0"/>
              <a:pPr/>
              <a:t>‹#›</a:t>
            </a:fld>
            <a:endParaRPr lang="en-US"/>
          </a:p>
        </p:txBody>
      </p:sp>
    </p:spTree>
    <p:extLst>
      <p:ext uri="{BB962C8B-B14F-4D97-AF65-F5344CB8AC3E}">
        <p14:creationId xmlns:p14="http://schemas.microsoft.com/office/powerpoint/2010/main" val="504017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329980979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6.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5.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DFE816-852F-4EC5-8BA8-2C49BCA56D83}"/>
              </a:ext>
            </a:extLst>
          </p:cNvPr>
          <p:cNvSpPr/>
          <p:nvPr userDrawn="1"/>
        </p:nvSpPr>
        <p:spPr>
          <a:xfrm>
            <a:off x="0" y="4827579"/>
            <a:ext cx="9144000" cy="323236"/>
          </a:xfrm>
          <a:prstGeom prst="rect">
            <a:avLst/>
          </a:prstGeom>
          <a:solidFill>
            <a:srgbClr val="DBD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94944" y="164592"/>
            <a:ext cx="7735824" cy="384048"/>
          </a:xfrm>
          <a:prstGeom prst="rect">
            <a:avLst/>
          </a:prstGeom>
        </p:spPr>
        <p:txBody>
          <a:bodyPr vert="horz" lIns="0" tIns="0" rIns="0" bIns="0" rtlCol="0" anchor="ctr">
            <a:noAutofit/>
          </a:bodyPr>
          <a:lstStyle/>
          <a:p>
            <a:r>
              <a:rPr lang="en-US" dirty="0"/>
              <a:t>Click to edit Master title style42</a:t>
            </a:r>
          </a:p>
        </p:txBody>
      </p:sp>
      <p:sp>
        <p:nvSpPr>
          <p:cNvPr id="24" name="Text Placeholder 23"/>
          <p:cNvSpPr>
            <a:spLocks noGrp="1"/>
          </p:cNvSpPr>
          <p:nvPr>
            <p:ph type="body" idx="1"/>
          </p:nvPr>
        </p:nvSpPr>
        <p:spPr>
          <a:xfrm>
            <a:off x="685800" y="865565"/>
            <a:ext cx="7759699" cy="376676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TextBox 5">
            <a:extLst>
              <a:ext uri="{FF2B5EF4-FFF2-40B4-BE49-F238E27FC236}">
                <a16:creationId xmlns:a16="http://schemas.microsoft.com/office/drawing/2014/main" id="{ED650B3E-7DA0-47E4-9748-B24A0208F1CA}"/>
              </a:ext>
            </a:extLst>
          </p:cNvPr>
          <p:cNvSpPr txBox="1"/>
          <p:nvPr userDrawn="1"/>
        </p:nvSpPr>
        <p:spPr>
          <a:xfrm>
            <a:off x="8360163" y="4923587"/>
            <a:ext cx="496793" cy="110639"/>
          </a:xfrm>
          <a:prstGeom prst="rect">
            <a:avLst/>
          </a:prstGeom>
          <a:noFill/>
        </p:spPr>
        <p:txBody>
          <a:bodyPr wrap="square" lIns="0" tIns="0" rIns="0" bIns="0" rtlCol="0">
            <a:spAutoFit/>
          </a:bodyPr>
          <a:lstStyle/>
          <a:p>
            <a:pPr algn="r"/>
            <a:fld id="{198DCDC1-55DC-4367-A313-31C40E88617A}" type="slidenum">
              <a:rPr lang="en-US" sz="700" smtClean="0">
                <a:solidFill>
                  <a:srgbClr val="414042"/>
                </a:solidFill>
              </a:rPr>
              <a:t>‹#›</a:t>
            </a:fld>
            <a:endParaRPr lang="en-US" sz="700" dirty="0">
              <a:solidFill>
                <a:srgbClr val="414042"/>
              </a:solidFill>
            </a:endParaRPr>
          </a:p>
        </p:txBody>
      </p:sp>
      <p:sp>
        <p:nvSpPr>
          <p:cNvPr id="4" name="TextBox 3">
            <a:extLst>
              <a:ext uri="{FF2B5EF4-FFF2-40B4-BE49-F238E27FC236}">
                <a16:creationId xmlns:a16="http://schemas.microsoft.com/office/drawing/2014/main" id="{BCE7DAE6-672D-4E30-B617-4C20C7FB20BD}"/>
              </a:ext>
            </a:extLst>
          </p:cNvPr>
          <p:cNvSpPr txBox="1"/>
          <p:nvPr userDrawn="1"/>
        </p:nvSpPr>
        <p:spPr>
          <a:xfrm>
            <a:off x="194553" y="4260715"/>
            <a:ext cx="184731" cy="276999"/>
          </a:xfrm>
          <a:prstGeom prst="rect">
            <a:avLst/>
          </a:prstGeom>
          <a:noFill/>
        </p:spPr>
        <p:txBody>
          <a:bodyPr wrap="none" rtlCol="0">
            <a:spAutoFit/>
          </a:bodyPr>
          <a:lstStyle/>
          <a:p>
            <a:endParaRPr lang="en-US" sz="1200" dirty="0" err="1">
              <a:latin typeface="Arial" panose="020B0604020202020204" pitchFamily="34" charset="0"/>
            </a:endParaRPr>
          </a:p>
        </p:txBody>
      </p:sp>
      <p:sp>
        <p:nvSpPr>
          <p:cNvPr id="10" name="TextBox 9">
            <a:extLst>
              <a:ext uri="{FF2B5EF4-FFF2-40B4-BE49-F238E27FC236}">
                <a16:creationId xmlns:a16="http://schemas.microsoft.com/office/drawing/2014/main" id="{86686789-9FDA-46BC-9875-217FC8534140}"/>
              </a:ext>
            </a:extLst>
          </p:cNvPr>
          <p:cNvSpPr txBox="1"/>
          <p:nvPr userDrawn="1"/>
        </p:nvSpPr>
        <p:spPr>
          <a:xfrm>
            <a:off x="694944" y="4866086"/>
            <a:ext cx="3384260"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Business &amp; Marketing, Economics, and Digital Marketing</a:t>
            </a:r>
          </a:p>
        </p:txBody>
      </p:sp>
      <p:sp>
        <p:nvSpPr>
          <p:cNvPr id="11" name="TextBox 10">
            <a:extLst>
              <a:ext uri="{FF2B5EF4-FFF2-40B4-BE49-F238E27FC236}">
                <a16:creationId xmlns:a16="http://schemas.microsoft.com/office/drawing/2014/main" id="{AAB75B59-9310-4D12-B8AB-3D539D27C359}"/>
              </a:ext>
            </a:extLst>
          </p:cNvPr>
          <p:cNvSpPr txBox="1"/>
          <p:nvPr userDrawn="1"/>
        </p:nvSpPr>
        <p:spPr>
          <a:xfrm>
            <a:off x="7774169" y="4855795"/>
            <a:ext cx="784189"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2020/2021</a:t>
            </a:r>
          </a:p>
        </p:txBody>
      </p:sp>
      <p:pic>
        <p:nvPicPr>
          <p:cNvPr id="21" name="Picture 20" descr="A picture containing drawing&#10;&#10;Description automatically generated">
            <a:extLst>
              <a:ext uri="{FF2B5EF4-FFF2-40B4-BE49-F238E27FC236}">
                <a16:creationId xmlns:a16="http://schemas.microsoft.com/office/drawing/2014/main" id="{F4D7F0F3-F14F-4231-B370-8C5A4CDF590F}"/>
              </a:ext>
            </a:extLst>
          </p:cNvPr>
          <p:cNvPicPr>
            <a:picLocks noChangeAspect="1"/>
          </p:cNvPicPr>
          <p:nvPr userDrawn="1"/>
        </p:nvPicPr>
        <p:blipFill>
          <a:blip r:embed="rId14"/>
          <a:stretch>
            <a:fillRect/>
          </a:stretch>
        </p:blipFill>
        <p:spPr>
          <a:xfrm>
            <a:off x="130075" y="4500484"/>
            <a:ext cx="416155" cy="53374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85382473"/>
      </p:ext>
    </p:extLst>
  </p:cSld>
  <p:clrMap bg1="lt1" tx1="dk1" bg2="lt2" tx2="dk2" accent1="accent1" accent2="accent2" accent3="accent3" accent4="accent4" accent5="accent5" accent6="accent6" hlink="hlink" folHlink="folHlink"/>
  <p:sldLayoutIdLst>
    <p:sldLayoutId id="2147483831" r:id="rId1"/>
    <p:sldLayoutId id="2147483846" r:id="rId2"/>
    <p:sldLayoutId id="2147483847" r:id="rId3"/>
    <p:sldLayoutId id="2147483844" r:id="rId4"/>
    <p:sldLayoutId id="2147483845" r:id="rId5"/>
    <p:sldLayoutId id="2147483834" r:id="rId6"/>
    <p:sldLayoutId id="2147483836" r:id="rId7"/>
    <p:sldLayoutId id="2147483839" r:id="rId8"/>
    <p:sldLayoutId id="2147483782" r:id="rId9"/>
    <p:sldLayoutId id="2147483848" r:id="rId10"/>
    <p:sldLayoutId id="2147483818" r:id="rId11"/>
  </p:sldLayoutIdLst>
  <p:hf hdr="0" ftr="0" dt="0"/>
  <p:txStyles>
    <p:titleStyle>
      <a:lvl1pPr algn="l" defTabSz="914400" rtl="0" eaLnBrk="1" latinLnBrk="0" hangingPunct="1">
        <a:lnSpc>
          <a:spcPct val="90000"/>
        </a:lnSpc>
        <a:spcBef>
          <a:spcPct val="0"/>
        </a:spcBef>
        <a:buNone/>
        <a:defRPr sz="2000" kern="1200">
          <a:solidFill>
            <a:schemeClr val="bg1"/>
          </a:solidFill>
          <a:latin typeface="Arial" charset="0"/>
          <a:ea typeface="Arial" charset="0"/>
          <a:cs typeface="Arial" charset="0"/>
        </a:defRPr>
      </a:lvl1pPr>
    </p:titleStyle>
    <p:bodyStyle>
      <a:lvl1pPr marL="228600" indent="-228600" algn="l" defTabSz="914400" rtl="0" eaLnBrk="1" latinLnBrk="0" hangingPunct="1">
        <a:lnSpc>
          <a:spcPct val="90000"/>
        </a:lnSpc>
        <a:spcBef>
          <a:spcPts val="1000"/>
        </a:spcBef>
        <a:buClr>
          <a:srgbClr val="2597CB"/>
        </a:buClr>
        <a:buSzPct val="140000"/>
        <a:buFont typeface="Arial"/>
        <a:buChar char="•"/>
        <a:defRPr sz="1600" kern="1200">
          <a:solidFill>
            <a:srgbClr val="414042"/>
          </a:solidFill>
          <a:latin typeface="Arial" charset="0"/>
          <a:ea typeface="Arial" charset="0"/>
          <a:cs typeface="Arial" charset="0"/>
        </a:defRPr>
      </a:lvl1pPr>
      <a:lvl2pPr marL="687388" indent="-234950" algn="l" defTabSz="914400" rtl="0" eaLnBrk="1" latinLnBrk="0" hangingPunct="1">
        <a:lnSpc>
          <a:spcPct val="90000"/>
        </a:lnSpc>
        <a:spcBef>
          <a:spcPts val="500"/>
        </a:spcBef>
        <a:buClr>
          <a:srgbClr val="2597CB"/>
        </a:buClr>
        <a:buFont typeface="Courier New" charset="0"/>
        <a:buChar char="o"/>
        <a:defRPr sz="1400" kern="1200">
          <a:solidFill>
            <a:srgbClr val="414042"/>
          </a:solidFill>
          <a:latin typeface="Arial" charset="0"/>
          <a:ea typeface="Arial" charset="0"/>
          <a:cs typeface="Arial" charset="0"/>
        </a:defRPr>
      </a:lvl2pPr>
      <a:lvl3pPr marL="1141413" indent="-230188" algn="l" defTabSz="914400" rtl="0" eaLnBrk="1" latinLnBrk="0" hangingPunct="1">
        <a:lnSpc>
          <a:spcPct val="90000"/>
        </a:lnSpc>
        <a:spcBef>
          <a:spcPts val="500"/>
        </a:spcBef>
        <a:buClr>
          <a:srgbClr val="2597CB"/>
        </a:buClr>
        <a:buFont typeface="Arial"/>
        <a:buChar char="•"/>
        <a:defRPr sz="1200" kern="1200">
          <a:solidFill>
            <a:srgbClr val="414042"/>
          </a:solidFill>
          <a:latin typeface="Arial" charset="0"/>
          <a:ea typeface="Arial" charset="0"/>
          <a:cs typeface="Arial" charset="0"/>
        </a:defRPr>
      </a:lvl3pPr>
      <a:lvl4pPr marL="1601788" indent="-228600" algn="l" defTabSz="914400" rtl="0" eaLnBrk="1" latinLnBrk="0" hangingPunct="1">
        <a:lnSpc>
          <a:spcPct val="90000"/>
        </a:lnSpc>
        <a:spcBef>
          <a:spcPts val="500"/>
        </a:spcBef>
        <a:buClr>
          <a:srgbClr val="703F85"/>
        </a:buClr>
        <a:buSzPct val="60000"/>
        <a:buFont typeface="Courier New" charset="0"/>
        <a:buChar char="o"/>
        <a:defRPr sz="1100" kern="1200">
          <a:solidFill>
            <a:schemeClr val="tx1"/>
          </a:solidFill>
          <a:latin typeface="Arial" charset="0"/>
          <a:ea typeface="Arial" charset="0"/>
          <a:cs typeface="Arial" charset="0"/>
        </a:defRPr>
      </a:lvl4pPr>
      <a:lvl5pPr marL="2055813" indent="-230188" algn="l" defTabSz="914400" rtl="0" eaLnBrk="1" latinLnBrk="0" hangingPunct="1">
        <a:lnSpc>
          <a:spcPct val="90000"/>
        </a:lnSpc>
        <a:spcBef>
          <a:spcPts val="500"/>
        </a:spcBef>
        <a:buClr>
          <a:srgbClr val="703F85"/>
        </a:buClr>
        <a:buFont typeface="Arial"/>
        <a:buChar char="•"/>
        <a:defRPr sz="11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p15:clr>
            <a:srgbClr val="F26B43"/>
          </p15:clr>
        </p15:guide>
        <p15:guide id="2" pos="5328" userDrawn="1">
          <p15:clr>
            <a:srgbClr val="F26B43"/>
          </p15:clr>
        </p15:guide>
        <p15:guide id="4" orient="horz" pos="540">
          <p15:clr>
            <a:srgbClr val="F26B43"/>
          </p15:clr>
        </p15:guide>
        <p15:guide id="5" orient="horz" pos="3156" userDrawn="1">
          <p15:clr>
            <a:srgbClr val="F26B43"/>
          </p15:clr>
        </p15:guide>
        <p15:guide id="6" pos="2880" userDrawn="1">
          <p15:clr>
            <a:srgbClr val="F26B43"/>
          </p15:clr>
        </p15:guide>
        <p15:guide id="7" orient="horz" pos="171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1" y="246889"/>
            <a:ext cx="8532055" cy="4647614"/>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ounded Rectangle 8"/>
          <p:cNvSpPr/>
          <p:nvPr/>
        </p:nvSpPr>
        <p:spPr>
          <a:xfrm>
            <a:off x="418597" y="325622"/>
            <a:ext cx="8306809" cy="41148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Title Placeholder 12"/>
          <p:cNvSpPr>
            <a:spLocks noGrp="1"/>
          </p:cNvSpPr>
          <p:nvPr>
            <p:ph type="title"/>
          </p:nvPr>
        </p:nvSpPr>
        <p:spPr>
          <a:xfrm>
            <a:off x="502920" y="3739193"/>
            <a:ext cx="8183880" cy="788670"/>
          </a:xfrm>
          <a:prstGeom prst="rect">
            <a:avLst/>
          </a:prstGeom>
        </p:spPr>
        <p:txBody>
          <a:bodyPr vert="horz" anchor="b">
            <a:normAutofit/>
          </a:bodyPr>
          <a:lstStyle/>
          <a:p>
            <a:r>
              <a:rPr kumimoji="0" lang="en-US"/>
              <a:t>Click to edit Master title style</a:t>
            </a:r>
          </a:p>
        </p:txBody>
      </p:sp>
      <p:sp>
        <p:nvSpPr>
          <p:cNvPr id="4" name="Text Placeholder 3"/>
          <p:cNvSpPr>
            <a:spLocks noGrp="1"/>
          </p:cNvSpPr>
          <p:nvPr>
            <p:ph type="body" idx="1"/>
          </p:nvPr>
        </p:nvSpPr>
        <p:spPr>
          <a:xfrm>
            <a:off x="502920" y="397764"/>
            <a:ext cx="8183880" cy="3140964"/>
          </a:xfrm>
          <a:prstGeom prst="rect">
            <a:avLst/>
          </a:prstGeom>
        </p:spPr>
        <p:txBody>
          <a:bodyPr vert="horz" lIns="182880" tIns="9144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5" name="Date Placeholder 24"/>
          <p:cNvSpPr>
            <a:spLocks noGrp="1"/>
          </p:cNvSpPr>
          <p:nvPr>
            <p:ph type="dt" sz="half" idx="2"/>
          </p:nvPr>
        </p:nvSpPr>
        <p:spPr>
          <a:xfrm>
            <a:off x="3776328" y="4583907"/>
            <a:ext cx="2286000" cy="273844"/>
          </a:xfrm>
          <a:prstGeom prst="rect">
            <a:avLst/>
          </a:prstGeom>
        </p:spPr>
        <p:txBody>
          <a:bodyPr vert="horz" anchor="b"/>
          <a:lstStyle>
            <a:lvl1pPr algn="r" eaLnBrk="1" latinLnBrk="0" hangingPunct="1">
              <a:defRPr kumimoji="0" sz="1000">
                <a:solidFill>
                  <a:schemeClr val="bg2">
                    <a:shade val="50000"/>
                  </a:schemeClr>
                </a:solidFill>
              </a:defRPr>
            </a:lvl1pPr>
            <a:extLst/>
          </a:lstStyle>
          <a:p>
            <a:fld id="{0D75E22B-69BB-4187-9060-9553E22B1632}" type="datetimeFigureOut">
              <a:rPr lang="en-US" smtClean="0"/>
              <a:pPr/>
              <a:t>9/26/2025</a:t>
            </a:fld>
            <a:endParaRPr lang="en-US"/>
          </a:p>
        </p:txBody>
      </p:sp>
      <p:sp>
        <p:nvSpPr>
          <p:cNvPr id="18" name="Footer Placeholder 17"/>
          <p:cNvSpPr>
            <a:spLocks noGrp="1"/>
          </p:cNvSpPr>
          <p:nvPr>
            <p:ph type="ftr" sz="quarter" idx="3"/>
          </p:nvPr>
        </p:nvSpPr>
        <p:spPr>
          <a:xfrm>
            <a:off x="6062328" y="4583907"/>
            <a:ext cx="2286000" cy="273844"/>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US"/>
          </a:p>
        </p:txBody>
      </p:sp>
      <p:sp>
        <p:nvSpPr>
          <p:cNvPr id="5" name="Slide Number Placeholder 4"/>
          <p:cNvSpPr>
            <a:spLocks noGrp="1"/>
          </p:cNvSpPr>
          <p:nvPr>
            <p:ph type="sldNum" sz="quarter" idx="4"/>
          </p:nvPr>
        </p:nvSpPr>
        <p:spPr>
          <a:xfrm>
            <a:off x="8348328" y="4583907"/>
            <a:ext cx="457200" cy="273844"/>
          </a:xfrm>
          <a:prstGeom prst="rect">
            <a:avLst/>
          </a:prstGeom>
        </p:spPr>
        <p:txBody>
          <a:bodyPr vert="horz" anchor="b"/>
          <a:lstStyle>
            <a:lvl1pPr algn="r" eaLnBrk="1" latinLnBrk="0" hangingPunct="1">
              <a:defRPr kumimoji="0" sz="1000">
                <a:solidFill>
                  <a:schemeClr val="bg2">
                    <a:shade val="50000"/>
                  </a:schemeClr>
                </a:solidFill>
              </a:defRPr>
            </a:lvl1pPr>
            <a:extLst/>
          </a:lstStyle>
          <a:p>
            <a:fld id="{29C801A6-A6FE-4045-85E4-EFC96C43979C}" type="slidenum">
              <a:rPr lang="en-US" smtClean="0"/>
              <a:pPr/>
              <a:t>‹#›</a:t>
            </a:fld>
            <a:endParaRPr lang="en-US"/>
          </a:p>
        </p:txBody>
      </p:sp>
      <p:pic>
        <p:nvPicPr>
          <p:cNvPr id="10" name="Picture 11" descr="review_bkgrnd_new"/>
          <p:cNvPicPr>
            <a:picLocks noChangeAspect="1" noChangeArrowheads="1"/>
          </p:cNvPicPr>
          <p:nvPr userDrawn="1"/>
        </p:nvPicPr>
        <p:blipFill>
          <a:blip r:embed="rId14" cstate="print"/>
          <a:srcRect/>
          <a:stretch>
            <a:fillRect/>
          </a:stretch>
        </p:blipFill>
        <p:spPr bwMode="auto">
          <a:xfrm>
            <a:off x="0" y="0"/>
            <a:ext cx="9144000" cy="1028700"/>
          </a:xfrm>
          <a:prstGeom prst="rect">
            <a:avLst/>
          </a:prstGeom>
          <a:noFill/>
        </p:spPr>
      </p:pic>
      <p:pic>
        <p:nvPicPr>
          <p:cNvPr id="11" name="Picture 12" descr="MARKET_TECH_new"/>
          <p:cNvPicPr>
            <a:picLocks noChangeAspect="1" noChangeArrowheads="1"/>
          </p:cNvPicPr>
          <p:nvPr userDrawn="1"/>
        </p:nvPicPr>
        <p:blipFill>
          <a:blip r:embed="rId15" cstate="print"/>
          <a:srcRect/>
          <a:stretch>
            <a:fillRect/>
          </a:stretch>
        </p:blipFill>
        <p:spPr bwMode="auto">
          <a:xfrm>
            <a:off x="-2171700" y="797719"/>
            <a:ext cx="2451100" cy="4343400"/>
          </a:xfrm>
          <a:prstGeom prst="rect">
            <a:avLst/>
          </a:prstGeom>
          <a:noFill/>
        </p:spPr>
      </p:pic>
    </p:spTree>
    <p:extLst>
      <p:ext uri="{BB962C8B-B14F-4D97-AF65-F5344CB8AC3E}">
        <p14:creationId xmlns:p14="http://schemas.microsoft.com/office/powerpoint/2010/main" val="2910128560"/>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11.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images.google.ie/imgres?imgurl=http://www.michaelbay.com/newsblog/files/USA-flag.jpg&amp;imgrefurl=http://www.michaelbay.com/newsblog/files/archive-jul-2007.html&amp;usg=__mcFF9tp4P5H1XcT0L90Jw6HFFGg=&amp;h=387&amp;w=516&amp;sz=43&amp;hl=en&amp;start=8&amp;tbnid=lra7me0wcjyzIM:&amp;tbnh=98&amp;tbnw=131&amp;prev=/images?q=usa+flag&amp;gbv=2&amp;hl=en&amp;safe=active"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images.google.ie/imgres?imgurl=http://www.zhaotongok.com/wp-content/uploads/2007/05/chinese-yuan.jpg&amp;imgrefurl=http://www.zhaotongok.com/archive/9/market-economies-of-socialists/&amp;usg=__0XT72ukz1ygDOheitel3i8Q7yY0=&amp;h=273&amp;w=400&amp;sz=35&amp;hl=en&amp;start=13&amp;tbnid=1TNnr-uUgh3aFM:&amp;tbnh=85&amp;tbnw=124&amp;prev=/images?q=chinese+market&amp;gbv=2&amp;hl=en&amp;safe=active" TargetMode="Externa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26.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programmers.stackexchange.com/questions/59756/mentor-a-senior-programmer-or-colleague-without-insulting" TargetMode="External"/><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A2A26-3540-40B1-B7BC-7586323523F3}"/>
              </a:ext>
            </a:extLst>
          </p:cNvPr>
          <p:cNvSpPr>
            <a:spLocks noGrp="1"/>
          </p:cNvSpPr>
          <p:nvPr>
            <p:ph type="title"/>
          </p:nvPr>
        </p:nvSpPr>
        <p:spPr>
          <a:xfrm>
            <a:off x="1512711" y="2608557"/>
            <a:ext cx="6265333" cy="952270"/>
          </a:xfrm>
        </p:spPr>
        <p:txBody>
          <a:bodyPr/>
          <a:lstStyle/>
          <a:p>
            <a:r>
              <a:rPr lang="en-US" dirty="0"/>
              <a:t>Business, Marketing, Entrepreneurship, Digital Marketing, and Econ</a:t>
            </a:r>
            <a:br>
              <a:rPr lang="en-US" dirty="0"/>
            </a:br>
            <a:br>
              <a:rPr lang="en-US" dirty="0"/>
            </a:br>
            <a:r>
              <a:rPr lang="en-US" dirty="0"/>
              <a:t>Mrs. Schafer</a:t>
            </a:r>
            <a:br>
              <a:rPr lang="en-US" dirty="0"/>
            </a:br>
            <a:endParaRPr lang="en-US" dirty="0"/>
          </a:p>
        </p:txBody>
      </p:sp>
    </p:spTree>
    <p:extLst>
      <p:ext uri="{BB962C8B-B14F-4D97-AF65-F5344CB8AC3E}">
        <p14:creationId xmlns:p14="http://schemas.microsoft.com/office/powerpoint/2010/main" val="314979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4AADD7-387E-4013-8C84-380563E11459}"/>
              </a:ext>
            </a:extLst>
          </p:cNvPr>
          <p:cNvSpPr>
            <a:spLocks noGrp="1"/>
          </p:cNvSpPr>
          <p:nvPr>
            <p:ph type="body" sz="quarter" idx="13"/>
          </p:nvPr>
        </p:nvSpPr>
        <p:spPr/>
        <p:txBody>
          <a:bodyPr/>
          <a:lstStyle/>
          <a:p>
            <a:r>
              <a:rPr lang="en-US" dirty="0"/>
              <a:t>SWOT Analysis </a:t>
            </a:r>
          </a:p>
          <a:p>
            <a:r>
              <a:rPr lang="en-US" dirty="0"/>
              <a:t>SWOT Analysis Groups</a:t>
            </a:r>
          </a:p>
          <a:p>
            <a:r>
              <a:rPr lang="en-US" dirty="0"/>
              <a:t>Factors of Production</a:t>
            </a:r>
          </a:p>
          <a:p>
            <a:r>
              <a:rPr lang="en-US" dirty="0"/>
              <a:t>Precepts</a:t>
            </a:r>
          </a:p>
          <a:p>
            <a:pPr marL="0" indent="0">
              <a:buNone/>
            </a:pPr>
            <a:endParaRPr lang="en-US" dirty="0"/>
          </a:p>
        </p:txBody>
      </p:sp>
    </p:spTree>
    <p:extLst>
      <p:ext uri="{BB962C8B-B14F-4D97-AF65-F5344CB8AC3E}">
        <p14:creationId xmlns:p14="http://schemas.microsoft.com/office/powerpoint/2010/main" val="209844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F66D5-0E73-4D8F-8B0E-C8E7D5C85E20}"/>
              </a:ext>
            </a:extLst>
          </p:cNvPr>
          <p:cNvSpPr>
            <a:spLocks noGrp="1"/>
          </p:cNvSpPr>
          <p:nvPr>
            <p:ph type="title"/>
          </p:nvPr>
        </p:nvSpPr>
        <p:spPr/>
        <p:txBody>
          <a:bodyPr/>
          <a:lstStyle/>
          <a:p>
            <a:r>
              <a:rPr lang="en-US" dirty="0"/>
              <a:t>SWOT Analysis</a:t>
            </a:r>
          </a:p>
        </p:txBody>
      </p:sp>
      <p:pic>
        <p:nvPicPr>
          <p:cNvPr id="2050" name="Picture 2" descr="SWOT Analysis">
            <a:extLst>
              <a:ext uri="{FF2B5EF4-FFF2-40B4-BE49-F238E27FC236}">
                <a16:creationId xmlns:a16="http://schemas.microsoft.com/office/drawing/2014/main" id="{D113EB68-7AA5-4791-BBDA-3BE34E46E7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69988"/>
            <a:ext cx="9144000" cy="28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634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C3516A-9918-4ABE-9188-75372AE1949B}"/>
              </a:ext>
            </a:extLst>
          </p:cNvPr>
          <p:cNvSpPr>
            <a:spLocks noGrp="1"/>
          </p:cNvSpPr>
          <p:nvPr>
            <p:ph type="title"/>
          </p:nvPr>
        </p:nvSpPr>
        <p:spPr/>
        <p:txBody>
          <a:bodyPr/>
          <a:lstStyle/>
          <a:p>
            <a:r>
              <a:rPr lang="en-US" dirty="0"/>
              <a:t>SWOT Analysis</a:t>
            </a:r>
          </a:p>
        </p:txBody>
      </p:sp>
      <p:pic>
        <p:nvPicPr>
          <p:cNvPr id="1032" name="Picture 8" descr="SWOT analysis - Wikipedia">
            <a:extLst>
              <a:ext uri="{FF2B5EF4-FFF2-40B4-BE49-F238E27FC236}">
                <a16:creationId xmlns:a16="http://schemas.microsoft.com/office/drawing/2014/main" id="{BC6F0067-28D0-4D43-AEAE-1874177A92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845"/>
          <a:stretch/>
        </p:blipFill>
        <p:spPr bwMode="auto">
          <a:xfrm>
            <a:off x="2286000" y="675880"/>
            <a:ext cx="4572000" cy="4328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584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netflix swot analysis">
            <a:extLst>
              <a:ext uri="{FF2B5EF4-FFF2-40B4-BE49-F238E27FC236}">
                <a16:creationId xmlns:a16="http://schemas.microsoft.com/office/drawing/2014/main" id="{67F83780-A6D2-4134-B201-AEA8404BA9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940"/>
          <a:stretch/>
        </p:blipFill>
        <p:spPr bwMode="auto">
          <a:xfrm>
            <a:off x="974690" y="411996"/>
            <a:ext cx="7194620" cy="4167093"/>
          </a:xfrm>
          <a:prstGeom prst="rect">
            <a:avLst/>
          </a:prstGeom>
          <a:noFill/>
          <a:extLst>
            <a:ext uri="{909E8E84-426E-40DD-AFC4-6F175D3DCCD1}">
              <a14:hiddenFill xmlns:a14="http://schemas.microsoft.com/office/drawing/2010/main">
                <a:solidFill>
                  <a:srgbClr val="FFFFFF"/>
                </a:solidFill>
              </a14:hiddenFill>
            </a:ext>
          </a:extLst>
        </p:spPr>
      </p:pic>
      <p:sp>
        <p:nvSpPr>
          <p:cNvPr id="3" name="SMARTInkShape-1">
            <a:extLst>
              <a:ext uri="{FF2B5EF4-FFF2-40B4-BE49-F238E27FC236}">
                <a16:creationId xmlns:a16="http://schemas.microsoft.com/office/drawing/2014/main" id="{F4E111E6-1497-7361-FBFE-3B60308CBD59}"/>
              </a:ext>
            </a:extLst>
          </p:cNvPr>
          <p:cNvSpPr/>
          <p:nvPr>
            <p:custDataLst>
              <p:tags r:id="rId1"/>
            </p:custDataLst>
          </p:nvPr>
        </p:nvSpPr>
        <p:spPr>
          <a:xfrm>
            <a:off x="7548563" y="3595688"/>
            <a:ext cx="190501" cy="61913"/>
          </a:xfrm>
          <a:custGeom>
            <a:avLst/>
            <a:gdLst/>
            <a:ahLst/>
            <a:cxnLst/>
            <a:rect l="0" t="0" r="0" b="0"/>
            <a:pathLst>
              <a:path w="190501" h="61913">
                <a:moveTo>
                  <a:pt x="190500" y="61912"/>
                </a:moveTo>
                <a:lnTo>
                  <a:pt x="190500" y="61912"/>
                </a:lnTo>
                <a:lnTo>
                  <a:pt x="155647" y="56731"/>
                </a:lnTo>
                <a:lnTo>
                  <a:pt x="128138" y="52263"/>
                </a:lnTo>
                <a:lnTo>
                  <a:pt x="95452" y="47648"/>
                </a:lnTo>
                <a:lnTo>
                  <a:pt x="95251" y="42920"/>
                </a:lnTo>
                <a:lnTo>
                  <a:pt x="90504" y="38117"/>
                </a:lnTo>
                <a:lnTo>
                  <a:pt x="90492" y="35576"/>
                </a:lnTo>
                <a:lnTo>
                  <a:pt x="89961" y="34830"/>
                </a:lnTo>
                <a:lnTo>
                  <a:pt x="89079" y="34332"/>
                </a:lnTo>
                <a:lnTo>
                  <a:pt x="87961" y="34001"/>
                </a:lnTo>
                <a:lnTo>
                  <a:pt x="87215" y="33250"/>
                </a:lnTo>
                <a:lnTo>
                  <a:pt x="85921" y="29295"/>
                </a:lnTo>
                <a:lnTo>
                  <a:pt x="85783" y="26260"/>
                </a:lnTo>
                <a:lnTo>
                  <a:pt x="85235" y="25444"/>
                </a:lnTo>
                <a:lnTo>
                  <a:pt x="84339" y="24900"/>
                </a:lnTo>
                <a:lnTo>
                  <a:pt x="81629" y="24027"/>
                </a:lnTo>
                <a:lnTo>
                  <a:pt x="76920" y="19730"/>
                </a:lnTo>
                <a:lnTo>
                  <a:pt x="43565" y="8338"/>
                </a:lnTo>
                <a:lnTo>
                  <a:pt x="27606" y="5076"/>
                </a:lnTo>
                <a:lnTo>
                  <a:pt x="11060" y="4251"/>
                </a:lnTo>
                <a:lnTo>
                  <a:pt x="0"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157048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420340-D8CE-4969-B9A9-7D1417F49FF8}"/>
              </a:ext>
            </a:extLst>
          </p:cNvPr>
          <p:cNvSpPr>
            <a:spLocks noGrp="1"/>
          </p:cNvSpPr>
          <p:nvPr>
            <p:ph type="body" sz="quarter" idx="18"/>
          </p:nvPr>
        </p:nvSpPr>
        <p:spPr>
          <a:xfrm>
            <a:off x="692306" y="794600"/>
            <a:ext cx="7746421" cy="3554299"/>
          </a:xfrm>
        </p:spPr>
        <p:txBody>
          <a:bodyPr/>
          <a:lstStyle/>
          <a:p>
            <a:r>
              <a:rPr lang="en-US" sz="1050" dirty="0"/>
              <a:t>Contact a small business or non-profit, telling them who you are and offering to do a SWOT analysis for their organization in exchange for a couple hours of their time. Make sure they agree to come to class either in person or virtually to hear your presentation at the end of this quarter</a:t>
            </a:r>
          </a:p>
          <a:p>
            <a:r>
              <a:rPr lang="en-US" sz="1050" dirty="0"/>
              <a:t>Develop interview questions to ask their POC to gain insight into the internal components of the SWOT (SW)</a:t>
            </a:r>
          </a:p>
          <a:p>
            <a:r>
              <a:rPr lang="en-US" sz="1050" dirty="0"/>
              <a:t>Conduct research on external factors (OT)</a:t>
            </a:r>
          </a:p>
          <a:p>
            <a:r>
              <a:rPr lang="en-US" sz="1050" dirty="0"/>
              <a:t>Create the SWOT for that organization</a:t>
            </a:r>
          </a:p>
          <a:p>
            <a:r>
              <a:rPr lang="en-US" sz="1050" dirty="0"/>
              <a:t>Present the SWOT analysis to the company POC in class</a:t>
            </a:r>
          </a:p>
        </p:txBody>
      </p:sp>
      <p:sp>
        <p:nvSpPr>
          <p:cNvPr id="3" name="Title 2">
            <a:extLst>
              <a:ext uri="{FF2B5EF4-FFF2-40B4-BE49-F238E27FC236}">
                <a16:creationId xmlns:a16="http://schemas.microsoft.com/office/drawing/2014/main" id="{CE5F46B6-5117-4E10-B4B9-EF6C72CA9CB2}"/>
              </a:ext>
            </a:extLst>
          </p:cNvPr>
          <p:cNvSpPr>
            <a:spLocks noGrp="1"/>
          </p:cNvSpPr>
          <p:nvPr>
            <p:ph type="title"/>
          </p:nvPr>
        </p:nvSpPr>
        <p:spPr/>
        <p:txBody>
          <a:bodyPr/>
          <a:lstStyle/>
          <a:p>
            <a:r>
              <a:rPr lang="en-US" dirty="0"/>
              <a:t>SWOT Analysis – Group Project #1</a:t>
            </a:r>
          </a:p>
        </p:txBody>
      </p:sp>
      <p:graphicFrame>
        <p:nvGraphicFramePr>
          <p:cNvPr id="4" name="Table 4">
            <a:extLst>
              <a:ext uri="{FF2B5EF4-FFF2-40B4-BE49-F238E27FC236}">
                <a16:creationId xmlns:a16="http://schemas.microsoft.com/office/drawing/2014/main" id="{BE2D0474-EA4E-4495-9BEB-6FB0009B0434}"/>
              </a:ext>
            </a:extLst>
          </p:cNvPr>
          <p:cNvGraphicFramePr>
            <a:graphicFrameLocks noGrp="1"/>
          </p:cNvGraphicFramePr>
          <p:nvPr>
            <p:extLst>
              <p:ext uri="{D42A27DB-BD31-4B8C-83A1-F6EECF244321}">
                <p14:modId xmlns:p14="http://schemas.microsoft.com/office/powerpoint/2010/main" val="3688482320"/>
              </p:ext>
            </p:extLst>
          </p:nvPr>
        </p:nvGraphicFramePr>
        <p:xfrm>
          <a:off x="939046" y="2418632"/>
          <a:ext cx="7265908" cy="1779104"/>
        </p:xfrm>
        <a:graphic>
          <a:graphicData uri="http://schemas.openxmlformats.org/drawingml/2006/table">
            <a:tbl>
              <a:tblPr firstRow="1" bandRow="1">
                <a:tableStyleId>{284E427A-3D55-4303-BF80-6455036E1DE7}</a:tableStyleId>
              </a:tblPr>
              <a:tblGrid>
                <a:gridCol w="1467700">
                  <a:extLst>
                    <a:ext uri="{9D8B030D-6E8A-4147-A177-3AD203B41FA5}">
                      <a16:colId xmlns:a16="http://schemas.microsoft.com/office/drawing/2014/main" val="1998262911"/>
                    </a:ext>
                  </a:extLst>
                </a:gridCol>
                <a:gridCol w="5798208">
                  <a:extLst>
                    <a:ext uri="{9D8B030D-6E8A-4147-A177-3AD203B41FA5}">
                      <a16:colId xmlns:a16="http://schemas.microsoft.com/office/drawing/2014/main" val="1288054589"/>
                    </a:ext>
                  </a:extLst>
                </a:gridCol>
              </a:tblGrid>
              <a:tr h="370840">
                <a:tc>
                  <a:txBody>
                    <a:bodyPr/>
                    <a:lstStyle/>
                    <a:p>
                      <a:r>
                        <a:rPr lang="en-US" sz="1100" dirty="0"/>
                        <a:t>Date</a:t>
                      </a:r>
                    </a:p>
                  </a:txBody>
                  <a:tcPr/>
                </a:tc>
                <a:tc>
                  <a:txBody>
                    <a:bodyPr/>
                    <a:lstStyle/>
                    <a:p>
                      <a:r>
                        <a:rPr lang="en-US" sz="1100" dirty="0"/>
                        <a:t>What’s Due</a:t>
                      </a:r>
                    </a:p>
                  </a:txBody>
                  <a:tcPr/>
                </a:tc>
                <a:extLst>
                  <a:ext uri="{0D108BD9-81ED-4DB2-BD59-A6C34878D82A}">
                    <a16:rowId xmlns:a16="http://schemas.microsoft.com/office/drawing/2014/main" val="1489916237"/>
                  </a:ext>
                </a:extLst>
              </a:tr>
              <a:tr h="271780">
                <a:tc>
                  <a:txBody>
                    <a:bodyPr/>
                    <a:lstStyle/>
                    <a:p>
                      <a:r>
                        <a:rPr lang="en-US" sz="1000" dirty="0"/>
                        <a:t>Assigned week </a:t>
                      </a:r>
                      <a:r>
                        <a:rPr lang="en-US" sz="1000"/>
                        <a:t>of 9/22</a:t>
                      </a:r>
                    </a:p>
                  </a:txBody>
                  <a:tcPr/>
                </a:tc>
                <a:tc>
                  <a:txBody>
                    <a:bodyPr/>
                    <a:lstStyle/>
                    <a:p>
                      <a:r>
                        <a:rPr lang="en-US" sz="1000" dirty="0"/>
                        <a:t>N/A</a:t>
                      </a:r>
                    </a:p>
                  </a:txBody>
                  <a:tcPr/>
                </a:tc>
                <a:extLst>
                  <a:ext uri="{0D108BD9-81ED-4DB2-BD59-A6C34878D82A}">
                    <a16:rowId xmlns:a16="http://schemas.microsoft.com/office/drawing/2014/main" val="3562655323"/>
                  </a:ext>
                </a:extLst>
              </a:tr>
              <a:tr h="218992">
                <a:tc>
                  <a:txBody>
                    <a:bodyPr/>
                    <a:lstStyle/>
                    <a:p>
                      <a:r>
                        <a:rPr lang="en-US" sz="1000" dirty="0"/>
                        <a:t>Review w/Schafer </a:t>
                      </a:r>
                    </a:p>
                  </a:txBody>
                  <a:tcPr/>
                </a:tc>
                <a:tc>
                  <a:txBody>
                    <a:bodyPr/>
                    <a:lstStyle/>
                    <a:p>
                      <a:r>
                        <a:rPr lang="en-US" sz="1000" dirty="0"/>
                        <a:t>What company/nonprofit (already contacted and have confirmation that you can work with them)</a:t>
                      </a:r>
                    </a:p>
                  </a:txBody>
                  <a:tcPr/>
                </a:tc>
                <a:extLst>
                  <a:ext uri="{0D108BD9-81ED-4DB2-BD59-A6C34878D82A}">
                    <a16:rowId xmlns:a16="http://schemas.microsoft.com/office/drawing/2014/main" val="2544559492"/>
                  </a:ext>
                </a:extLst>
              </a:tr>
              <a:tr h="243509">
                <a:tc>
                  <a:txBody>
                    <a:bodyPr/>
                    <a:lstStyle/>
                    <a:p>
                      <a:r>
                        <a:rPr lang="en-US" sz="1000" dirty="0"/>
                        <a:t>Review w/Schafer </a:t>
                      </a:r>
                    </a:p>
                  </a:txBody>
                  <a:tcPr/>
                </a:tc>
                <a:tc>
                  <a:txBody>
                    <a:bodyPr/>
                    <a:lstStyle/>
                    <a:p>
                      <a:r>
                        <a:rPr lang="en-US" sz="1000" dirty="0"/>
                        <a:t>Internal Interview Questions</a:t>
                      </a:r>
                    </a:p>
                  </a:txBody>
                  <a:tcPr/>
                </a:tc>
                <a:extLst>
                  <a:ext uri="{0D108BD9-81ED-4DB2-BD59-A6C34878D82A}">
                    <a16:rowId xmlns:a16="http://schemas.microsoft.com/office/drawing/2014/main" val="958889436"/>
                  </a:ext>
                </a:extLst>
              </a:tr>
              <a:tr h="277964">
                <a:tc>
                  <a:txBody>
                    <a:bodyPr/>
                    <a:lstStyle/>
                    <a:p>
                      <a:r>
                        <a:rPr lang="en-US" sz="1000" dirty="0"/>
                        <a:t>Review w/Schafer</a:t>
                      </a:r>
                    </a:p>
                  </a:txBody>
                  <a:tcPr/>
                </a:tc>
                <a:tc>
                  <a:txBody>
                    <a:bodyPr/>
                    <a:lstStyle/>
                    <a:p>
                      <a:r>
                        <a:rPr lang="en-US" sz="1000" dirty="0"/>
                        <a:t>Draft of Presentation</a:t>
                      </a:r>
                    </a:p>
                  </a:txBody>
                  <a:tcPr/>
                </a:tc>
                <a:extLst>
                  <a:ext uri="{0D108BD9-81ED-4DB2-BD59-A6C34878D82A}">
                    <a16:rowId xmlns:a16="http://schemas.microsoft.com/office/drawing/2014/main" val="2363038825"/>
                  </a:ext>
                </a:extLst>
              </a:tr>
              <a:tr h="370840">
                <a:tc>
                  <a:txBody>
                    <a:bodyPr/>
                    <a:lstStyle/>
                    <a:p>
                      <a:r>
                        <a:rPr lang="en-US" sz="1000" dirty="0"/>
                        <a:t>Near end </a:t>
                      </a:r>
                      <a:r>
                        <a:rPr lang="en-US" sz="1000"/>
                        <a:t>of Q1</a:t>
                      </a:r>
                      <a:endParaRPr lang="en-US" sz="1000" dirty="0"/>
                    </a:p>
                  </a:txBody>
                  <a:tcPr/>
                </a:tc>
                <a:tc>
                  <a:txBody>
                    <a:bodyPr/>
                    <a:lstStyle/>
                    <a:p>
                      <a:r>
                        <a:rPr lang="en-US" sz="1000" dirty="0"/>
                        <a:t>Presentation in Class with the business POC there to hear it</a:t>
                      </a:r>
                    </a:p>
                  </a:txBody>
                  <a:tcPr/>
                </a:tc>
                <a:extLst>
                  <a:ext uri="{0D108BD9-81ED-4DB2-BD59-A6C34878D82A}">
                    <a16:rowId xmlns:a16="http://schemas.microsoft.com/office/drawing/2014/main" val="3560561910"/>
                  </a:ext>
                </a:extLst>
              </a:tr>
            </a:tbl>
          </a:graphicData>
        </a:graphic>
      </p:graphicFrame>
    </p:spTree>
    <p:extLst>
      <p:ext uri="{BB962C8B-B14F-4D97-AF65-F5344CB8AC3E}">
        <p14:creationId xmlns:p14="http://schemas.microsoft.com/office/powerpoint/2010/main" val="1161671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506A45-FDC3-4C37-94FD-6F02082E1387}"/>
              </a:ext>
            </a:extLst>
          </p:cNvPr>
          <p:cNvSpPr>
            <a:spLocks noGrp="1"/>
          </p:cNvSpPr>
          <p:nvPr>
            <p:ph type="title"/>
          </p:nvPr>
        </p:nvSpPr>
        <p:spPr/>
        <p:txBody>
          <a:bodyPr/>
          <a:lstStyle/>
          <a:p>
            <a:r>
              <a:rPr lang="en-US" dirty="0"/>
              <a:t>Internal (Strengths &amp; Weaknesses)</a:t>
            </a:r>
          </a:p>
        </p:txBody>
      </p:sp>
    </p:spTree>
    <p:extLst>
      <p:ext uri="{BB962C8B-B14F-4D97-AF65-F5344CB8AC3E}">
        <p14:creationId xmlns:p14="http://schemas.microsoft.com/office/powerpoint/2010/main" val="163761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ctrTitle"/>
          </p:nvPr>
        </p:nvSpPr>
        <p:spPr bwMode="auto">
          <a:xfrm>
            <a:off x="838200" y="514350"/>
            <a:ext cx="8077200" cy="742950"/>
          </a:xfrm>
          <a:noFill/>
          <a:ln>
            <a:miter lim="800000"/>
            <a:headEnd/>
            <a:tailEnd/>
          </a:ln>
        </p:spPr>
        <p:txBody>
          <a:bodyPr vert="horz" wrap="square" lIns="91440" tIns="45720" rIns="91440" bIns="45720" numCol="1" anchor="t" anchorCtr="0" compatLnSpc="1">
            <a:prstTxWarp prst="textNoShape">
              <a:avLst/>
            </a:prstTxWarp>
            <a:normAutofit/>
          </a:bodyPr>
          <a:lstStyle/>
          <a:p>
            <a:pPr algn="l"/>
            <a:r>
              <a:rPr lang="en-US" sz="3200" b="1" dirty="0">
                <a:solidFill>
                  <a:srgbClr val="0000CC"/>
                </a:solidFill>
                <a:latin typeface="Georgia" pitchFamily="18" charset="0"/>
                <a:cs typeface="Times New Roman" pitchFamily="18" charset="0"/>
              </a:rPr>
              <a:t>PRIMO-F </a:t>
            </a:r>
            <a:r>
              <a:rPr lang="en-US" sz="1600" b="1" dirty="0">
                <a:solidFill>
                  <a:srgbClr val="0000CC"/>
                </a:solidFill>
                <a:latin typeface="Georgia" pitchFamily="18" charset="0"/>
                <a:cs typeface="Times New Roman" pitchFamily="18" charset="0"/>
              </a:rPr>
              <a:t>(developed by Durham University School of Business)</a:t>
            </a:r>
            <a:endParaRPr lang="en-US" sz="3200" b="1" dirty="0">
              <a:solidFill>
                <a:srgbClr val="0000CC"/>
              </a:solidFill>
              <a:latin typeface="Georgia" pitchFamily="18" charset="0"/>
              <a:cs typeface="Times New Roman" pitchFamily="18" charset="0"/>
            </a:endParaRPr>
          </a:p>
        </p:txBody>
      </p:sp>
      <p:sp>
        <p:nvSpPr>
          <p:cNvPr id="63493" name="Rectangle 5"/>
          <p:cNvSpPr>
            <a:spLocks noGrp="1" noChangeArrowheads="1"/>
          </p:cNvSpPr>
          <p:nvPr>
            <p:ph type="subTitle" idx="1"/>
          </p:nvPr>
        </p:nvSpPr>
        <p:spPr bwMode="auto">
          <a:xfrm>
            <a:off x="685800" y="971550"/>
            <a:ext cx="8153400" cy="3943350"/>
          </a:xfrm>
          <a:noFill/>
          <a:ln>
            <a:miter lim="800000"/>
            <a:headEnd/>
            <a:tailEnd/>
          </a:ln>
        </p:spPr>
        <p:txBody>
          <a:bodyPr vert="horz" wrap="square" lIns="91440" tIns="45720" rIns="91440" bIns="45720" numCol="1" anchor="t" anchorCtr="0" compatLnSpc="1">
            <a:prstTxWarp prst="textNoShape">
              <a:avLst/>
            </a:prstTxWarp>
            <a:normAutofit fontScale="92500" lnSpcReduction="10000"/>
          </a:bodyPr>
          <a:lstStyle/>
          <a:p>
            <a:pPr algn="l">
              <a:spcAft>
                <a:spcPct val="40000"/>
              </a:spcAft>
              <a:buFont typeface="Symbol" pitchFamily="18" charset="2"/>
              <a:buNone/>
            </a:pPr>
            <a:r>
              <a:rPr lang="en-US" sz="2800" dirty="0">
                <a:solidFill>
                  <a:srgbClr val="000000"/>
                </a:solidFill>
                <a:latin typeface="Georgia" pitchFamily="18" charset="0"/>
                <a:cs typeface="Times New Roman" pitchFamily="18" charset="0"/>
              </a:rPr>
              <a:t>Uses the following questions to examine the Internal Elements of the company:</a:t>
            </a:r>
          </a:p>
          <a:p>
            <a:pPr marL="342900" lvl="1" indent="-228600" algn="l">
              <a:spcAft>
                <a:spcPct val="40000"/>
              </a:spcAft>
              <a:buClr>
                <a:srgbClr val="008000"/>
              </a:buClr>
              <a:buFontTx/>
              <a:buChar char="•"/>
            </a:pPr>
            <a:r>
              <a:rPr lang="en-US" dirty="0">
                <a:solidFill>
                  <a:srgbClr val="0000CC"/>
                </a:solidFill>
                <a:latin typeface="Georgia" pitchFamily="18" charset="0"/>
                <a:cs typeface="Times New Roman" pitchFamily="18" charset="0"/>
              </a:rPr>
              <a:t>People – </a:t>
            </a:r>
            <a:r>
              <a:rPr lang="en-US" sz="2000" dirty="0">
                <a:solidFill>
                  <a:srgbClr val="0000CC"/>
                </a:solidFill>
                <a:latin typeface="Georgia" pitchFamily="18" charset="0"/>
                <a:cs typeface="Times New Roman" pitchFamily="18" charset="0"/>
              </a:rPr>
              <a:t>How good are your staff? Experienced? Leadership?</a:t>
            </a:r>
            <a:endParaRPr lang="en-US" dirty="0">
              <a:solidFill>
                <a:srgbClr val="0000CC"/>
              </a:solidFill>
              <a:latin typeface="Georgia" pitchFamily="18" charset="0"/>
              <a:cs typeface="Times New Roman" pitchFamily="18" charset="0"/>
            </a:endParaRPr>
          </a:p>
          <a:p>
            <a:pPr marL="342900" lvl="1" indent="-228600" algn="l">
              <a:spcAft>
                <a:spcPct val="40000"/>
              </a:spcAft>
              <a:buClr>
                <a:srgbClr val="008000"/>
              </a:buClr>
              <a:buFontTx/>
              <a:buChar char="•"/>
            </a:pPr>
            <a:r>
              <a:rPr lang="en-US" dirty="0">
                <a:solidFill>
                  <a:srgbClr val="0000CC"/>
                </a:solidFill>
                <a:latin typeface="Georgia" pitchFamily="18" charset="0"/>
                <a:cs typeface="Times New Roman" pitchFamily="18" charset="0"/>
              </a:rPr>
              <a:t>Resources – </a:t>
            </a:r>
            <a:r>
              <a:rPr lang="en-US" sz="2000" dirty="0">
                <a:solidFill>
                  <a:srgbClr val="0000CC"/>
                </a:solidFill>
                <a:latin typeface="Georgia" pitchFamily="18" charset="0"/>
                <a:cs typeface="Times New Roman" pitchFamily="18" charset="0"/>
              </a:rPr>
              <a:t>What assets does your company have? What could they?</a:t>
            </a:r>
            <a:endParaRPr lang="en-US" sz="2800" dirty="0">
              <a:solidFill>
                <a:srgbClr val="0000CC"/>
              </a:solidFill>
              <a:latin typeface="Georgia" pitchFamily="18" charset="0"/>
              <a:cs typeface="Times New Roman" pitchFamily="18" charset="0"/>
            </a:endParaRPr>
          </a:p>
          <a:p>
            <a:pPr marL="342900" lvl="1" indent="-228600" algn="l">
              <a:spcAft>
                <a:spcPct val="40000"/>
              </a:spcAft>
              <a:buClr>
                <a:srgbClr val="008000"/>
              </a:buClr>
              <a:buFontTx/>
              <a:buChar char="•"/>
            </a:pPr>
            <a:r>
              <a:rPr lang="en-US" dirty="0">
                <a:solidFill>
                  <a:srgbClr val="0000CC"/>
                </a:solidFill>
                <a:latin typeface="Georgia" pitchFamily="18" charset="0"/>
                <a:cs typeface="Times New Roman" pitchFamily="18" charset="0"/>
              </a:rPr>
              <a:t>Innovation/Ideas – </a:t>
            </a:r>
            <a:r>
              <a:rPr lang="en-US" sz="1900" dirty="0">
                <a:solidFill>
                  <a:srgbClr val="0000CC"/>
                </a:solidFill>
                <a:latin typeface="Georgia" pitchFamily="18" charset="0"/>
                <a:cs typeface="Times New Roman" pitchFamily="18" charset="0"/>
              </a:rPr>
              <a:t>Patents/Copyrights/Creativity</a:t>
            </a:r>
            <a:endParaRPr lang="en-US" sz="2200" dirty="0">
              <a:solidFill>
                <a:srgbClr val="0000CC"/>
              </a:solidFill>
              <a:latin typeface="Georgia" pitchFamily="18" charset="0"/>
              <a:cs typeface="Times New Roman" pitchFamily="18" charset="0"/>
            </a:endParaRPr>
          </a:p>
          <a:p>
            <a:pPr marL="342900" lvl="1" indent="-228600" algn="l">
              <a:spcAft>
                <a:spcPct val="40000"/>
              </a:spcAft>
              <a:buClr>
                <a:srgbClr val="008000"/>
              </a:buClr>
              <a:buFontTx/>
              <a:buChar char="•"/>
            </a:pPr>
            <a:r>
              <a:rPr lang="en-US" dirty="0">
                <a:solidFill>
                  <a:srgbClr val="0000CC"/>
                </a:solidFill>
                <a:latin typeface="Georgia" pitchFamily="18" charset="0"/>
                <a:cs typeface="Times New Roman" pitchFamily="18" charset="0"/>
              </a:rPr>
              <a:t>Marketing – </a:t>
            </a:r>
            <a:r>
              <a:rPr lang="en-US" sz="1900" dirty="0">
                <a:solidFill>
                  <a:srgbClr val="0000CC"/>
                </a:solidFill>
                <a:latin typeface="Georgia" pitchFamily="18" charset="0"/>
                <a:cs typeface="Times New Roman" pitchFamily="18" charset="0"/>
              </a:rPr>
              <a:t>Examine all elements of current Marketing</a:t>
            </a:r>
          </a:p>
          <a:p>
            <a:pPr marL="342900" lvl="1" indent="-228600" algn="l">
              <a:spcAft>
                <a:spcPct val="40000"/>
              </a:spcAft>
              <a:buClr>
                <a:srgbClr val="008000"/>
              </a:buClr>
              <a:buFontTx/>
              <a:buChar char="•"/>
            </a:pPr>
            <a:r>
              <a:rPr lang="en-US" dirty="0">
                <a:solidFill>
                  <a:srgbClr val="0000CC"/>
                </a:solidFill>
                <a:latin typeface="Georgia" pitchFamily="18" charset="0"/>
                <a:cs typeface="Times New Roman" pitchFamily="18" charset="0"/>
              </a:rPr>
              <a:t>Operations – </a:t>
            </a:r>
            <a:r>
              <a:rPr lang="en-US" sz="1900" dirty="0">
                <a:solidFill>
                  <a:srgbClr val="0000CC"/>
                </a:solidFill>
                <a:latin typeface="Georgia" pitchFamily="18" charset="0"/>
                <a:cs typeface="Times New Roman" pitchFamily="18" charset="0"/>
              </a:rPr>
              <a:t>Deliver on time? Efficiency? Technical capabilities?</a:t>
            </a:r>
          </a:p>
          <a:p>
            <a:pPr marL="342900" lvl="1" indent="-228600" algn="l">
              <a:spcAft>
                <a:spcPct val="40000"/>
              </a:spcAft>
              <a:buClr>
                <a:srgbClr val="008000"/>
              </a:buClr>
              <a:buFontTx/>
              <a:buChar char="•"/>
            </a:pPr>
            <a:r>
              <a:rPr lang="en-US" dirty="0">
                <a:solidFill>
                  <a:srgbClr val="0000CC"/>
                </a:solidFill>
                <a:latin typeface="Georgia" pitchFamily="18" charset="0"/>
                <a:cs typeface="Times New Roman" pitchFamily="18" charset="0"/>
              </a:rPr>
              <a:t>Finance – </a:t>
            </a:r>
            <a:r>
              <a:rPr lang="en-US" sz="1900" dirty="0">
                <a:solidFill>
                  <a:srgbClr val="0000CC"/>
                </a:solidFill>
                <a:latin typeface="Georgia" pitchFamily="18" charset="0"/>
                <a:cs typeface="Times New Roman" pitchFamily="18" charset="0"/>
              </a:rPr>
              <a:t>Available cash? Profit margins? Facilities costs?</a:t>
            </a:r>
            <a:endParaRPr lang="en-US" dirty="0">
              <a:solidFill>
                <a:srgbClr val="0000CC"/>
              </a:solidFill>
              <a:latin typeface="Georgia" pitchFamily="18" charset="0"/>
              <a:cs typeface="Times New Roman" pitchFamily="18" charset="0"/>
            </a:endParaRPr>
          </a:p>
        </p:txBody>
      </p:sp>
    </p:spTree>
    <p:extLst>
      <p:ext uri="{BB962C8B-B14F-4D97-AF65-F5344CB8AC3E}">
        <p14:creationId xmlns:p14="http://schemas.microsoft.com/office/powerpoint/2010/main" val="3077654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3493">
                                            <p:txEl>
                                              <p:pRg st="0" end="0"/>
                                            </p:txEl>
                                          </p:spTgt>
                                        </p:tgtEl>
                                        <p:attrNameLst>
                                          <p:attrName>style.visibility</p:attrName>
                                        </p:attrNameLst>
                                      </p:cBhvr>
                                      <p:to>
                                        <p:strVal val="visible"/>
                                      </p:to>
                                    </p:set>
                                    <p:anim calcmode="lin" valueType="num">
                                      <p:cBhvr additive="base">
                                        <p:cTn id="7" dur="500" fill="hold"/>
                                        <p:tgtEl>
                                          <p:spTgt spid="6349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34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3493">
                                            <p:txEl>
                                              <p:pRg st="1" end="1"/>
                                            </p:txEl>
                                          </p:spTgt>
                                        </p:tgtEl>
                                        <p:attrNameLst>
                                          <p:attrName>style.visibility</p:attrName>
                                        </p:attrNameLst>
                                      </p:cBhvr>
                                      <p:to>
                                        <p:strVal val="visible"/>
                                      </p:to>
                                    </p:set>
                                    <p:anim calcmode="lin" valueType="num">
                                      <p:cBhvr additive="base">
                                        <p:cTn id="13" dur="500" fill="hold"/>
                                        <p:tgtEl>
                                          <p:spTgt spid="6349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34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3493">
                                            <p:txEl>
                                              <p:pRg st="2" end="2"/>
                                            </p:txEl>
                                          </p:spTgt>
                                        </p:tgtEl>
                                        <p:attrNameLst>
                                          <p:attrName>style.visibility</p:attrName>
                                        </p:attrNameLst>
                                      </p:cBhvr>
                                      <p:to>
                                        <p:strVal val="visible"/>
                                      </p:to>
                                    </p:set>
                                    <p:anim calcmode="lin" valueType="num">
                                      <p:cBhvr additive="base">
                                        <p:cTn id="19" dur="500" fill="hold"/>
                                        <p:tgtEl>
                                          <p:spTgt spid="6349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349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3493">
                                            <p:txEl>
                                              <p:pRg st="3" end="3"/>
                                            </p:txEl>
                                          </p:spTgt>
                                        </p:tgtEl>
                                        <p:attrNameLst>
                                          <p:attrName>style.visibility</p:attrName>
                                        </p:attrNameLst>
                                      </p:cBhvr>
                                      <p:to>
                                        <p:strVal val="visible"/>
                                      </p:to>
                                    </p:set>
                                    <p:anim calcmode="lin" valueType="num">
                                      <p:cBhvr additive="base">
                                        <p:cTn id="25" dur="500" fill="hold"/>
                                        <p:tgtEl>
                                          <p:spTgt spid="6349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349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3493">
                                            <p:txEl>
                                              <p:pRg st="4" end="4"/>
                                            </p:txEl>
                                          </p:spTgt>
                                        </p:tgtEl>
                                        <p:attrNameLst>
                                          <p:attrName>style.visibility</p:attrName>
                                        </p:attrNameLst>
                                      </p:cBhvr>
                                      <p:to>
                                        <p:strVal val="visible"/>
                                      </p:to>
                                    </p:set>
                                    <p:anim calcmode="lin" valueType="num">
                                      <p:cBhvr additive="base">
                                        <p:cTn id="31" dur="500" fill="hold"/>
                                        <p:tgtEl>
                                          <p:spTgt spid="6349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349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3493">
                                            <p:txEl>
                                              <p:pRg st="5" end="5"/>
                                            </p:txEl>
                                          </p:spTgt>
                                        </p:tgtEl>
                                        <p:attrNameLst>
                                          <p:attrName>style.visibility</p:attrName>
                                        </p:attrNameLst>
                                      </p:cBhvr>
                                      <p:to>
                                        <p:strVal val="visible"/>
                                      </p:to>
                                    </p:set>
                                    <p:anim calcmode="lin" valueType="num">
                                      <p:cBhvr additive="base">
                                        <p:cTn id="37" dur="500" fill="hold"/>
                                        <p:tgtEl>
                                          <p:spTgt spid="6349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349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3493">
                                            <p:txEl>
                                              <p:pRg st="6" end="6"/>
                                            </p:txEl>
                                          </p:spTgt>
                                        </p:tgtEl>
                                        <p:attrNameLst>
                                          <p:attrName>style.visibility</p:attrName>
                                        </p:attrNameLst>
                                      </p:cBhvr>
                                      <p:to>
                                        <p:strVal val="visible"/>
                                      </p:to>
                                    </p:set>
                                    <p:anim calcmode="lin" valueType="num">
                                      <p:cBhvr additive="base">
                                        <p:cTn id="43" dur="500" fill="hold"/>
                                        <p:tgtEl>
                                          <p:spTgt spid="6349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349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506A45-FDC3-4C37-94FD-6F02082E1387}"/>
              </a:ext>
            </a:extLst>
          </p:cNvPr>
          <p:cNvSpPr>
            <a:spLocks noGrp="1"/>
          </p:cNvSpPr>
          <p:nvPr>
            <p:ph type="title"/>
          </p:nvPr>
        </p:nvSpPr>
        <p:spPr/>
        <p:txBody>
          <a:bodyPr/>
          <a:lstStyle/>
          <a:p>
            <a:r>
              <a:rPr lang="en-US" dirty="0"/>
              <a:t>External (Opportunities </a:t>
            </a:r>
            <a:r>
              <a:rPr lang="en-US"/>
              <a:t>and Threats)</a:t>
            </a:r>
            <a:endParaRPr lang="en-US" dirty="0"/>
          </a:p>
        </p:txBody>
      </p:sp>
    </p:spTree>
    <p:extLst>
      <p:ext uri="{BB962C8B-B14F-4D97-AF65-F5344CB8AC3E}">
        <p14:creationId xmlns:p14="http://schemas.microsoft.com/office/powerpoint/2010/main" val="1040215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7" name="Rectangle 13"/>
          <p:cNvSpPr>
            <a:spLocks noGrp="1" noChangeArrowheads="1"/>
          </p:cNvSpPr>
          <p:nvPr>
            <p:ph type="ctrTitle"/>
          </p:nvPr>
        </p:nvSpPr>
        <p:spPr bwMode="auto">
          <a:xfrm>
            <a:off x="3873500" y="342900"/>
            <a:ext cx="5118100" cy="74295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l"/>
            <a:r>
              <a:rPr lang="en-US" sz="2800" b="1" dirty="0">
                <a:solidFill>
                  <a:srgbClr val="000066"/>
                </a:solidFill>
                <a:latin typeface="Georgia" pitchFamily="18" charset="0"/>
                <a:cs typeface="Times New Roman" pitchFamily="18" charset="0"/>
              </a:rPr>
              <a:t>External Opportunities and Threats </a:t>
            </a:r>
          </a:p>
        </p:txBody>
      </p:sp>
      <p:sp>
        <p:nvSpPr>
          <p:cNvPr id="67598" name="Rectangle 14"/>
          <p:cNvSpPr>
            <a:spLocks noGrp="1" noChangeArrowheads="1"/>
          </p:cNvSpPr>
          <p:nvPr>
            <p:ph type="subTitle" idx="1"/>
          </p:nvPr>
        </p:nvSpPr>
        <p:spPr bwMode="auto">
          <a:xfrm>
            <a:off x="3873500" y="1123950"/>
            <a:ext cx="4876800" cy="971550"/>
          </a:xfrm>
          <a:noFill/>
          <a:ln>
            <a:miter lim="800000"/>
            <a:headEnd/>
            <a:tailEnd/>
          </a:ln>
        </p:spPr>
        <p:txBody>
          <a:bodyPr vert="horz" wrap="square" lIns="91440" tIns="45720" rIns="91440" bIns="45720" numCol="1" anchor="t" anchorCtr="0" compatLnSpc="1">
            <a:prstTxWarp prst="textNoShape">
              <a:avLst/>
            </a:prstTxWarp>
            <a:noAutofit/>
          </a:bodyPr>
          <a:lstStyle/>
          <a:p>
            <a:pPr algn="l">
              <a:spcAft>
                <a:spcPct val="20000"/>
              </a:spcAft>
              <a:buFont typeface="Symbol" pitchFamily="18" charset="2"/>
              <a:buNone/>
            </a:pPr>
            <a:r>
              <a:rPr lang="en-US" sz="2400" dirty="0">
                <a:solidFill>
                  <a:srgbClr val="000000"/>
                </a:solidFill>
                <a:latin typeface="Georgia" pitchFamily="18" charset="0"/>
                <a:cs typeface="Times New Roman" pitchFamily="18" charset="0"/>
              </a:rPr>
              <a:t>Businesses must always look for opportunities to create </a:t>
            </a:r>
            <a:r>
              <a:rPr lang="en-US" sz="2400" b="1" dirty="0">
                <a:solidFill>
                  <a:srgbClr val="FF0000"/>
                </a:solidFill>
                <a:latin typeface="Georgia" pitchFamily="18" charset="0"/>
                <a:cs typeface="Times New Roman" pitchFamily="18" charset="0"/>
              </a:rPr>
              <a:t>competitive advantage </a:t>
            </a:r>
            <a:r>
              <a:rPr lang="en-US" sz="2400" dirty="0">
                <a:solidFill>
                  <a:srgbClr val="000000"/>
                </a:solidFill>
                <a:latin typeface="Georgia" pitchFamily="18" charset="0"/>
                <a:cs typeface="Times New Roman" pitchFamily="18" charset="0"/>
              </a:rPr>
              <a:t>if they are to succeed in the marketplace.</a:t>
            </a:r>
          </a:p>
        </p:txBody>
      </p:sp>
      <p:pic>
        <p:nvPicPr>
          <p:cNvPr id="2" name="Picture 1">
            <a:extLst>
              <a:ext uri="{FF2B5EF4-FFF2-40B4-BE49-F238E27FC236}">
                <a16:creationId xmlns:a16="http://schemas.microsoft.com/office/drawing/2014/main" id="{0D9ABE8B-94C7-4D65-AE3F-5FA2A3711685}"/>
              </a:ext>
            </a:extLst>
          </p:cNvPr>
          <p:cNvPicPr>
            <a:picLocks noChangeAspect="1"/>
          </p:cNvPicPr>
          <p:nvPr/>
        </p:nvPicPr>
        <p:blipFill>
          <a:blip r:embed="rId2"/>
          <a:stretch>
            <a:fillRect/>
          </a:stretch>
        </p:blipFill>
        <p:spPr>
          <a:xfrm>
            <a:off x="609600" y="871753"/>
            <a:ext cx="3200400" cy="2599894"/>
          </a:xfrm>
          <a:prstGeom prst="rect">
            <a:avLst/>
          </a:prstGeom>
        </p:spPr>
      </p:pic>
      <p:sp>
        <p:nvSpPr>
          <p:cNvPr id="3" name="TextBox 2">
            <a:extLst>
              <a:ext uri="{FF2B5EF4-FFF2-40B4-BE49-F238E27FC236}">
                <a16:creationId xmlns:a16="http://schemas.microsoft.com/office/drawing/2014/main" id="{E011EEC8-885F-4C5C-B2AD-767154DB8636}"/>
              </a:ext>
            </a:extLst>
          </p:cNvPr>
          <p:cNvSpPr txBox="1"/>
          <p:nvPr/>
        </p:nvSpPr>
        <p:spPr>
          <a:xfrm>
            <a:off x="4419600" y="2871482"/>
            <a:ext cx="4413388" cy="1846659"/>
          </a:xfrm>
          <a:prstGeom prst="rect">
            <a:avLst/>
          </a:prstGeom>
          <a:noFill/>
        </p:spPr>
        <p:txBody>
          <a:bodyPr wrap="non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charset="0"/>
                <a:ea typeface="+mn-ea"/>
                <a:cs typeface="+mn-cs"/>
              </a:rPr>
              <a:t>Shipping</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charset="0"/>
                <a:ea typeface="+mn-ea"/>
                <a:cs typeface="+mn-cs"/>
              </a:rPr>
              <a:t>Price Match</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charset="0"/>
                <a:ea typeface="+mn-ea"/>
                <a:cs typeface="+mn-cs"/>
              </a:rPr>
              <a:t>Customer Experience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ctrTitle"/>
          </p:nvPr>
        </p:nvSpPr>
        <p:spPr bwMode="auto">
          <a:xfrm>
            <a:off x="3810000" y="400050"/>
            <a:ext cx="5118100" cy="742950"/>
          </a:xfrm>
          <a:noFill/>
          <a:ln>
            <a:miter lim="800000"/>
            <a:headEnd/>
            <a:tailEnd/>
          </a:ln>
        </p:spPr>
        <p:txBody>
          <a:bodyPr vert="horz" wrap="square" lIns="91440" tIns="45720" rIns="91440" bIns="45720" numCol="1" anchor="t" anchorCtr="0" compatLnSpc="1">
            <a:prstTxWarp prst="textNoShape">
              <a:avLst/>
            </a:prstTxWarp>
          </a:bodyPr>
          <a:lstStyle/>
          <a:p>
            <a:pPr algn="l"/>
            <a:r>
              <a:rPr lang="en-US" sz="3200" b="1" dirty="0">
                <a:solidFill>
                  <a:srgbClr val="000066"/>
                </a:solidFill>
                <a:latin typeface="Georgia" pitchFamily="18" charset="0"/>
                <a:cs typeface="Times New Roman" pitchFamily="18" charset="0"/>
              </a:rPr>
              <a:t>Competition</a:t>
            </a:r>
            <a:r>
              <a:rPr lang="en-US" sz="2400" b="1" dirty="0">
                <a:solidFill>
                  <a:srgbClr val="000066"/>
                </a:solidFill>
                <a:latin typeface="Verdana" pitchFamily="34" charset="0"/>
                <a:cs typeface="Times New Roman" pitchFamily="18" charset="0"/>
              </a:rPr>
              <a:t> </a:t>
            </a:r>
          </a:p>
        </p:txBody>
      </p:sp>
      <p:sp>
        <p:nvSpPr>
          <p:cNvPr id="68612" name="Rectangle 4"/>
          <p:cNvSpPr>
            <a:spLocks noGrp="1" noChangeArrowheads="1"/>
          </p:cNvSpPr>
          <p:nvPr>
            <p:ph type="subTitle" idx="1"/>
          </p:nvPr>
        </p:nvSpPr>
        <p:spPr bwMode="auto">
          <a:xfrm>
            <a:off x="3810000" y="1143000"/>
            <a:ext cx="4876800" cy="1485900"/>
          </a:xfrm>
          <a:noFill/>
          <a:ln>
            <a:miter lim="800000"/>
            <a:headEnd/>
            <a:tailEnd/>
          </a:ln>
        </p:spPr>
        <p:txBody>
          <a:bodyPr vert="horz" wrap="square" lIns="91440" tIns="45720" rIns="91440" bIns="45720" numCol="1" anchor="t" anchorCtr="0" compatLnSpc="1">
            <a:prstTxWarp prst="textNoShape">
              <a:avLst/>
            </a:prstTxWarp>
            <a:noAutofit/>
          </a:bodyPr>
          <a:lstStyle/>
          <a:p>
            <a:pPr algn="l">
              <a:spcAft>
                <a:spcPct val="20000"/>
              </a:spcAft>
              <a:buFont typeface="Symbol" pitchFamily="18" charset="2"/>
              <a:buNone/>
            </a:pPr>
            <a:r>
              <a:rPr lang="en-US" sz="2400" dirty="0">
                <a:solidFill>
                  <a:srgbClr val="000000"/>
                </a:solidFill>
                <a:latin typeface="Georgia" pitchFamily="18" charset="0"/>
                <a:cs typeface="Times New Roman" pitchFamily="18" charset="0"/>
              </a:rPr>
              <a:t>Changes in competing companies’ financial situations affect the marketplace. Conducting a SWOT analysis helps a business react and adjust to these shifts. </a:t>
            </a:r>
          </a:p>
        </p:txBody>
      </p:sp>
      <p:pic>
        <p:nvPicPr>
          <p:cNvPr id="68614" name="Picture 6" descr="dhl"/>
          <p:cNvPicPr>
            <a:picLocks noChangeAspect="1" noChangeArrowheads="1"/>
          </p:cNvPicPr>
          <p:nvPr/>
        </p:nvPicPr>
        <p:blipFill>
          <a:blip r:embed="rId2" cstate="print"/>
          <a:srcRect/>
          <a:stretch>
            <a:fillRect/>
          </a:stretch>
        </p:blipFill>
        <p:spPr bwMode="auto">
          <a:xfrm>
            <a:off x="595411" y="590550"/>
            <a:ext cx="2895600" cy="3853016"/>
          </a:xfrm>
          <a:prstGeom prst="rect">
            <a:avLst/>
          </a:prstGeom>
          <a:noFill/>
          <a:ln w="9525">
            <a:solidFill>
              <a:schemeClr val="tx1"/>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612">
                                            <p:txEl>
                                              <p:pRg st="0" end="0"/>
                                            </p:txEl>
                                          </p:spTgt>
                                        </p:tgtEl>
                                        <p:attrNameLst>
                                          <p:attrName>style.visibility</p:attrName>
                                        </p:attrNameLst>
                                      </p:cBhvr>
                                      <p:to>
                                        <p:strVal val="visible"/>
                                      </p:to>
                                    </p:set>
                                    <p:animEffect transition="in" filter="wipe(left)">
                                      <p:cBhvr>
                                        <p:cTn id="7" dur="500"/>
                                        <p:tgtEl>
                                          <p:spTgt spid="68612">
                                            <p:txEl>
                                              <p:pRg st="0" end="0"/>
                                            </p:txEl>
                                          </p:spTgt>
                                        </p:tgtEl>
                                      </p:cBhvr>
                                    </p:animEffect>
                                  </p:childTnLst>
                                </p:cTn>
                              </p:par>
                            </p:childTnLst>
                          </p:cTn>
                        </p:par>
                        <p:par>
                          <p:cTn id="8" fill="hold">
                            <p:stCondLst>
                              <p:cond delay="500"/>
                            </p:stCondLst>
                            <p:childTnLst>
                              <p:par>
                                <p:cTn id="9" presetID="18" presetClass="entr" presetSubtype="12" fill="hold" nodeType="afterEffect">
                                  <p:stCondLst>
                                    <p:cond delay="500"/>
                                  </p:stCondLst>
                                  <p:childTnLst>
                                    <p:set>
                                      <p:cBhvr>
                                        <p:cTn id="10" dur="1" fill="hold">
                                          <p:stCondLst>
                                            <p:cond delay="0"/>
                                          </p:stCondLst>
                                        </p:cTn>
                                        <p:tgtEl>
                                          <p:spTgt spid="68614"/>
                                        </p:tgtEl>
                                        <p:attrNameLst>
                                          <p:attrName>style.visibility</p:attrName>
                                        </p:attrNameLst>
                                      </p:cBhvr>
                                      <p:to>
                                        <p:strVal val="visible"/>
                                      </p:to>
                                    </p:set>
                                    <p:animEffect transition="in" filter="strips(downLeft)">
                                      <p:cBhvr>
                                        <p:cTn id="11" dur="500"/>
                                        <p:tgtEl>
                                          <p:spTgt spid="68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ctrTitle"/>
          </p:nvPr>
        </p:nvSpPr>
        <p:spPr bwMode="auto">
          <a:xfrm>
            <a:off x="457200" y="285750"/>
            <a:ext cx="8229600" cy="97155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l"/>
            <a:r>
              <a:rPr lang="en-US" sz="3200" b="1" dirty="0">
                <a:solidFill>
                  <a:srgbClr val="000066"/>
                </a:solidFill>
                <a:latin typeface="Georgia" pitchFamily="18" charset="0"/>
                <a:cs typeface="Times New Roman" pitchFamily="18" charset="0"/>
              </a:rPr>
              <a:t>Environmental Scan</a:t>
            </a:r>
            <a:br>
              <a:rPr lang="en-US" sz="2800" b="1" dirty="0">
                <a:solidFill>
                  <a:srgbClr val="000066"/>
                </a:solidFill>
                <a:latin typeface="Georgia" pitchFamily="18" charset="0"/>
                <a:cs typeface="Times New Roman" pitchFamily="18" charset="0"/>
              </a:rPr>
            </a:br>
            <a:r>
              <a:rPr lang="en-US" sz="2800" b="0" dirty="0">
                <a:solidFill>
                  <a:srgbClr val="000066"/>
                </a:solidFill>
                <a:latin typeface="Georgia" pitchFamily="18" charset="0"/>
                <a:cs typeface="Times New Roman" pitchFamily="18" charset="0"/>
              </a:rPr>
              <a:t>An analysis of outside influences that may have an impact on an organization</a:t>
            </a:r>
            <a:endParaRPr lang="en-US" sz="3200" b="1" dirty="0">
              <a:solidFill>
                <a:srgbClr val="000066"/>
              </a:solidFill>
              <a:latin typeface="Georgia" pitchFamily="18" charset="0"/>
              <a:cs typeface="Times New Roman" pitchFamily="18" charset="0"/>
            </a:endParaRPr>
          </a:p>
        </p:txBody>
      </p:sp>
      <p:sp>
        <p:nvSpPr>
          <p:cNvPr id="69636" name="Rectangle 4"/>
          <p:cNvSpPr>
            <a:spLocks noGrp="1" noChangeArrowheads="1"/>
          </p:cNvSpPr>
          <p:nvPr>
            <p:ph type="subTitle" idx="1"/>
          </p:nvPr>
        </p:nvSpPr>
        <p:spPr bwMode="auto">
          <a:xfrm>
            <a:off x="533400" y="1581150"/>
            <a:ext cx="8077200" cy="1143000"/>
          </a:xfrm>
          <a:noFill/>
          <a:ln>
            <a:miter lim="800000"/>
            <a:headEnd/>
            <a:tailEnd/>
          </a:ln>
        </p:spPr>
        <p:txBody>
          <a:bodyPr vert="horz" wrap="square" lIns="91440" tIns="45720" rIns="91440" bIns="45720" numCol="1" anchor="t" anchorCtr="0" compatLnSpc="1">
            <a:prstTxWarp prst="textNoShape">
              <a:avLst/>
            </a:prstTxWarp>
            <a:normAutofit lnSpcReduction="10000"/>
          </a:bodyPr>
          <a:lstStyle/>
          <a:p>
            <a:pPr algn="l">
              <a:spcAft>
                <a:spcPct val="40000"/>
              </a:spcAft>
              <a:buFont typeface="Symbol" pitchFamily="18" charset="2"/>
              <a:buNone/>
            </a:pPr>
            <a:r>
              <a:rPr lang="en-US" sz="2400" dirty="0">
                <a:solidFill>
                  <a:srgbClr val="000000"/>
                </a:solidFill>
                <a:latin typeface="Georgia" pitchFamily="18" charset="0"/>
                <a:cs typeface="Times New Roman" pitchFamily="18" charset="0"/>
              </a:rPr>
              <a:t>A business may conduct an </a:t>
            </a:r>
            <a:r>
              <a:rPr lang="en-US" sz="2400" b="1" dirty="0">
                <a:solidFill>
                  <a:srgbClr val="CA0C00"/>
                </a:solidFill>
                <a:latin typeface="Georgia" pitchFamily="18" charset="0"/>
                <a:cs typeface="Times New Roman" pitchFamily="18" charset="0"/>
              </a:rPr>
              <a:t>environmental scan</a:t>
            </a:r>
            <a:r>
              <a:rPr lang="en-US" sz="2400" b="1" dirty="0">
                <a:solidFill>
                  <a:srgbClr val="CA0C00"/>
                </a:solidFill>
                <a:latin typeface="Georgia" pitchFamily="18" charset="0"/>
                <a:ea typeface="Times New Roman" pitchFamily="18" charset="0"/>
                <a:cs typeface="Arial" charset="0"/>
              </a:rPr>
              <a:t> </a:t>
            </a:r>
            <a:r>
              <a:rPr lang="en-US" sz="2400" dirty="0">
                <a:solidFill>
                  <a:srgbClr val="000000"/>
                </a:solidFill>
                <a:latin typeface="Georgia" pitchFamily="18" charset="0"/>
                <a:cs typeface="Times New Roman" pitchFamily="18" charset="0"/>
              </a:rPr>
              <a:t>to methodically </a:t>
            </a:r>
            <a:r>
              <a:rPr lang="en-US" sz="2400">
                <a:solidFill>
                  <a:srgbClr val="000000"/>
                </a:solidFill>
                <a:latin typeface="Georgia" pitchFamily="18" charset="0"/>
                <a:cs typeface="Times New Roman" pitchFamily="18" charset="0"/>
              </a:rPr>
              <a:t>examine </a:t>
            </a:r>
            <a:r>
              <a:rPr lang="en-US" sz="2400">
                <a:solidFill>
                  <a:srgbClr val="0000CC"/>
                </a:solidFill>
                <a:latin typeface="Georgia" pitchFamily="18" charset="0"/>
                <a:cs typeface="Times New Roman" pitchFamily="18" charset="0"/>
              </a:rPr>
              <a:t>six main </a:t>
            </a:r>
            <a:r>
              <a:rPr lang="en-US" sz="2400" dirty="0">
                <a:solidFill>
                  <a:srgbClr val="0000CC"/>
                </a:solidFill>
                <a:latin typeface="Georgia" pitchFamily="18" charset="0"/>
                <a:cs typeface="Times New Roman" pitchFamily="18" charset="0"/>
              </a:rPr>
              <a:t>areas </a:t>
            </a:r>
            <a:r>
              <a:rPr lang="en-US" sz="2400" dirty="0">
                <a:solidFill>
                  <a:srgbClr val="000000"/>
                </a:solidFill>
                <a:latin typeface="Georgia" pitchFamily="18" charset="0"/>
                <a:cs typeface="Times New Roman" pitchFamily="18" charset="0"/>
              </a:rPr>
              <a:t>of the marketplace. The acronym PESTLE refers to these four factors:</a:t>
            </a:r>
          </a:p>
        </p:txBody>
      </p:sp>
      <p:sp>
        <p:nvSpPr>
          <p:cNvPr id="2" name="TextBox 1"/>
          <p:cNvSpPr txBox="1"/>
          <p:nvPr/>
        </p:nvSpPr>
        <p:spPr>
          <a:xfrm>
            <a:off x="457200" y="2724150"/>
            <a:ext cx="5029200" cy="2160591"/>
          </a:xfrm>
          <a:prstGeom prst="rect">
            <a:avLst/>
          </a:prstGeom>
          <a:noFill/>
        </p:spPr>
        <p:txBody>
          <a:bodyPr wrap="square" numCol="2" rtlCol="0">
            <a:spAutoFit/>
          </a:bodyPr>
          <a:lstStyle/>
          <a:p>
            <a:pPr marL="342900" marR="0" lvl="1" indent="-228600" algn="l" defTabSz="914400" rtl="0" eaLnBrk="1" fontAlgn="base" latinLnBrk="0" hangingPunct="1">
              <a:lnSpc>
                <a:spcPct val="100000"/>
              </a:lnSpc>
              <a:spcBef>
                <a:spcPct val="0"/>
              </a:spcBef>
              <a:spcAft>
                <a:spcPct val="40000"/>
              </a:spcAft>
              <a:buClr>
                <a:srgbClr val="008000"/>
              </a:buClr>
              <a:buSzTx/>
              <a:buFontTx/>
              <a:buChar char="•"/>
              <a:tabLst/>
              <a:defRPr/>
            </a:pPr>
            <a:r>
              <a:rPr kumimoji="0" lang="en-US" sz="2400" b="0" i="0" u="none" strike="noStrike" kern="1200" cap="none" spc="0" normalizeH="0" baseline="0" noProof="0" dirty="0">
                <a:ln>
                  <a:noFill/>
                </a:ln>
                <a:solidFill>
                  <a:srgbClr val="000000"/>
                </a:solidFill>
                <a:effectLst/>
                <a:uLnTx/>
                <a:uFillTx/>
                <a:latin typeface="Georgia" pitchFamily="18" charset="0"/>
                <a:ea typeface="+mn-ea"/>
                <a:cs typeface="Times New Roman" pitchFamily="18" charset="0"/>
              </a:rPr>
              <a:t>Political</a:t>
            </a:r>
          </a:p>
          <a:p>
            <a:pPr marL="342900" marR="0" lvl="1" indent="-228600" algn="l" defTabSz="914400" rtl="0" eaLnBrk="1" fontAlgn="base" latinLnBrk="0" hangingPunct="1">
              <a:lnSpc>
                <a:spcPct val="100000"/>
              </a:lnSpc>
              <a:spcBef>
                <a:spcPct val="0"/>
              </a:spcBef>
              <a:spcAft>
                <a:spcPct val="40000"/>
              </a:spcAft>
              <a:buClr>
                <a:srgbClr val="008000"/>
              </a:buClr>
              <a:buSzTx/>
              <a:buFontTx/>
              <a:buChar char="•"/>
              <a:tabLst/>
              <a:defRPr/>
            </a:pPr>
            <a:r>
              <a:rPr kumimoji="0" lang="en-US" sz="2400" b="0" i="0" u="none" strike="noStrike" kern="1200" cap="none" spc="0" normalizeH="0" baseline="0" noProof="0" dirty="0">
                <a:ln>
                  <a:noFill/>
                </a:ln>
                <a:solidFill>
                  <a:srgbClr val="000000"/>
                </a:solidFill>
                <a:effectLst/>
                <a:uLnTx/>
                <a:uFillTx/>
                <a:latin typeface="Georgia" pitchFamily="18" charset="0"/>
                <a:ea typeface="+mn-ea"/>
                <a:cs typeface="Times New Roman" pitchFamily="18" charset="0"/>
              </a:rPr>
              <a:t>Economic</a:t>
            </a:r>
          </a:p>
          <a:p>
            <a:pPr marL="342900" marR="0" lvl="1" indent="-228600" algn="l" defTabSz="914400" rtl="0" eaLnBrk="1" fontAlgn="base" latinLnBrk="0" hangingPunct="1">
              <a:lnSpc>
                <a:spcPct val="100000"/>
              </a:lnSpc>
              <a:spcBef>
                <a:spcPct val="0"/>
              </a:spcBef>
              <a:spcAft>
                <a:spcPct val="40000"/>
              </a:spcAft>
              <a:buClr>
                <a:srgbClr val="008000"/>
              </a:buClr>
              <a:buSzTx/>
              <a:buFontTx/>
              <a:buChar char="•"/>
              <a:tabLst/>
              <a:defRPr/>
            </a:pPr>
            <a:r>
              <a:rPr kumimoji="0" lang="en-US" sz="2400" b="0" i="0" u="none" strike="noStrike" kern="1200" cap="none" spc="0" normalizeH="0" baseline="0" noProof="0" dirty="0">
                <a:ln>
                  <a:noFill/>
                </a:ln>
                <a:solidFill>
                  <a:srgbClr val="000000"/>
                </a:solidFill>
                <a:effectLst/>
                <a:uLnTx/>
                <a:uFillTx/>
                <a:latin typeface="Georgia" pitchFamily="18" charset="0"/>
                <a:ea typeface="+mn-ea"/>
                <a:cs typeface="Times New Roman" pitchFamily="18" charset="0"/>
              </a:rPr>
              <a:t>Social</a:t>
            </a:r>
          </a:p>
          <a:p>
            <a:pPr marL="342900" marR="0" lvl="1" indent="-228600" algn="l" defTabSz="914400" rtl="0" eaLnBrk="1" fontAlgn="base" latinLnBrk="0" hangingPunct="1">
              <a:lnSpc>
                <a:spcPct val="100000"/>
              </a:lnSpc>
              <a:spcBef>
                <a:spcPct val="0"/>
              </a:spcBef>
              <a:spcAft>
                <a:spcPct val="40000"/>
              </a:spcAft>
              <a:buClr>
                <a:srgbClr val="008000"/>
              </a:buClr>
              <a:buSzTx/>
              <a:buFontTx/>
              <a:buChar char="•"/>
              <a:tabLst/>
              <a:defRPr/>
            </a:pPr>
            <a:endParaRPr kumimoji="0" lang="en-US" sz="2400" b="0" i="0" u="none" strike="noStrike" kern="1200" cap="none" spc="0" normalizeH="0" baseline="0" noProof="0" dirty="0">
              <a:ln>
                <a:noFill/>
              </a:ln>
              <a:solidFill>
                <a:srgbClr val="000000"/>
              </a:solidFill>
              <a:effectLst/>
              <a:uLnTx/>
              <a:uFillTx/>
              <a:latin typeface="Georgia" pitchFamily="18" charset="0"/>
              <a:ea typeface="+mn-ea"/>
              <a:cs typeface="Times New Roman" pitchFamily="18" charset="0"/>
            </a:endParaRPr>
          </a:p>
          <a:p>
            <a:pPr marL="342900" marR="0" lvl="1" indent="-228600" algn="l" defTabSz="914400" rtl="0" eaLnBrk="1" fontAlgn="base" latinLnBrk="0" hangingPunct="1">
              <a:lnSpc>
                <a:spcPct val="100000"/>
              </a:lnSpc>
              <a:spcBef>
                <a:spcPct val="0"/>
              </a:spcBef>
              <a:spcAft>
                <a:spcPct val="40000"/>
              </a:spcAft>
              <a:buClr>
                <a:srgbClr val="008000"/>
              </a:buClr>
              <a:buSzTx/>
              <a:buFontTx/>
              <a:buChar char="•"/>
              <a:tabLst/>
              <a:defRPr/>
            </a:pPr>
            <a:r>
              <a:rPr kumimoji="0" lang="en-US" sz="2400" b="0" i="0" u="none" strike="noStrike" kern="1200" cap="none" spc="0" normalizeH="0" baseline="0" noProof="0" dirty="0">
                <a:ln>
                  <a:noFill/>
                </a:ln>
                <a:solidFill>
                  <a:srgbClr val="000000"/>
                </a:solidFill>
                <a:effectLst/>
                <a:uLnTx/>
                <a:uFillTx/>
                <a:latin typeface="Georgia" pitchFamily="18" charset="0"/>
                <a:ea typeface="+mn-ea"/>
                <a:cs typeface="Times New Roman" pitchFamily="18" charset="0"/>
              </a:rPr>
              <a:t>Technological </a:t>
            </a:r>
            <a:endParaRPr kumimoji="0" lang="en-US" sz="2400" b="0" i="0" u="none" strike="noStrike" kern="1200" cap="none" spc="0" normalizeH="0" baseline="0" noProof="0" dirty="0">
              <a:ln>
                <a:noFill/>
              </a:ln>
              <a:solidFill>
                <a:prstClr val="black"/>
              </a:solidFill>
              <a:effectLst/>
              <a:uLnTx/>
              <a:uFillTx/>
              <a:latin typeface="Arial" charset="0"/>
              <a:ea typeface="+mn-ea"/>
              <a:cs typeface="+mn-cs"/>
            </a:endParaRPr>
          </a:p>
          <a:p>
            <a:pPr marL="342900" marR="0" lvl="1" indent="-228600" algn="l" defTabSz="914400" rtl="0" eaLnBrk="1" fontAlgn="base" latinLnBrk="0" hangingPunct="1">
              <a:lnSpc>
                <a:spcPct val="100000"/>
              </a:lnSpc>
              <a:spcBef>
                <a:spcPct val="0"/>
              </a:spcBef>
              <a:spcAft>
                <a:spcPct val="40000"/>
              </a:spcAft>
              <a:buClr>
                <a:srgbClr val="008000"/>
              </a:buClr>
              <a:buSzTx/>
              <a:buFontTx/>
              <a:buChar char="•"/>
              <a:tabLst/>
              <a:defRPr/>
            </a:pPr>
            <a:r>
              <a:rPr kumimoji="0" lang="en-US" sz="2400" b="0" i="0" u="none" strike="noStrike" kern="1200" cap="none" spc="0" normalizeH="0" baseline="0" noProof="0" dirty="0">
                <a:ln>
                  <a:noFill/>
                </a:ln>
                <a:solidFill>
                  <a:srgbClr val="000000"/>
                </a:solidFill>
                <a:effectLst/>
                <a:uLnTx/>
                <a:uFillTx/>
                <a:latin typeface="Georgia" pitchFamily="18" charset="0"/>
                <a:ea typeface="+mn-ea"/>
                <a:cs typeface="Times New Roman" pitchFamily="18" charset="0"/>
              </a:rPr>
              <a:t>Legal</a:t>
            </a:r>
          </a:p>
          <a:p>
            <a:pPr marL="342900" marR="0" lvl="1" indent="-228600" algn="l" defTabSz="914400" rtl="0" eaLnBrk="1" fontAlgn="base" latinLnBrk="0" hangingPunct="1">
              <a:lnSpc>
                <a:spcPct val="100000"/>
              </a:lnSpc>
              <a:spcBef>
                <a:spcPct val="0"/>
              </a:spcBef>
              <a:spcAft>
                <a:spcPct val="40000"/>
              </a:spcAft>
              <a:buClr>
                <a:srgbClr val="008000"/>
              </a:buClr>
              <a:buSzTx/>
              <a:buFontTx/>
              <a:buChar char="•"/>
              <a:tabLst/>
              <a:defRPr/>
            </a:pPr>
            <a:r>
              <a:rPr kumimoji="0" lang="en-US" sz="2400" b="0" i="0" u="none" strike="noStrike" kern="1200" cap="none" spc="0" normalizeH="0" baseline="0" noProof="0" dirty="0">
                <a:ln>
                  <a:noFill/>
                </a:ln>
                <a:solidFill>
                  <a:srgbClr val="000000"/>
                </a:solidFill>
                <a:effectLst/>
                <a:uLnTx/>
                <a:uFillTx/>
                <a:latin typeface="Georgia" pitchFamily="18" charset="0"/>
                <a:ea typeface="+mn-ea"/>
                <a:cs typeface="Times New Roman" pitchFamily="18" charset="0"/>
              </a:rPr>
              <a:t>Environmental</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9800" y="3105150"/>
            <a:ext cx="2516328"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976182" y="2663478"/>
            <a:ext cx="27432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charset="0"/>
                <a:ea typeface="+mn-ea"/>
                <a:cs typeface="+mn-cs"/>
              </a:rPr>
              <a:t>ALWAYS BE GRINDING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9636">
                                            <p:bg/>
                                          </p:spTgt>
                                        </p:tgtEl>
                                        <p:attrNameLst>
                                          <p:attrName>style.visibility</p:attrName>
                                        </p:attrNameLst>
                                      </p:cBhvr>
                                      <p:to>
                                        <p:strVal val="visible"/>
                                      </p:to>
                                    </p:set>
                                    <p:anim calcmode="lin" valueType="num">
                                      <p:cBhvr>
                                        <p:cTn id="7" dur="500" fill="hold"/>
                                        <p:tgtEl>
                                          <p:spTgt spid="69636">
                                            <p:bg/>
                                          </p:spTgt>
                                        </p:tgtEl>
                                        <p:attrNameLst>
                                          <p:attrName>ppt_w</p:attrName>
                                        </p:attrNameLst>
                                      </p:cBhvr>
                                      <p:tavLst>
                                        <p:tav tm="0">
                                          <p:val>
                                            <p:fltVal val="0"/>
                                          </p:val>
                                        </p:tav>
                                        <p:tav tm="100000">
                                          <p:val>
                                            <p:strVal val="#ppt_w"/>
                                          </p:val>
                                        </p:tav>
                                      </p:tavLst>
                                    </p:anim>
                                    <p:anim calcmode="lin" valueType="num">
                                      <p:cBhvr>
                                        <p:cTn id="8" dur="500" fill="hold"/>
                                        <p:tgtEl>
                                          <p:spTgt spid="69636">
                                            <p:bg/>
                                          </p:spTgt>
                                        </p:tgtEl>
                                        <p:attrNameLst>
                                          <p:attrName>ppt_h</p:attrName>
                                        </p:attrNameLst>
                                      </p:cBhvr>
                                      <p:tavLst>
                                        <p:tav tm="0">
                                          <p:val>
                                            <p:fltVal val="0"/>
                                          </p:val>
                                        </p:tav>
                                        <p:tav tm="100000">
                                          <p:val>
                                            <p:strVal val="#ppt_h"/>
                                          </p:val>
                                        </p:tav>
                                      </p:tavLst>
                                    </p:anim>
                                    <p:animEffect transition="in" filter="fade">
                                      <p:cBhvr>
                                        <p:cTn id="9" dur="500"/>
                                        <p:tgtEl>
                                          <p:spTgt spid="69636">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69636">
                                            <p:txEl>
                                              <p:pRg st="0" end="0"/>
                                            </p:txEl>
                                          </p:spTgt>
                                        </p:tgtEl>
                                        <p:attrNameLst>
                                          <p:attrName>style.visibility</p:attrName>
                                        </p:attrNameLst>
                                      </p:cBhvr>
                                      <p:to>
                                        <p:strVal val="visible"/>
                                      </p:to>
                                    </p:set>
                                    <p:anim calcmode="lin" valueType="num">
                                      <p:cBhvr>
                                        <p:cTn id="14" dur="500" fill="hold"/>
                                        <p:tgtEl>
                                          <p:spTgt spid="69636">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69636">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6963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wipe(down)">
                                      <p:cBhvr>
                                        <p:cTn id="21" dur="500"/>
                                        <p:tgtEl>
                                          <p:spTgt spid="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wipe(down)">
                                      <p:cBhvr>
                                        <p:cTn id="26" dur="500"/>
                                        <p:tgtEl>
                                          <p:spTgt spid="2">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wipe(down)">
                                      <p:cBhvr>
                                        <p:cTn id="31" dur="500"/>
                                        <p:tgtEl>
                                          <p:spTgt spid="2">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Effect transition="in" filter="wipe(down)">
                                      <p:cBhvr>
                                        <p:cTn id="36" dur="500"/>
                                        <p:tgtEl>
                                          <p:spTgt spid="2">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
                                            <p:txEl>
                                              <p:pRg st="5" end="5"/>
                                            </p:txEl>
                                          </p:spTgt>
                                        </p:tgtEl>
                                        <p:attrNameLst>
                                          <p:attrName>style.visibility</p:attrName>
                                        </p:attrNameLst>
                                      </p:cBhvr>
                                      <p:to>
                                        <p:strVal val="visible"/>
                                      </p:to>
                                    </p:set>
                                    <p:animEffect transition="in" filter="wipe(down)">
                                      <p:cBhvr>
                                        <p:cTn id="41" dur="500"/>
                                        <p:tgtEl>
                                          <p:spTgt spid="2">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
                                            <p:txEl>
                                              <p:pRg st="6" end="6"/>
                                            </p:txEl>
                                          </p:spTgt>
                                        </p:tgtEl>
                                        <p:attrNameLst>
                                          <p:attrName>style.visibility</p:attrName>
                                        </p:attrNameLst>
                                      </p:cBhvr>
                                      <p:to>
                                        <p:strVal val="visible"/>
                                      </p:to>
                                    </p:set>
                                    <p:animEffect transition="in" filter="wipe(down)">
                                      <p:cBhvr>
                                        <p:cTn id="46" dur="500"/>
                                        <p:tgtEl>
                                          <p:spTgt spid="2">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1" presetClass="entr" presetSubtype="1"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heel(1)">
                                      <p:cBhvr>
                                        <p:cTn id="51" dur="2000"/>
                                        <p:tgtEl>
                                          <p:spTgt spid="3"/>
                                        </p:tgtEl>
                                      </p:cBhvr>
                                    </p:animEffect>
                                  </p:childTnLst>
                                </p:cTn>
                              </p:par>
                              <p:par>
                                <p:cTn id="52" presetID="21" presetClass="entr" presetSubtype="1" fill="hold" nodeType="withEffect">
                                  <p:stCondLst>
                                    <p:cond delay="0"/>
                                  </p:stCondLst>
                                  <p:childTnLst>
                                    <p:set>
                                      <p:cBhvr>
                                        <p:cTn id="53" dur="1" fill="hold">
                                          <p:stCondLst>
                                            <p:cond delay="0"/>
                                          </p:stCondLst>
                                        </p:cTn>
                                        <p:tgtEl>
                                          <p:spTgt spid="1026"/>
                                        </p:tgtEl>
                                        <p:attrNameLst>
                                          <p:attrName>style.visibility</p:attrName>
                                        </p:attrNameLst>
                                      </p:cBhvr>
                                      <p:to>
                                        <p:strVal val="visible"/>
                                      </p:to>
                                    </p:set>
                                    <p:animEffect transition="in" filter="wheel(1)">
                                      <p:cBhvr>
                                        <p:cTn id="54"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build="p" animBg="1"/>
      <p:bldP spid="2" grpId="0" uiExpand="1" build="p"/>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9" name="Rectangle 3"/>
          <p:cNvSpPr>
            <a:spLocks noGrp="1" noChangeArrowheads="1"/>
          </p:cNvSpPr>
          <p:nvPr>
            <p:ph type="ctrTitle"/>
          </p:nvPr>
        </p:nvSpPr>
        <p:spPr bwMode="auto">
          <a:xfrm>
            <a:off x="533400" y="400050"/>
            <a:ext cx="2514600" cy="57150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l"/>
            <a:r>
              <a:rPr lang="en-US" sz="2400" b="1" dirty="0">
                <a:solidFill>
                  <a:srgbClr val="000066"/>
                </a:solidFill>
                <a:latin typeface="Verdana" pitchFamily="34" charset="0"/>
                <a:cs typeface="Times New Roman" pitchFamily="18" charset="0"/>
              </a:rPr>
              <a:t> </a:t>
            </a:r>
            <a:r>
              <a:rPr lang="en-US" sz="3200" b="1" dirty="0">
                <a:solidFill>
                  <a:srgbClr val="CA0C00"/>
                </a:solidFill>
                <a:latin typeface="Georgia" pitchFamily="18" charset="0"/>
                <a:cs typeface="Times New Roman" pitchFamily="18" charset="0"/>
              </a:rPr>
              <a:t>P</a:t>
            </a:r>
            <a:r>
              <a:rPr lang="en-US" sz="3200" b="1" dirty="0">
                <a:solidFill>
                  <a:srgbClr val="000066"/>
                </a:solidFill>
                <a:latin typeface="Georgia" pitchFamily="18" charset="0"/>
                <a:cs typeface="Times New Roman" pitchFamily="18" charset="0"/>
              </a:rPr>
              <a:t>olitical</a:t>
            </a:r>
          </a:p>
        </p:txBody>
      </p:sp>
      <p:sp>
        <p:nvSpPr>
          <p:cNvPr id="70660" name="Rectangle 4"/>
          <p:cNvSpPr>
            <a:spLocks noGrp="1" noChangeArrowheads="1"/>
          </p:cNvSpPr>
          <p:nvPr>
            <p:ph type="subTitle" idx="1"/>
          </p:nvPr>
        </p:nvSpPr>
        <p:spPr bwMode="auto">
          <a:xfrm>
            <a:off x="2362200" y="1428750"/>
            <a:ext cx="6172200" cy="2286000"/>
          </a:xfrm>
          <a:noFill/>
          <a:ln>
            <a:miter lim="800000"/>
            <a:headEnd/>
            <a:tailEnd/>
          </a:ln>
        </p:spPr>
        <p:txBody>
          <a:bodyPr vert="horz" wrap="square" lIns="91440" tIns="45720" rIns="91440" bIns="45720" numCol="1" anchor="t" anchorCtr="0" compatLnSpc="1">
            <a:prstTxWarp prst="textNoShape">
              <a:avLst/>
            </a:prstTxWarp>
            <a:normAutofit fontScale="92500" lnSpcReduction="10000"/>
          </a:bodyPr>
          <a:lstStyle/>
          <a:p>
            <a:pPr algn="l">
              <a:spcAft>
                <a:spcPct val="40000"/>
              </a:spcAft>
              <a:buFont typeface="Symbol" pitchFamily="18" charset="2"/>
              <a:buNone/>
            </a:pPr>
            <a:r>
              <a:rPr lang="en-US" sz="2800" dirty="0">
                <a:solidFill>
                  <a:srgbClr val="000000"/>
                </a:solidFill>
                <a:latin typeface="Georgia" pitchFamily="18" charset="0"/>
                <a:cs typeface="Times New Roman" pitchFamily="18" charset="0"/>
              </a:rPr>
              <a:t>Political issues center around government involvement in business operations, such as:</a:t>
            </a:r>
          </a:p>
          <a:p>
            <a:pPr marL="342900" lvl="1" indent="-228600" algn="l">
              <a:spcAft>
                <a:spcPct val="40000"/>
              </a:spcAft>
              <a:buClr>
                <a:srgbClr val="008000"/>
              </a:buClr>
              <a:buFontTx/>
              <a:buChar char="•"/>
            </a:pPr>
            <a:r>
              <a:rPr lang="en-US" sz="2800" dirty="0">
                <a:solidFill>
                  <a:srgbClr val="000000"/>
                </a:solidFill>
                <a:latin typeface="Georgia" pitchFamily="18" charset="0"/>
                <a:cs typeface="Times New Roman" pitchFamily="18" charset="0"/>
              </a:rPr>
              <a:t>Laws </a:t>
            </a:r>
          </a:p>
          <a:p>
            <a:pPr marL="342900" lvl="1" indent="-228600" algn="l">
              <a:spcAft>
                <a:spcPct val="40000"/>
              </a:spcAft>
              <a:buClr>
                <a:srgbClr val="008000"/>
              </a:buClr>
              <a:buFontTx/>
              <a:buChar char="•"/>
            </a:pPr>
            <a:r>
              <a:rPr lang="en-US" sz="2800" dirty="0">
                <a:solidFill>
                  <a:srgbClr val="000000"/>
                </a:solidFill>
                <a:latin typeface="Georgia" pitchFamily="18" charset="0"/>
                <a:cs typeface="Times New Roman" pitchFamily="18" charset="0"/>
              </a:rPr>
              <a:t>Regulations</a:t>
            </a:r>
          </a:p>
        </p:txBody>
      </p:sp>
      <p:pic>
        <p:nvPicPr>
          <p:cNvPr id="70665" name="Picture 9" descr="http://t3.gstatic.com/images?q=tbn:lra7me0wcjyzIM:http://www.michaelbay.com/newsblog/files/USA-flag.jpg">
            <a:hlinkClick r:id="rId2"/>
          </p:cNvPr>
          <p:cNvPicPr>
            <a:picLocks noChangeAspect="1" noChangeArrowheads="1"/>
          </p:cNvPicPr>
          <p:nvPr/>
        </p:nvPicPr>
        <p:blipFill>
          <a:blip r:embed="rId3" cstate="print"/>
          <a:srcRect/>
          <a:stretch>
            <a:fillRect/>
          </a:stretch>
        </p:blipFill>
        <p:spPr bwMode="auto">
          <a:xfrm>
            <a:off x="533401" y="1028700"/>
            <a:ext cx="1552576" cy="87110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0660">
                                            <p:txEl>
                                              <p:pRg st="0" end="0"/>
                                            </p:txEl>
                                          </p:spTgt>
                                        </p:tgtEl>
                                        <p:attrNameLst>
                                          <p:attrName>style.visibility</p:attrName>
                                        </p:attrNameLst>
                                      </p:cBhvr>
                                      <p:to>
                                        <p:strVal val="visible"/>
                                      </p:to>
                                    </p:set>
                                    <p:animEffect transition="in" filter="wipe(left)">
                                      <p:cBhvr>
                                        <p:cTn id="7" dur="500"/>
                                        <p:tgtEl>
                                          <p:spTgt spid="70660">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0660">
                                            <p:txEl>
                                              <p:pRg st="1" end="1"/>
                                            </p:txEl>
                                          </p:spTgt>
                                        </p:tgtEl>
                                        <p:attrNameLst>
                                          <p:attrName>style.visibility</p:attrName>
                                        </p:attrNameLst>
                                      </p:cBhvr>
                                      <p:to>
                                        <p:strVal val="visible"/>
                                      </p:to>
                                    </p:set>
                                    <p:animEffect transition="in" filter="wipe(left)">
                                      <p:cBhvr>
                                        <p:cTn id="10" dur="500"/>
                                        <p:tgtEl>
                                          <p:spTgt spid="70660">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0660">
                                            <p:txEl>
                                              <p:pRg st="2" end="2"/>
                                            </p:txEl>
                                          </p:spTgt>
                                        </p:tgtEl>
                                        <p:attrNameLst>
                                          <p:attrName>style.visibility</p:attrName>
                                        </p:attrNameLst>
                                      </p:cBhvr>
                                      <p:to>
                                        <p:strVal val="visible"/>
                                      </p:to>
                                    </p:set>
                                    <p:animEffect transition="in" filter="wipe(left)">
                                      <p:cBhvr>
                                        <p:cTn id="13" dur="500"/>
                                        <p:tgtEl>
                                          <p:spTgt spid="7066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build="p" autoUpdateAnimBg="0" advAuto="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bwMode="auto">
          <a:xfrm>
            <a:off x="457200" y="342900"/>
            <a:ext cx="2514600" cy="51435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l"/>
            <a:r>
              <a:rPr lang="en-US" sz="3200" b="1" dirty="0">
                <a:solidFill>
                  <a:srgbClr val="CA0C00"/>
                </a:solidFill>
                <a:latin typeface="Georgia" pitchFamily="18" charset="0"/>
                <a:cs typeface="Times New Roman" pitchFamily="18" charset="0"/>
              </a:rPr>
              <a:t>E</a:t>
            </a:r>
            <a:r>
              <a:rPr lang="en-US" sz="3200" b="1" dirty="0">
                <a:solidFill>
                  <a:srgbClr val="000066"/>
                </a:solidFill>
                <a:latin typeface="Georgia" pitchFamily="18" charset="0"/>
                <a:cs typeface="Times New Roman" pitchFamily="18" charset="0"/>
              </a:rPr>
              <a:t>conomic</a:t>
            </a:r>
            <a:r>
              <a:rPr lang="en-US" sz="2400" b="1" dirty="0">
                <a:solidFill>
                  <a:srgbClr val="000066"/>
                </a:solidFill>
                <a:latin typeface="Verdana" pitchFamily="34" charset="0"/>
                <a:cs typeface="Times New Roman" pitchFamily="18" charset="0"/>
              </a:rPr>
              <a:t> </a:t>
            </a:r>
          </a:p>
        </p:txBody>
      </p:sp>
      <p:sp>
        <p:nvSpPr>
          <p:cNvPr id="71683" name="Rectangle 3"/>
          <p:cNvSpPr>
            <a:spLocks noGrp="1" noChangeArrowheads="1"/>
          </p:cNvSpPr>
          <p:nvPr>
            <p:ph type="subTitle" idx="1"/>
          </p:nvPr>
        </p:nvSpPr>
        <p:spPr bwMode="auto">
          <a:xfrm>
            <a:off x="990600" y="914400"/>
            <a:ext cx="7696200" cy="3028950"/>
          </a:xfrm>
          <a:noFill/>
          <a:ln>
            <a:miter lim="800000"/>
            <a:headEnd/>
            <a:tailEnd/>
          </a:ln>
        </p:spPr>
        <p:txBody>
          <a:bodyPr vert="horz" wrap="square" lIns="91440" tIns="45720" rIns="91440" bIns="45720" numCol="1" anchor="t" anchorCtr="0" compatLnSpc="1">
            <a:prstTxWarp prst="textNoShape">
              <a:avLst/>
            </a:prstTxWarp>
            <a:noAutofit/>
          </a:bodyPr>
          <a:lstStyle/>
          <a:p>
            <a:pPr algn="l">
              <a:spcAft>
                <a:spcPct val="40000"/>
              </a:spcAft>
              <a:buFont typeface="Symbol" pitchFamily="18" charset="2"/>
              <a:buNone/>
            </a:pPr>
            <a:r>
              <a:rPr lang="en-US" sz="2800" dirty="0">
                <a:solidFill>
                  <a:srgbClr val="000000"/>
                </a:solidFill>
                <a:latin typeface="Georgia" pitchFamily="18" charset="0"/>
                <a:cs typeface="Times New Roman" pitchFamily="18" charset="0"/>
              </a:rPr>
              <a:t>Businesses are always interested in the economy, which is affected by factors such as:</a:t>
            </a:r>
          </a:p>
          <a:p>
            <a:pPr marL="342900" lvl="1" indent="-228600" algn="l">
              <a:spcAft>
                <a:spcPct val="40000"/>
              </a:spcAft>
              <a:buClr>
                <a:srgbClr val="008000"/>
              </a:buClr>
              <a:buFontTx/>
              <a:buChar char="•"/>
            </a:pPr>
            <a:r>
              <a:rPr lang="en-US" sz="2800" dirty="0">
                <a:solidFill>
                  <a:srgbClr val="000000"/>
                </a:solidFill>
                <a:latin typeface="Georgia" pitchFamily="18" charset="0"/>
                <a:cs typeface="Times New Roman" pitchFamily="18" charset="0"/>
              </a:rPr>
              <a:t>Unemployment rate</a:t>
            </a:r>
          </a:p>
          <a:p>
            <a:pPr marL="342900" lvl="1" indent="-228600" algn="l">
              <a:spcAft>
                <a:spcPct val="40000"/>
              </a:spcAft>
              <a:buClr>
                <a:srgbClr val="008000"/>
              </a:buClr>
              <a:buFontTx/>
              <a:buChar char="•"/>
            </a:pPr>
            <a:r>
              <a:rPr lang="en-US" sz="2800" dirty="0">
                <a:solidFill>
                  <a:srgbClr val="000000"/>
                </a:solidFill>
                <a:latin typeface="Georgia" pitchFamily="18" charset="0"/>
                <a:cs typeface="Times New Roman" pitchFamily="18" charset="0"/>
              </a:rPr>
              <a:t>Inflation</a:t>
            </a:r>
          </a:p>
          <a:p>
            <a:pPr marL="342900" lvl="1" indent="-228600" algn="l">
              <a:spcAft>
                <a:spcPct val="40000"/>
              </a:spcAft>
              <a:buClr>
                <a:srgbClr val="008000"/>
              </a:buClr>
              <a:buFontTx/>
              <a:buChar char="•"/>
            </a:pPr>
            <a:r>
              <a:rPr lang="en-US" sz="2800" dirty="0">
                <a:solidFill>
                  <a:srgbClr val="000000"/>
                </a:solidFill>
                <a:latin typeface="Georgia" pitchFamily="18" charset="0"/>
                <a:cs typeface="Times New Roman" pitchFamily="18" charset="0"/>
              </a:rPr>
              <a:t>Retail sales figures</a:t>
            </a:r>
          </a:p>
          <a:p>
            <a:pPr marL="342900" lvl="1" indent="-228600" algn="l">
              <a:spcAft>
                <a:spcPct val="40000"/>
              </a:spcAft>
              <a:buClr>
                <a:srgbClr val="008000"/>
              </a:buClr>
              <a:buFontTx/>
              <a:buChar char="•"/>
            </a:pPr>
            <a:r>
              <a:rPr lang="en-US" sz="2800" dirty="0">
                <a:solidFill>
                  <a:srgbClr val="000000"/>
                </a:solidFill>
                <a:latin typeface="Georgia" pitchFamily="18" charset="0"/>
                <a:cs typeface="Times New Roman" pitchFamily="18" charset="0"/>
              </a:rPr>
              <a:t>Productivity</a:t>
            </a:r>
          </a:p>
        </p:txBody>
      </p:sp>
      <p:pic>
        <p:nvPicPr>
          <p:cNvPr id="71686" name="Picture 6" descr="http://www.networkmarketingtitans.com/dollar%20bill%202.jpg"/>
          <p:cNvPicPr>
            <a:picLocks noChangeAspect="1" noChangeArrowheads="1"/>
          </p:cNvPicPr>
          <p:nvPr/>
        </p:nvPicPr>
        <p:blipFill>
          <a:blip r:embed="rId2" cstate="print"/>
          <a:srcRect/>
          <a:stretch>
            <a:fillRect/>
          </a:stretch>
        </p:blipFill>
        <p:spPr bwMode="auto">
          <a:xfrm>
            <a:off x="5334000" y="2228850"/>
            <a:ext cx="2832100" cy="92661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wipe(left)">
                                      <p:cBhvr>
                                        <p:cTn id="7" dur="500"/>
                                        <p:tgtEl>
                                          <p:spTgt spid="7168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1683">
                                            <p:txEl>
                                              <p:pRg st="1" end="1"/>
                                            </p:txEl>
                                          </p:spTgt>
                                        </p:tgtEl>
                                        <p:attrNameLst>
                                          <p:attrName>style.visibility</p:attrName>
                                        </p:attrNameLst>
                                      </p:cBhvr>
                                      <p:to>
                                        <p:strVal val="visible"/>
                                      </p:to>
                                    </p:set>
                                    <p:animEffect transition="in" filter="wipe(left)">
                                      <p:cBhvr>
                                        <p:cTn id="10" dur="500"/>
                                        <p:tgtEl>
                                          <p:spTgt spid="7168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1683">
                                            <p:txEl>
                                              <p:pRg st="2" end="2"/>
                                            </p:txEl>
                                          </p:spTgt>
                                        </p:tgtEl>
                                        <p:attrNameLst>
                                          <p:attrName>style.visibility</p:attrName>
                                        </p:attrNameLst>
                                      </p:cBhvr>
                                      <p:to>
                                        <p:strVal val="visible"/>
                                      </p:to>
                                    </p:set>
                                    <p:animEffect transition="in" filter="wipe(left)">
                                      <p:cBhvr>
                                        <p:cTn id="13" dur="500"/>
                                        <p:tgtEl>
                                          <p:spTgt spid="7168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1683">
                                            <p:txEl>
                                              <p:pRg st="3" end="3"/>
                                            </p:txEl>
                                          </p:spTgt>
                                        </p:tgtEl>
                                        <p:attrNameLst>
                                          <p:attrName>style.visibility</p:attrName>
                                        </p:attrNameLst>
                                      </p:cBhvr>
                                      <p:to>
                                        <p:strVal val="visible"/>
                                      </p:to>
                                    </p:set>
                                    <p:animEffect transition="in" filter="wipe(left)">
                                      <p:cBhvr>
                                        <p:cTn id="16" dur="500"/>
                                        <p:tgtEl>
                                          <p:spTgt spid="7168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1683">
                                            <p:txEl>
                                              <p:pRg st="4" end="4"/>
                                            </p:txEl>
                                          </p:spTgt>
                                        </p:tgtEl>
                                        <p:attrNameLst>
                                          <p:attrName>style.visibility</p:attrName>
                                        </p:attrNameLst>
                                      </p:cBhvr>
                                      <p:to>
                                        <p:strVal val="visible"/>
                                      </p:to>
                                    </p:set>
                                    <p:animEffect transition="in" filter="wipe(left)">
                                      <p:cBhvr>
                                        <p:cTn id="19" dur="500"/>
                                        <p:tgtEl>
                                          <p:spTgt spid="716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autoUpdateAnimBg="0" advAuto="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type="ctrTitle"/>
          </p:nvPr>
        </p:nvSpPr>
        <p:spPr bwMode="auto">
          <a:xfrm>
            <a:off x="533400" y="285750"/>
            <a:ext cx="3429000" cy="51435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l"/>
            <a:r>
              <a:rPr lang="en-US" sz="3200" b="1" dirty="0">
                <a:solidFill>
                  <a:srgbClr val="CA0C00"/>
                </a:solidFill>
                <a:latin typeface="Georgia" pitchFamily="18" charset="0"/>
                <a:cs typeface="Times New Roman" pitchFamily="18" charset="0"/>
              </a:rPr>
              <a:t>S</a:t>
            </a:r>
            <a:r>
              <a:rPr lang="en-US" sz="3200" b="1" dirty="0">
                <a:solidFill>
                  <a:srgbClr val="000066"/>
                </a:solidFill>
                <a:latin typeface="Georgia" pitchFamily="18" charset="0"/>
                <a:cs typeface="Times New Roman" pitchFamily="18" charset="0"/>
              </a:rPr>
              <a:t>ocial</a:t>
            </a:r>
          </a:p>
        </p:txBody>
      </p:sp>
      <p:sp>
        <p:nvSpPr>
          <p:cNvPr id="72707" name="Rectangle 3"/>
          <p:cNvSpPr>
            <a:spLocks noGrp="1" noChangeArrowheads="1"/>
          </p:cNvSpPr>
          <p:nvPr>
            <p:ph type="subTitle" idx="1"/>
          </p:nvPr>
        </p:nvSpPr>
        <p:spPr bwMode="auto">
          <a:xfrm>
            <a:off x="914400" y="742950"/>
            <a:ext cx="8229600" cy="2971800"/>
          </a:xfrm>
          <a:noFill/>
          <a:ln>
            <a:miter lim="800000"/>
            <a:headEnd/>
            <a:tailEnd/>
          </a:ln>
        </p:spPr>
        <p:txBody>
          <a:bodyPr vert="horz" wrap="square" lIns="91440" tIns="45720" rIns="91440" bIns="45720" numCol="1" anchor="t" anchorCtr="0" compatLnSpc="1">
            <a:prstTxWarp prst="textNoShape">
              <a:avLst/>
            </a:prstTxWarp>
            <a:normAutofit/>
          </a:bodyPr>
          <a:lstStyle/>
          <a:p>
            <a:pPr algn="l">
              <a:lnSpc>
                <a:spcPct val="95000"/>
              </a:lnSpc>
              <a:spcAft>
                <a:spcPct val="20000"/>
              </a:spcAft>
              <a:buFont typeface="Symbol" pitchFamily="18" charset="2"/>
              <a:buNone/>
            </a:pPr>
            <a:r>
              <a:rPr lang="en-US" sz="2800" dirty="0">
                <a:solidFill>
                  <a:srgbClr val="000000"/>
                </a:solidFill>
                <a:latin typeface="Georgia" pitchFamily="18" charset="0"/>
                <a:cs typeface="Times New Roman" pitchFamily="18" charset="0"/>
              </a:rPr>
              <a:t>A socio-cultural analysis is based on customers and potential customers. It focuses on their:</a:t>
            </a:r>
          </a:p>
          <a:p>
            <a:pPr marL="342900" lvl="1" indent="-228600" algn="l">
              <a:lnSpc>
                <a:spcPct val="95000"/>
              </a:lnSpc>
              <a:spcAft>
                <a:spcPct val="20000"/>
              </a:spcAft>
              <a:buClr>
                <a:srgbClr val="008000"/>
              </a:buClr>
              <a:buFontTx/>
              <a:buChar char="•"/>
            </a:pPr>
            <a:r>
              <a:rPr lang="en-US" sz="2800" dirty="0">
                <a:solidFill>
                  <a:srgbClr val="000000"/>
                </a:solidFill>
                <a:latin typeface="Georgia" pitchFamily="18" charset="0"/>
                <a:cs typeface="Times New Roman" pitchFamily="18" charset="0"/>
              </a:rPr>
              <a:t>Attitudes</a:t>
            </a:r>
          </a:p>
          <a:p>
            <a:pPr marL="342900" lvl="1" indent="-228600" algn="l">
              <a:lnSpc>
                <a:spcPct val="95000"/>
              </a:lnSpc>
              <a:spcAft>
                <a:spcPct val="20000"/>
              </a:spcAft>
              <a:buClr>
                <a:srgbClr val="008000"/>
              </a:buClr>
              <a:buFontTx/>
              <a:buChar char="•"/>
            </a:pPr>
            <a:r>
              <a:rPr lang="en-US" sz="2800" dirty="0">
                <a:solidFill>
                  <a:srgbClr val="000000"/>
                </a:solidFill>
                <a:latin typeface="Georgia" pitchFamily="18" charset="0"/>
                <a:cs typeface="Times New Roman" pitchFamily="18" charset="0"/>
              </a:rPr>
              <a:t>Lifestyles</a:t>
            </a:r>
          </a:p>
          <a:p>
            <a:pPr marL="342900" lvl="1" indent="-228600" algn="l">
              <a:lnSpc>
                <a:spcPct val="95000"/>
              </a:lnSpc>
              <a:spcAft>
                <a:spcPct val="20000"/>
              </a:spcAft>
              <a:buClr>
                <a:srgbClr val="008000"/>
              </a:buClr>
              <a:buFontTx/>
              <a:buChar char="•"/>
            </a:pPr>
            <a:r>
              <a:rPr lang="en-US" sz="2800" dirty="0">
                <a:solidFill>
                  <a:srgbClr val="000000"/>
                </a:solidFill>
                <a:latin typeface="Georgia" pitchFamily="18" charset="0"/>
                <a:cs typeface="Times New Roman" pitchFamily="18" charset="0"/>
              </a:rPr>
              <a:t>Opinions </a:t>
            </a:r>
          </a:p>
        </p:txBody>
      </p:sp>
      <p:pic>
        <p:nvPicPr>
          <p:cNvPr id="72712" name="Picture 8" descr="http://t3.gstatic.com/images?q=tbn:1TNnr-uUgh3aFM:http://www.zhaotongok.com/wp-content/uploads/2007/05/chinese-yuan.jpg">
            <a:hlinkClick r:id="rId2"/>
          </p:cNvPr>
          <p:cNvPicPr>
            <a:picLocks noChangeAspect="1" noChangeArrowheads="1"/>
          </p:cNvPicPr>
          <p:nvPr/>
        </p:nvPicPr>
        <p:blipFill>
          <a:blip r:embed="rId3" cstate="print"/>
          <a:srcRect/>
          <a:stretch>
            <a:fillRect/>
          </a:stretch>
        </p:blipFill>
        <p:spPr bwMode="auto">
          <a:xfrm>
            <a:off x="457200" y="3352033"/>
            <a:ext cx="2445568" cy="1257300"/>
          </a:xfrm>
          <a:prstGeom prst="rect">
            <a:avLst/>
          </a:prstGeom>
          <a:noFill/>
        </p:spPr>
      </p:pic>
      <p:sp>
        <p:nvSpPr>
          <p:cNvPr id="7" name="Rectangle 5"/>
          <p:cNvSpPr>
            <a:spLocks noChangeArrowheads="1"/>
          </p:cNvSpPr>
          <p:nvPr/>
        </p:nvSpPr>
        <p:spPr bwMode="auto">
          <a:xfrm>
            <a:off x="3352800" y="1723258"/>
            <a:ext cx="7620000" cy="3257550"/>
          </a:xfrm>
          <a:prstGeom prst="rect">
            <a:avLst/>
          </a:prstGeom>
          <a:noFill/>
          <a:ln w="9525">
            <a:noFill/>
            <a:miter lim="800000"/>
            <a:headEnd/>
            <a:tailEnd/>
          </a:ln>
        </p:spPr>
        <p:txBody>
          <a:bodyPr/>
          <a:lstStyle/>
          <a:p>
            <a:pPr marL="0" marR="0" lvl="0" indent="0" algn="l" defTabSz="914400" rtl="0" eaLnBrk="1" fontAlgn="base" latinLnBrk="0" hangingPunct="1">
              <a:lnSpc>
                <a:spcPct val="95000"/>
              </a:lnSpc>
              <a:spcBef>
                <a:spcPct val="20000"/>
              </a:spcBef>
              <a:spcAft>
                <a:spcPct val="20000"/>
              </a:spcAft>
              <a:buClrTx/>
              <a:buSzTx/>
              <a:buFont typeface="Symbol" pitchFamily="18" charset="2"/>
              <a:buNone/>
              <a:tabLst/>
              <a:defRPr/>
            </a:pPr>
            <a:r>
              <a:rPr kumimoji="0" lang="en-US" sz="2100" b="1" i="0" u="none" strike="noStrike" kern="1200" cap="none" spc="0" normalizeH="0" baseline="0" noProof="0" dirty="0">
                <a:ln>
                  <a:noFill/>
                </a:ln>
                <a:solidFill>
                  <a:srgbClr val="0000CC"/>
                </a:solidFill>
                <a:effectLst/>
                <a:uLnTx/>
                <a:uFillTx/>
                <a:latin typeface="Georgia" pitchFamily="18" charset="0"/>
                <a:ea typeface="+mn-ea"/>
                <a:cs typeface="Times New Roman" pitchFamily="18" charset="0"/>
              </a:rPr>
              <a:t>Social cultural analysis also considers:</a:t>
            </a:r>
          </a:p>
          <a:p>
            <a:pPr marL="342900" marR="0" lvl="1" indent="-228600" algn="l" defTabSz="914400" rtl="0" eaLnBrk="1" fontAlgn="base" latinLnBrk="0" hangingPunct="1">
              <a:lnSpc>
                <a:spcPct val="95000"/>
              </a:lnSpc>
              <a:spcBef>
                <a:spcPct val="20000"/>
              </a:spcBef>
              <a:spcAft>
                <a:spcPct val="20000"/>
              </a:spcAft>
              <a:buClr>
                <a:srgbClr val="008000"/>
              </a:buClr>
              <a:buSzTx/>
              <a:buFontTx/>
              <a:buChar char="•"/>
              <a:tabLst/>
              <a:defRPr/>
            </a:pPr>
            <a:r>
              <a:rPr kumimoji="0" lang="en-US" sz="2400" b="0" i="0" u="none" strike="noStrike" kern="1200" cap="none" spc="0" normalizeH="0" baseline="0" noProof="0" dirty="0">
                <a:ln>
                  <a:noFill/>
                </a:ln>
                <a:solidFill>
                  <a:srgbClr val="0000CC"/>
                </a:solidFill>
                <a:effectLst/>
                <a:uLnTx/>
                <a:uFillTx/>
                <a:latin typeface="Georgia" pitchFamily="18" charset="0"/>
                <a:ea typeface="+mn-ea"/>
                <a:cs typeface="Times New Roman" pitchFamily="18" charset="0"/>
              </a:rPr>
              <a:t>Age</a:t>
            </a:r>
          </a:p>
          <a:p>
            <a:pPr marL="342900" marR="0" lvl="1" indent="-228600" algn="l" defTabSz="914400" rtl="0" eaLnBrk="1" fontAlgn="base" latinLnBrk="0" hangingPunct="1">
              <a:lnSpc>
                <a:spcPct val="95000"/>
              </a:lnSpc>
              <a:spcBef>
                <a:spcPct val="20000"/>
              </a:spcBef>
              <a:spcAft>
                <a:spcPct val="20000"/>
              </a:spcAft>
              <a:buClr>
                <a:srgbClr val="008000"/>
              </a:buClr>
              <a:buSzTx/>
              <a:buFontTx/>
              <a:buChar char="•"/>
              <a:tabLst/>
              <a:defRPr/>
            </a:pPr>
            <a:r>
              <a:rPr kumimoji="0" lang="en-US" sz="2400" b="0" i="0" u="none" strike="noStrike" kern="1200" cap="none" spc="0" normalizeH="0" baseline="0" noProof="0" dirty="0">
                <a:ln>
                  <a:noFill/>
                </a:ln>
                <a:solidFill>
                  <a:srgbClr val="0000CC"/>
                </a:solidFill>
                <a:effectLst/>
                <a:uLnTx/>
                <a:uFillTx/>
                <a:latin typeface="Georgia" pitchFamily="18" charset="0"/>
                <a:ea typeface="+mn-ea"/>
                <a:cs typeface="Times New Roman" pitchFamily="18" charset="0"/>
              </a:rPr>
              <a:t>Income</a:t>
            </a:r>
          </a:p>
          <a:p>
            <a:pPr marL="342900" marR="0" lvl="1" indent="-228600" algn="l" defTabSz="914400" rtl="0" eaLnBrk="1" fontAlgn="base" latinLnBrk="0" hangingPunct="1">
              <a:lnSpc>
                <a:spcPct val="95000"/>
              </a:lnSpc>
              <a:spcBef>
                <a:spcPct val="20000"/>
              </a:spcBef>
              <a:spcAft>
                <a:spcPct val="20000"/>
              </a:spcAft>
              <a:buClr>
                <a:srgbClr val="008000"/>
              </a:buClr>
              <a:buSzTx/>
              <a:buFontTx/>
              <a:buChar char="•"/>
              <a:tabLst/>
              <a:defRPr/>
            </a:pPr>
            <a:r>
              <a:rPr kumimoji="0" lang="en-US" sz="2400" b="0" i="0" u="none" strike="noStrike" kern="1200" cap="none" spc="0" normalizeH="0" baseline="0" noProof="0" dirty="0">
                <a:ln>
                  <a:noFill/>
                </a:ln>
                <a:solidFill>
                  <a:srgbClr val="0000CC"/>
                </a:solidFill>
                <a:effectLst/>
                <a:uLnTx/>
                <a:uFillTx/>
                <a:latin typeface="Georgia" pitchFamily="18" charset="0"/>
                <a:ea typeface="+mn-ea"/>
                <a:cs typeface="Times New Roman" pitchFamily="18" charset="0"/>
              </a:rPr>
              <a:t>Occupation</a:t>
            </a:r>
          </a:p>
          <a:p>
            <a:pPr marL="342900" marR="0" lvl="1" indent="-228600" algn="l" defTabSz="914400" rtl="0" eaLnBrk="1" fontAlgn="base" latinLnBrk="0" hangingPunct="1">
              <a:lnSpc>
                <a:spcPct val="95000"/>
              </a:lnSpc>
              <a:spcBef>
                <a:spcPct val="20000"/>
              </a:spcBef>
              <a:spcAft>
                <a:spcPct val="20000"/>
              </a:spcAft>
              <a:buClr>
                <a:srgbClr val="008000"/>
              </a:buClr>
              <a:buSzTx/>
              <a:buFontTx/>
              <a:buChar char="•"/>
              <a:tabLst/>
              <a:defRPr/>
            </a:pPr>
            <a:r>
              <a:rPr kumimoji="0" lang="en-US" sz="2400" b="0" i="0" u="none" strike="noStrike" kern="1200" cap="none" spc="0" normalizeH="0" baseline="0" noProof="0" dirty="0">
                <a:ln>
                  <a:noFill/>
                </a:ln>
                <a:solidFill>
                  <a:srgbClr val="0000CC"/>
                </a:solidFill>
                <a:effectLst/>
                <a:uLnTx/>
                <a:uFillTx/>
                <a:latin typeface="Georgia" pitchFamily="18" charset="0"/>
                <a:ea typeface="+mn-ea"/>
                <a:cs typeface="Times New Roman" pitchFamily="18" charset="0"/>
              </a:rPr>
              <a:t>Education level</a:t>
            </a:r>
          </a:p>
          <a:p>
            <a:pPr marL="342900" marR="0" lvl="1" indent="-228600" algn="l" defTabSz="914400" rtl="0" eaLnBrk="1" fontAlgn="base" latinLnBrk="0" hangingPunct="1">
              <a:lnSpc>
                <a:spcPct val="95000"/>
              </a:lnSpc>
              <a:spcBef>
                <a:spcPct val="20000"/>
              </a:spcBef>
              <a:spcAft>
                <a:spcPct val="20000"/>
              </a:spcAft>
              <a:buClr>
                <a:srgbClr val="008000"/>
              </a:buClr>
              <a:buSzTx/>
              <a:buFontTx/>
              <a:buChar char="•"/>
              <a:tabLst/>
              <a:defRPr/>
            </a:pPr>
            <a:r>
              <a:rPr kumimoji="0" lang="en-US" sz="2400" b="0" i="0" u="none" strike="noStrike" kern="1200" cap="none" spc="0" normalizeH="0" baseline="0" noProof="0" dirty="0">
                <a:ln>
                  <a:noFill/>
                </a:ln>
                <a:solidFill>
                  <a:srgbClr val="0000CC"/>
                </a:solidFill>
                <a:effectLst/>
                <a:uLnTx/>
                <a:uFillTx/>
                <a:latin typeface="Georgia" pitchFamily="18" charset="0"/>
                <a:ea typeface="+mn-ea"/>
                <a:cs typeface="Times New Roman" pitchFamily="18" charset="0"/>
              </a:rPr>
              <a:t>Marital status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Effect transition="in" filter="wipe(left)">
                                      <p:cBhvr>
                                        <p:cTn id="7" dur="500"/>
                                        <p:tgtEl>
                                          <p:spTgt spid="7270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2707">
                                            <p:txEl>
                                              <p:pRg st="1" end="1"/>
                                            </p:txEl>
                                          </p:spTgt>
                                        </p:tgtEl>
                                        <p:attrNameLst>
                                          <p:attrName>style.visibility</p:attrName>
                                        </p:attrNameLst>
                                      </p:cBhvr>
                                      <p:to>
                                        <p:strVal val="visible"/>
                                      </p:to>
                                    </p:set>
                                    <p:animEffect transition="in" filter="wipe(left)">
                                      <p:cBhvr>
                                        <p:cTn id="10" dur="500"/>
                                        <p:tgtEl>
                                          <p:spTgt spid="7270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2707">
                                            <p:txEl>
                                              <p:pRg st="2" end="2"/>
                                            </p:txEl>
                                          </p:spTgt>
                                        </p:tgtEl>
                                        <p:attrNameLst>
                                          <p:attrName>style.visibility</p:attrName>
                                        </p:attrNameLst>
                                      </p:cBhvr>
                                      <p:to>
                                        <p:strVal val="visible"/>
                                      </p:to>
                                    </p:set>
                                    <p:animEffect transition="in" filter="wipe(left)">
                                      <p:cBhvr>
                                        <p:cTn id="13" dur="500"/>
                                        <p:tgtEl>
                                          <p:spTgt spid="72707">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2707">
                                            <p:txEl>
                                              <p:pRg st="3" end="3"/>
                                            </p:txEl>
                                          </p:spTgt>
                                        </p:tgtEl>
                                        <p:attrNameLst>
                                          <p:attrName>style.visibility</p:attrName>
                                        </p:attrNameLst>
                                      </p:cBhvr>
                                      <p:to>
                                        <p:strVal val="visible"/>
                                      </p:to>
                                    </p:set>
                                    <p:animEffect transition="in" filter="wipe(left)">
                                      <p:cBhvr>
                                        <p:cTn id="16" dur="500"/>
                                        <p:tgtEl>
                                          <p:spTgt spid="7270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 calcmode="lin" valueType="num">
                                      <p:cBhvr additive="base">
                                        <p:cTn id="21"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7">
                                            <p:txEl>
                                              <p:pRg st="0" end="0"/>
                                            </p:txEl>
                                          </p:spTgt>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anim calcmode="lin" valueType="num">
                                      <p:cBhvr additive="base">
                                        <p:cTn id="25"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
                                            <p:txEl>
                                              <p:pRg st="1" end="1"/>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anim calcmode="lin" valueType="num">
                                      <p:cBhvr additive="base">
                                        <p:cTn id="29" dur="500" fill="hold"/>
                                        <p:tgtEl>
                                          <p:spTgt spid="7">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7">
                                            <p:txEl>
                                              <p:pRg st="2" end="2"/>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anim calcmode="lin" valueType="num">
                                      <p:cBhvr additive="base">
                                        <p:cTn id="33" dur="500" fill="hold"/>
                                        <p:tgtEl>
                                          <p:spTgt spid="7">
                                            <p:txEl>
                                              <p:pRg st="3" end="3"/>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7">
                                            <p:txEl>
                                              <p:pRg st="3" end="3"/>
                                            </p:txEl>
                                          </p:spTgt>
                                        </p:tgtEl>
                                        <p:attrNameLst>
                                          <p:attrName>ppt_y</p:attrName>
                                        </p:attrNameLst>
                                      </p:cBhvr>
                                      <p:tavLst>
                                        <p:tav tm="0">
                                          <p:val>
                                            <p:strVal val="#ppt_y"/>
                                          </p:val>
                                        </p:tav>
                                        <p:tav tm="100000">
                                          <p:val>
                                            <p:strVal val="#ppt_y"/>
                                          </p:val>
                                        </p:tav>
                                      </p:tavLst>
                                    </p:anim>
                                  </p:childTnLst>
                                </p:cTn>
                              </p:par>
                              <p:par>
                                <p:cTn id="35" presetID="2" presetClass="entr" presetSubtype="8" fill="hold" nodeType="with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 calcmode="lin" valueType="num">
                                      <p:cBhvr additive="base">
                                        <p:cTn id="37" dur="500" fill="hold"/>
                                        <p:tgtEl>
                                          <p:spTgt spid="7">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
                                            <p:txEl>
                                              <p:pRg st="4" end="4"/>
                                            </p:txEl>
                                          </p:spTgt>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 calcmode="lin" valueType="num">
                                      <p:cBhvr additive="base">
                                        <p:cTn id="41" dur="500" fill="hold"/>
                                        <p:tgtEl>
                                          <p:spTgt spid="7">
                                            <p:txEl>
                                              <p:pRg st="5" end="5"/>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autoUpdateAnimBg="0"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4" name="Picture 6" descr="onstar"/>
          <p:cNvPicPr>
            <a:picLocks noChangeAspect="1" noChangeArrowheads="1"/>
          </p:cNvPicPr>
          <p:nvPr/>
        </p:nvPicPr>
        <p:blipFill>
          <a:blip r:embed="rId2" cstate="print"/>
          <a:srcRect/>
          <a:stretch>
            <a:fillRect/>
          </a:stretch>
        </p:blipFill>
        <p:spPr bwMode="auto">
          <a:xfrm>
            <a:off x="762000" y="971550"/>
            <a:ext cx="2971800" cy="3663616"/>
          </a:xfrm>
          <a:prstGeom prst="rect">
            <a:avLst/>
          </a:prstGeom>
          <a:noFill/>
          <a:ln w="9525">
            <a:solidFill>
              <a:schemeClr val="tx1"/>
            </a:solidFill>
            <a:miter lim="800000"/>
            <a:headEnd/>
            <a:tailEnd/>
          </a:ln>
        </p:spPr>
      </p:pic>
      <p:sp>
        <p:nvSpPr>
          <p:cNvPr id="73730" name="Rectangle 2"/>
          <p:cNvSpPr>
            <a:spLocks noGrp="1" noChangeArrowheads="1"/>
          </p:cNvSpPr>
          <p:nvPr>
            <p:ph type="ctrTitle"/>
          </p:nvPr>
        </p:nvSpPr>
        <p:spPr bwMode="auto">
          <a:xfrm>
            <a:off x="533400" y="314325"/>
            <a:ext cx="3276600" cy="542925"/>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l"/>
            <a:r>
              <a:rPr lang="en-US" sz="3200" b="1" dirty="0">
                <a:solidFill>
                  <a:srgbClr val="CA0C00"/>
                </a:solidFill>
                <a:latin typeface="Georgia" pitchFamily="18" charset="0"/>
                <a:cs typeface="Times New Roman" pitchFamily="18" charset="0"/>
              </a:rPr>
              <a:t>T</a:t>
            </a:r>
            <a:r>
              <a:rPr lang="en-US" sz="3200" b="1" dirty="0">
                <a:solidFill>
                  <a:srgbClr val="000066"/>
                </a:solidFill>
                <a:latin typeface="Georgia" pitchFamily="18" charset="0"/>
                <a:cs typeface="Times New Roman" pitchFamily="18" charset="0"/>
              </a:rPr>
              <a:t>echnological </a:t>
            </a:r>
          </a:p>
        </p:txBody>
      </p:sp>
      <p:sp>
        <p:nvSpPr>
          <p:cNvPr id="73731" name="Rectangle 3"/>
          <p:cNvSpPr>
            <a:spLocks noGrp="1" noChangeArrowheads="1"/>
          </p:cNvSpPr>
          <p:nvPr>
            <p:ph type="subTitle" idx="1"/>
          </p:nvPr>
        </p:nvSpPr>
        <p:spPr bwMode="auto">
          <a:xfrm>
            <a:off x="4114800" y="400050"/>
            <a:ext cx="4648200" cy="2686050"/>
          </a:xfrm>
          <a:noFill/>
          <a:ln>
            <a:miter lim="800000"/>
            <a:headEnd/>
            <a:tailEnd/>
          </a:ln>
        </p:spPr>
        <p:txBody>
          <a:bodyPr vert="horz" wrap="square" lIns="91440" tIns="45720" rIns="91440" bIns="45720" numCol="1" anchor="t" anchorCtr="0" compatLnSpc="1">
            <a:prstTxWarp prst="textNoShape">
              <a:avLst/>
            </a:prstTxWarp>
            <a:noAutofit/>
          </a:bodyPr>
          <a:lstStyle/>
          <a:p>
            <a:pPr algn="l">
              <a:spcAft>
                <a:spcPct val="20000"/>
              </a:spcAft>
              <a:buFont typeface="Symbol" pitchFamily="18" charset="2"/>
              <a:buNone/>
            </a:pPr>
            <a:r>
              <a:rPr lang="en-US" sz="2800" dirty="0">
                <a:solidFill>
                  <a:srgbClr val="000000"/>
                </a:solidFill>
                <a:latin typeface="Georgia" pitchFamily="18" charset="0"/>
                <a:cs typeface="Times New Roman" pitchFamily="18" charset="0"/>
              </a:rPr>
              <a:t>Changing technology may be a </a:t>
            </a:r>
            <a:r>
              <a:rPr lang="en-US" sz="2800" dirty="0">
                <a:solidFill>
                  <a:srgbClr val="CA0C00"/>
                </a:solidFill>
                <a:latin typeface="Georgia" pitchFamily="18" charset="0"/>
                <a:cs typeface="Times New Roman" pitchFamily="18" charset="0"/>
              </a:rPr>
              <a:t>threat</a:t>
            </a:r>
            <a:r>
              <a:rPr lang="en-US" sz="2800" dirty="0">
                <a:solidFill>
                  <a:srgbClr val="000000"/>
                </a:solidFill>
                <a:latin typeface="Georgia" pitchFamily="18" charset="0"/>
                <a:cs typeface="Times New Roman" pitchFamily="18" charset="0"/>
              </a:rPr>
              <a:t> for one industry, but an </a:t>
            </a:r>
            <a:r>
              <a:rPr lang="en-US" sz="2800" dirty="0">
                <a:solidFill>
                  <a:srgbClr val="CA0C00"/>
                </a:solidFill>
                <a:latin typeface="Georgia" pitchFamily="18" charset="0"/>
                <a:cs typeface="Times New Roman" pitchFamily="18" charset="0"/>
              </a:rPr>
              <a:t>opportunity</a:t>
            </a:r>
            <a:r>
              <a:rPr lang="en-US" sz="2800" dirty="0">
                <a:solidFill>
                  <a:srgbClr val="000000"/>
                </a:solidFill>
                <a:latin typeface="Georgia" pitchFamily="18" charset="0"/>
                <a:cs typeface="Times New Roman" pitchFamily="18" charset="0"/>
              </a:rPr>
              <a:t> for others. Companies develop new products or capitalize on new developments by making products to support them.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wipe(left)">
                                      <p:cBhvr>
                                        <p:cTn id="7" dur="500"/>
                                        <p:tgtEl>
                                          <p:spTgt spid="73731">
                                            <p:txEl>
                                              <p:pRg st="0" end="0"/>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73734"/>
                                        </p:tgtEl>
                                        <p:attrNameLst>
                                          <p:attrName>style.visibility</p:attrName>
                                        </p:attrNameLst>
                                      </p:cBhvr>
                                      <p:to>
                                        <p:strVal val="visible"/>
                                      </p:to>
                                    </p:set>
                                    <p:animEffect transition="in" filter="strips(downLeft)">
                                      <p:cBhvr>
                                        <p:cTn id="10" dur="500"/>
                                        <p:tgtEl>
                                          <p:spTgt spid="73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ctrTitle"/>
          </p:nvPr>
        </p:nvSpPr>
        <p:spPr bwMode="auto">
          <a:xfrm>
            <a:off x="533400" y="314325"/>
            <a:ext cx="3276600" cy="542925"/>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l"/>
            <a:r>
              <a:rPr lang="en-US" sz="3200" b="1" dirty="0">
                <a:solidFill>
                  <a:srgbClr val="CA0C00"/>
                </a:solidFill>
                <a:latin typeface="Georgia" pitchFamily="18" charset="0"/>
                <a:cs typeface="Times New Roman" pitchFamily="18" charset="0"/>
              </a:rPr>
              <a:t>L</a:t>
            </a:r>
            <a:r>
              <a:rPr lang="en-US" sz="3200" b="1" dirty="0">
                <a:solidFill>
                  <a:srgbClr val="000066"/>
                </a:solidFill>
                <a:latin typeface="Georgia" pitchFamily="18" charset="0"/>
                <a:cs typeface="Times New Roman" pitchFamily="18" charset="0"/>
              </a:rPr>
              <a:t>egal </a:t>
            </a:r>
          </a:p>
        </p:txBody>
      </p:sp>
      <p:sp>
        <p:nvSpPr>
          <p:cNvPr id="73731" name="Rectangle 3"/>
          <p:cNvSpPr>
            <a:spLocks noGrp="1" noChangeArrowheads="1"/>
          </p:cNvSpPr>
          <p:nvPr>
            <p:ph type="subTitle" idx="1"/>
          </p:nvPr>
        </p:nvSpPr>
        <p:spPr bwMode="auto">
          <a:xfrm>
            <a:off x="4114800" y="400050"/>
            <a:ext cx="4648200" cy="4152900"/>
          </a:xfrm>
          <a:noFill/>
          <a:ln>
            <a:miter lim="800000"/>
            <a:headEnd/>
            <a:tailEnd/>
          </a:ln>
        </p:spPr>
        <p:txBody>
          <a:bodyPr vert="horz" wrap="square" lIns="91440" tIns="45720" rIns="91440" bIns="45720" numCol="1" anchor="t" anchorCtr="0" compatLnSpc="1">
            <a:prstTxWarp prst="textNoShape">
              <a:avLst/>
            </a:prstTxWarp>
            <a:noAutofit/>
          </a:bodyPr>
          <a:lstStyle/>
          <a:p>
            <a:pPr algn="l">
              <a:spcAft>
                <a:spcPct val="20000"/>
              </a:spcAft>
              <a:buFont typeface="Symbol" pitchFamily="18" charset="2"/>
              <a:buNone/>
            </a:pPr>
            <a:r>
              <a:rPr lang="en-US" sz="2800" dirty="0">
                <a:solidFill>
                  <a:srgbClr val="000000"/>
                </a:solidFill>
                <a:latin typeface="Georgia" pitchFamily="18" charset="0"/>
                <a:cs typeface="Times New Roman" pitchFamily="18" charset="0"/>
              </a:rPr>
              <a:t>Companies must ensure that they are operating within the bounds of the law or face serious consequences. However, this typically refers to health &amp; safety standards, equal opportunity laws, and following consumer rights policies.</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581150"/>
            <a:ext cx="3655772"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4207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wipe(left)">
                                      <p:cBhvr>
                                        <p:cTn id="7" dur="500"/>
                                        <p:tgtEl>
                                          <p:spTgt spid="737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ctrTitle"/>
          </p:nvPr>
        </p:nvSpPr>
        <p:spPr bwMode="auto">
          <a:xfrm>
            <a:off x="533400" y="314325"/>
            <a:ext cx="3276600" cy="542925"/>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l"/>
            <a:r>
              <a:rPr lang="en-US" sz="3200" b="1" dirty="0">
                <a:solidFill>
                  <a:srgbClr val="CA0C00"/>
                </a:solidFill>
                <a:latin typeface="Georgia" pitchFamily="18" charset="0"/>
                <a:cs typeface="Times New Roman" pitchFamily="18" charset="0"/>
              </a:rPr>
              <a:t>E</a:t>
            </a:r>
            <a:r>
              <a:rPr lang="en-US" sz="3200" b="1" dirty="0">
                <a:solidFill>
                  <a:srgbClr val="000066"/>
                </a:solidFill>
                <a:latin typeface="Georgia" pitchFamily="18" charset="0"/>
                <a:cs typeface="Times New Roman" pitchFamily="18" charset="0"/>
              </a:rPr>
              <a:t>nvironmental </a:t>
            </a:r>
          </a:p>
        </p:txBody>
      </p:sp>
      <p:sp>
        <p:nvSpPr>
          <p:cNvPr id="73731" name="Rectangle 3"/>
          <p:cNvSpPr>
            <a:spLocks noGrp="1" noChangeArrowheads="1"/>
          </p:cNvSpPr>
          <p:nvPr>
            <p:ph type="subTitle" idx="1"/>
          </p:nvPr>
        </p:nvSpPr>
        <p:spPr bwMode="auto">
          <a:xfrm>
            <a:off x="4419600" y="438150"/>
            <a:ext cx="4648200" cy="2686050"/>
          </a:xfrm>
          <a:noFill/>
          <a:ln>
            <a:miter lim="800000"/>
            <a:headEnd/>
            <a:tailEnd/>
          </a:ln>
        </p:spPr>
        <p:txBody>
          <a:bodyPr vert="horz" wrap="square" lIns="91440" tIns="45720" rIns="91440" bIns="45720" numCol="1" anchor="t" anchorCtr="0" compatLnSpc="1">
            <a:prstTxWarp prst="textNoShape">
              <a:avLst/>
            </a:prstTxWarp>
            <a:noAutofit/>
          </a:bodyPr>
          <a:lstStyle/>
          <a:p>
            <a:pPr algn="l">
              <a:spcAft>
                <a:spcPct val="20000"/>
              </a:spcAft>
              <a:buFont typeface="Symbol" pitchFamily="18" charset="2"/>
              <a:buNone/>
            </a:pPr>
            <a:r>
              <a:rPr lang="en-US" sz="2800" dirty="0">
                <a:solidFill>
                  <a:srgbClr val="000000"/>
                </a:solidFill>
                <a:latin typeface="Georgia" pitchFamily="18" charset="0"/>
                <a:cs typeface="Times New Roman" pitchFamily="18" charset="0"/>
              </a:rPr>
              <a:t>These issues have become more relevant of late. How do you handle pollution? Are you working on sustainable energy? Can you limit your carbon footprint? All companies consider these issues.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343150"/>
            <a:ext cx="38862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848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wipe(left)">
                                      <p:cBhvr>
                                        <p:cTn id="7" dur="500"/>
                                        <p:tgtEl>
                                          <p:spTgt spid="737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A9C33A-D58C-41B0-9A2E-7BDCE081D8B2}"/>
              </a:ext>
            </a:extLst>
          </p:cNvPr>
          <p:cNvSpPr>
            <a:spLocks noGrp="1"/>
          </p:cNvSpPr>
          <p:nvPr>
            <p:ph type="body" sz="quarter" idx="10"/>
          </p:nvPr>
        </p:nvSpPr>
        <p:spPr/>
        <p:txBody>
          <a:bodyPr/>
          <a:lstStyle/>
          <a:p>
            <a:r>
              <a:rPr lang="en-US" dirty="0"/>
              <a:t>Remember to use your network to find small business or non-profit</a:t>
            </a:r>
          </a:p>
        </p:txBody>
      </p:sp>
      <p:sp>
        <p:nvSpPr>
          <p:cNvPr id="3" name="Title 2">
            <a:extLst>
              <a:ext uri="{FF2B5EF4-FFF2-40B4-BE49-F238E27FC236}">
                <a16:creationId xmlns:a16="http://schemas.microsoft.com/office/drawing/2014/main" id="{32263044-598A-4454-93BF-5C75CD1ED6BB}"/>
              </a:ext>
            </a:extLst>
          </p:cNvPr>
          <p:cNvSpPr>
            <a:spLocks noGrp="1"/>
          </p:cNvSpPr>
          <p:nvPr>
            <p:ph type="title"/>
          </p:nvPr>
        </p:nvSpPr>
        <p:spPr/>
        <p:txBody>
          <a:bodyPr/>
          <a:lstStyle/>
          <a:p>
            <a:r>
              <a:rPr lang="en-US" dirty="0"/>
              <a:t>Assign groups for SWOT </a:t>
            </a:r>
            <a:r>
              <a:rPr lang="en-US" dirty="0" err="1"/>
              <a:t>ANalysis</a:t>
            </a:r>
            <a:endParaRPr lang="en-US" dirty="0"/>
          </a:p>
        </p:txBody>
      </p:sp>
    </p:spTree>
    <p:extLst>
      <p:ext uri="{BB962C8B-B14F-4D97-AF65-F5344CB8AC3E}">
        <p14:creationId xmlns:p14="http://schemas.microsoft.com/office/powerpoint/2010/main" val="11878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B0DFD1-4CB8-4383-B7A3-F7DC41A336FE}"/>
              </a:ext>
            </a:extLst>
          </p:cNvPr>
          <p:cNvSpPr>
            <a:spLocks noGrp="1"/>
          </p:cNvSpPr>
          <p:nvPr>
            <p:ph type="body" sz="quarter" idx="18"/>
          </p:nvPr>
        </p:nvSpPr>
        <p:spPr/>
        <p:txBody>
          <a:bodyPr/>
          <a:lstStyle/>
          <a:p>
            <a:pPr marL="0" indent="0">
              <a:buNone/>
            </a:pPr>
            <a:r>
              <a:rPr lang="en-US" dirty="0"/>
              <a:t>The resources people use to produce goods and services. Economists divide the factors of production into four categories:</a:t>
            </a:r>
            <a:endParaRPr lang="en-US" b="1" dirty="0"/>
          </a:p>
          <a:p>
            <a:pPr marL="0" indent="0">
              <a:buNone/>
            </a:pPr>
            <a:endParaRPr lang="en-US" dirty="0"/>
          </a:p>
          <a:p>
            <a:pPr marL="0" indent="0">
              <a:buNone/>
            </a:pPr>
            <a:br>
              <a:rPr lang="en-US" dirty="0"/>
            </a:br>
            <a:endParaRPr lang="en-US" dirty="0"/>
          </a:p>
          <a:p>
            <a:endParaRPr lang="en-US" dirty="0"/>
          </a:p>
        </p:txBody>
      </p:sp>
      <p:sp>
        <p:nvSpPr>
          <p:cNvPr id="3" name="Title 2">
            <a:extLst>
              <a:ext uri="{FF2B5EF4-FFF2-40B4-BE49-F238E27FC236}">
                <a16:creationId xmlns:a16="http://schemas.microsoft.com/office/drawing/2014/main" id="{30EC19E1-E85D-4BA8-8752-1A96E8F204B5}"/>
              </a:ext>
            </a:extLst>
          </p:cNvPr>
          <p:cNvSpPr>
            <a:spLocks noGrp="1"/>
          </p:cNvSpPr>
          <p:nvPr>
            <p:ph type="title"/>
          </p:nvPr>
        </p:nvSpPr>
        <p:spPr/>
        <p:txBody>
          <a:bodyPr/>
          <a:lstStyle/>
          <a:p>
            <a:r>
              <a:rPr lang="en-US" dirty="0"/>
              <a:t>Factors of Production</a:t>
            </a:r>
          </a:p>
        </p:txBody>
      </p:sp>
      <p:graphicFrame>
        <p:nvGraphicFramePr>
          <p:cNvPr id="6" name="Table 6">
            <a:extLst>
              <a:ext uri="{FF2B5EF4-FFF2-40B4-BE49-F238E27FC236}">
                <a16:creationId xmlns:a16="http://schemas.microsoft.com/office/drawing/2014/main" id="{420283AB-1942-4C4F-8DDA-43ABABE2A3A8}"/>
              </a:ext>
            </a:extLst>
          </p:cNvPr>
          <p:cNvGraphicFramePr>
            <a:graphicFrameLocks noGrp="1"/>
          </p:cNvGraphicFramePr>
          <p:nvPr/>
        </p:nvGraphicFramePr>
        <p:xfrm>
          <a:off x="359658" y="1488704"/>
          <a:ext cx="8424684" cy="2382520"/>
        </p:xfrm>
        <a:graphic>
          <a:graphicData uri="http://schemas.openxmlformats.org/drawingml/2006/table">
            <a:tbl>
              <a:tblPr firstRow="1" bandRow="1">
                <a:tableStyleId>{3C2FFA5D-87B4-456A-9821-1D502468CF0F}</a:tableStyleId>
              </a:tblPr>
              <a:tblGrid>
                <a:gridCol w="2106171">
                  <a:extLst>
                    <a:ext uri="{9D8B030D-6E8A-4147-A177-3AD203B41FA5}">
                      <a16:colId xmlns:a16="http://schemas.microsoft.com/office/drawing/2014/main" val="1331893388"/>
                    </a:ext>
                  </a:extLst>
                </a:gridCol>
                <a:gridCol w="2106171">
                  <a:extLst>
                    <a:ext uri="{9D8B030D-6E8A-4147-A177-3AD203B41FA5}">
                      <a16:colId xmlns:a16="http://schemas.microsoft.com/office/drawing/2014/main" val="4028849388"/>
                    </a:ext>
                  </a:extLst>
                </a:gridCol>
                <a:gridCol w="2106171">
                  <a:extLst>
                    <a:ext uri="{9D8B030D-6E8A-4147-A177-3AD203B41FA5}">
                      <a16:colId xmlns:a16="http://schemas.microsoft.com/office/drawing/2014/main" val="2894933751"/>
                    </a:ext>
                  </a:extLst>
                </a:gridCol>
                <a:gridCol w="2106171">
                  <a:extLst>
                    <a:ext uri="{9D8B030D-6E8A-4147-A177-3AD203B41FA5}">
                      <a16:colId xmlns:a16="http://schemas.microsoft.com/office/drawing/2014/main" val="2238668600"/>
                    </a:ext>
                  </a:extLst>
                </a:gridCol>
              </a:tblGrid>
              <a:tr h="370840">
                <a:tc>
                  <a:txBody>
                    <a:bodyPr/>
                    <a:lstStyle/>
                    <a:p>
                      <a:r>
                        <a:rPr lang="en-US" dirty="0"/>
                        <a:t>Land</a:t>
                      </a:r>
                    </a:p>
                  </a:txBody>
                  <a:tcPr/>
                </a:tc>
                <a:tc>
                  <a:txBody>
                    <a:bodyPr/>
                    <a:lstStyle/>
                    <a:p>
                      <a:r>
                        <a:rPr lang="en-US" dirty="0"/>
                        <a:t>Labor</a:t>
                      </a:r>
                    </a:p>
                  </a:txBody>
                  <a:tcPr/>
                </a:tc>
                <a:tc>
                  <a:txBody>
                    <a:bodyPr/>
                    <a:lstStyle/>
                    <a:p>
                      <a:r>
                        <a:rPr lang="en-US" dirty="0"/>
                        <a:t>Capital</a:t>
                      </a:r>
                    </a:p>
                  </a:txBody>
                  <a:tcPr/>
                </a:tc>
                <a:tc>
                  <a:txBody>
                    <a:bodyPr/>
                    <a:lstStyle/>
                    <a:p>
                      <a:r>
                        <a:rPr lang="en-US" dirty="0"/>
                        <a:t>Entrepreneurship</a:t>
                      </a:r>
                    </a:p>
                  </a:txBody>
                  <a:tcPr/>
                </a:tc>
                <a:extLst>
                  <a:ext uri="{0D108BD9-81ED-4DB2-BD59-A6C34878D82A}">
                    <a16:rowId xmlns:a16="http://schemas.microsoft.com/office/drawing/2014/main" val="518612394"/>
                  </a:ext>
                </a:extLst>
              </a:tr>
              <a:tr h="370840">
                <a:tc>
                  <a:txBody>
                    <a:bodyPr/>
                    <a:lstStyle/>
                    <a:p>
                      <a:r>
                        <a:rPr lang="en-US" dirty="0"/>
                        <a:t>Physical place where economic activity happens</a:t>
                      </a:r>
                    </a:p>
                    <a:p>
                      <a:endParaRPr lang="en-US" dirty="0"/>
                    </a:p>
                    <a:p>
                      <a:r>
                        <a:rPr lang="en-US" dirty="0"/>
                        <a:t>Natural resources found on it: timber, water, oil, livestock</a:t>
                      </a:r>
                    </a:p>
                  </a:txBody>
                  <a:tcPr/>
                </a:tc>
                <a:tc>
                  <a:txBody>
                    <a:bodyPr/>
                    <a:lstStyle/>
                    <a:p>
                      <a:r>
                        <a:rPr lang="en-US" dirty="0"/>
                        <a:t>People that are available to transform resources into goods or services</a:t>
                      </a:r>
                    </a:p>
                  </a:txBody>
                  <a:tcPr/>
                </a:tc>
                <a:tc>
                  <a:txBody>
                    <a:bodyPr/>
                    <a:lstStyle/>
                    <a:p>
                      <a:r>
                        <a:rPr lang="en-US" dirty="0"/>
                        <a:t>Money and equipment needed to set up or buy resources</a:t>
                      </a:r>
                    </a:p>
                  </a:txBody>
                  <a:tcPr/>
                </a:tc>
                <a:tc>
                  <a:txBody>
                    <a:bodyPr/>
                    <a:lstStyle/>
                    <a:p>
                      <a:r>
                        <a:rPr lang="en-US" dirty="0"/>
                        <a:t>The zeal to start things going</a:t>
                      </a:r>
                    </a:p>
                    <a:p>
                      <a:endParaRPr lang="en-US" dirty="0"/>
                    </a:p>
                    <a:p>
                      <a:r>
                        <a:rPr lang="en-US" dirty="0"/>
                        <a:t>The idea</a:t>
                      </a:r>
                    </a:p>
                  </a:txBody>
                  <a:tcPr/>
                </a:tc>
                <a:extLst>
                  <a:ext uri="{0D108BD9-81ED-4DB2-BD59-A6C34878D82A}">
                    <a16:rowId xmlns:a16="http://schemas.microsoft.com/office/drawing/2014/main" val="4238286516"/>
                  </a:ext>
                </a:extLst>
              </a:tr>
            </a:tbl>
          </a:graphicData>
        </a:graphic>
      </p:graphicFrame>
      <p:pic>
        <p:nvPicPr>
          <p:cNvPr id="9" name="Graphic 8" descr="Highway scene">
            <a:extLst>
              <a:ext uri="{FF2B5EF4-FFF2-40B4-BE49-F238E27FC236}">
                <a16:creationId xmlns:a16="http://schemas.microsoft.com/office/drawing/2014/main" id="{91BC7EF3-0E15-49C6-A6F6-29F2ABC1EA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5141" y="3938736"/>
            <a:ext cx="788168" cy="788168"/>
          </a:xfrm>
          <a:prstGeom prst="rect">
            <a:avLst/>
          </a:prstGeom>
        </p:spPr>
      </p:pic>
      <p:pic>
        <p:nvPicPr>
          <p:cNvPr id="11" name="Graphic 10" descr="Group success">
            <a:extLst>
              <a:ext uri="{FF2B5EF4-FFF2-40B4-BE49-F238E27FC236}">
                <a16:creationId xmlns:a16="http://schemas.microsoft.com/office/drawing/2014/main" id="{16BBB86D-C2F6-4501-8E76-29B8DAE40F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94408" y="3875620"/>
            <a:ext cx="914400" cy="914400"/>
          </a:xfrm>
          <a:prstGeom prst="rect">
            <a:avLst/>
          </a:prstGeom>
        </p:spPr>
      </p:pic>
      <p:pic>
        <p:nvPicPr>
          <p:cNvPr id="13" name="Graphic 12" descr="Money">
            <a:extLst>
              <a:ext uri="{FF2B5EF4-FFF2-40B4-BE49-F238E27FC236}">
                <a16:creationId xmlns:a16="http://schemas.microsoft.com/office/drawing/2014/main" id="{2A58505D-88C0-4EFE-8E93-2947A9159B1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84466" y="3875620"/>
            <a:ext cx="914400" cy="914400"/>
          </a:xfrm>
          <a:prstGeom prst="rect">
            <a:avLst/>
          </a:prstGeom>
        </p:spPr>
      </p:pic>
      <p:pic>
        <p:nvPicPr>
          <p:cNvPr id="15" name="Graphic 14" descr="Lightbulb">
            <a:extLst>
              <a:ext uri="{FF2B5EF4-FFF2-40B4-BE49-F238E27FC236}">
                <a16:creationId xmlns:a16="http://schemas.microsoft.com/office/drawing/2014/main" id="{3128FFF8-186A-4244-BD7D-CD403272E25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69282" y="3964238"/>
            <a:ext cx="679447" cy="679447"/>
          </a:xfrm>
          <a:prstGeom prst="rect">
            <a:avLst/>
          </a:prstGeom>
        </p:spPr>
      </p:pic>
    </p:spTree>
    <p:extLst>
      <p:ext uri="{BB962C8B-B14F-4D97-AF65-F5344CB8AC3E}">
        <p14:creationId xmlns:p14="http://schemas.microsoft.com/office/powerpoint/2010/main" val="2664611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D8E6FE-C21B-45EA-9B26-2052D9CC297F}"/>
              </a:ext>
            </a:extLst>
          </p:cNvPr>
          <p:cNvSpPr>
            <a:spLocks noGrp="1"/>
          </p:cNvSpPr>
          <p:nvPr>
            <p:ph type="body" sz="quarter" idx="18"/>
          </p:nvPr>
        </p:nvSpPr>
        <p:spPr/>
        <p:txBody>
          <a:bodyPr/>
          <a:lstStyle/>
          <a:p>
            <a:pPr marL="0" indent="0">
              <a:buNone/>
            </a:pPr>
            <a:r>
              <a:rPr lang="en-US" dirty="0"/>
              <a:t>Sammy </a:t>
            </a:r>
            <a:r>
              <a:rPr lang="en-US" dirty="0" err="1"/>
              <a:t>Wammy</a:t>
            </a:r>
            <a:r>
              <a:rPr lang="en-US" dirty="0"/>
              <a:t> is a food scientist based in New York who is on a mission to produce the most succulent S'mores the world has ever tasted. Below is a summary of her story.</a:t>
            </a:r>
          </a:p>
          <a:p>
            <a:pPr>
              <a:lnSpc>
                <a:spcPct val="100000"/>
              </a:lnSpc>
              <a:spcBef>
                <a:spcPts val="0"/>
              </a:spcBef>
              <a:buFont typeface="+mj-lt"/>
              <a:buAutoNum type="arabicPeriod"/>
            </a:pPr>
            <a:r>
              <a:rPr lang="en-US" sz="1200" dirty="0"/>
              <a:t>When passing by in front of a food truck near Central Park, she suddenly got an idea: Is there anything better than a perfect S'mores while walking through central park in the evening? The next day, a company was incorporated, and her dream, </a:t>
            </a:r>
            <a:r>
              <a:rPr lang="en-US" sz="1200" i="1" dirty="0"/>
              <a:t>Sammy S'mores</a:t>
            </a:r>
            <a:r>
              <a:rPr lang="en-US" sz="1200" dirty="0"/>
              <a:t>, was underway.</a:t>
            </a:r>
          </a:p>
          <a:p>
            <a:pPr>
              <a:lnSpc>
                <a:spcPct val="100000"/>
              </a:lnSpc>
              <a:spcBef>
                <a:spcPts val="0"/>
              </a:spcBef>
              <a:buFont typeface="+mj-lt"/>
              <a:buAutoNum type="arabicPeriod"/>
            </a:pPr>
            <a:r>
              <a:rPr lang="en-US" sz="1200" dirty="0"/>
              <a:t>Sammy hired 3 food scientists with the objectives of making the perfect S'mores. Everything was tested, from the density of the marshmallows to the crunch of the graham crackers.</a:t>
            </a:r>
          </a:p>
          <a:p>
            <a:pPr>
              <a:lnSpc>
                <a:spcPct val="100000"/>
              </a:lnSpc>
              <a:spcBef>
                <a:spcPts val="0"/>
              </a:spcBef>
              <a:buFont typeface="+mj-lt"/>
              <a:buAutoNum type="arabicPeriod"/>
            </a:pPr>
            <a:r>
              <a:rPr lang="en-US" sz="1200" dirty="0"/>
              <a:t>Once the perfect recipe was found (about 1 month later), Sammy bought a food truck customized with all the necessary appliances required to make these perfect S'mores on the go.</a:t>
            </a:r>
          </a:p>
          <a:p>
            <a:pPr>
              <a:lnSpc>
                <a:spcPct val="100000"/>
              </a:lnSpc>
              <a:spcBef>
                <a:spcPts val="0"/>
              </a:spcBef>
              <a:buFont typeface="+mj-lt"/>
              <a:buAutoNum type="arabicPeriod"/>
            </a:pPr>
            <a:r>
              <a:rPr lang="en-US" sz="1200" dirty="0"/>
              <a:t>Sammy paid for a city license to have access to parking space C4 near the park, which would serve as the location for her food truck.</a:t>
            </a:r>
          </a:p>
          <a:p>
            <a:pPr>
              <a:lnSpc>
                <a:spcPct val="100000"/>
              </a:lnSpc>
              <a:spcBef>
                <a:spcPts val="0"/>
              </a:spcBef>
              <a:buFont typeface="+mj-lt"/>
              <a:buAutoNum type="arabicPeriod"/>
            </a:pPr>
            <a:r>
              <a:rPr lang="en-US" sz="1200" dirty="0"/>
              <a:t>Sammy spent $10,000 buying necessary goods (e.g., branded napkins, uniforms, etc.).</a:t>
            </a:r>
          </a:p>
          <a:p>
            <a:pPr>
              <a:lnSpc>
                <a:spcPct val="100000"/>
              </a:lnSpc>
              <a:spcBef>
                <a:spcPts val="0"/>
              </a:spcBef>
              <a:buFont typeface="+mj-lt"/>
              <a:buAutoNum type="arabicPeriod"/>
            </a:pPr>
            <a:r>
              <a:rPr lang="en-US" sz="1200" dirty="0"/>
              <a:t>Sammy hired 2 college students to prepare and serve the S'mores in the food truck.</a:t>
            </a:r>
          </a:p>
          <a:p>
            <a:pPr marL="0" indent="0">
              <a:buNone/>
            </a:pPr>
            <a:r>
              <a:rPr lang="en-US" dirty="0"/>
              <a:t>The summary above refers to many examples of the factors of production. </a:t>
            </a:r>
            <a:r>
              <a:rPr lang="en-US" b="1" dirty="0"/>
              <a:t>Identify as many as you can and categorize them</a:t>
            </a:r>
            <a:r>
              <a:rPr lang="en-US" dirty="0"/>
              <a:t> as being either land, labor, capital, or entrepreneurship </a:t>
            </a:r>
            <a:r>
              <a:rPr lang="en-US" i="1" dirty="0"/>
              <a:t>(Hint: There is at least one example of each!)</a:t>
            </a:r>
            <a:endParaRPr lang="en-US" dirty="0"/>
          </a:p>
          <a:p>
            <a:endParaRPr lang="en-US" dirty="0"/>
          </a:p>
        </p:txBody>
      </p:sp>
      <p:sp>
        <p:nvSpPr>
          <p:cNvPr id="3" name="Title 2">
            <a:extLst>
              <a:ext uri="{FF2B5EF4-FFF2-40B4-BE49-F238E27FC236}">
                <a16:creationId xmlns:a16="http://schemas.microsoft.com/office/drawing/2014/main" id="{72E9F1BE-47D2-41E3-A453-832326A2247A}"/>
              </a:ext>
            </a:extLst>
          </p:cNvPr>
          <p:cNvSpPr>
            <a:spLocks noGrp="1"/>
          </p:cNvSpPr>
          <p:nvPr>
            <p:ph type="title"/>
          </p:nvPr>
        </p:nvSpPr>
        <p:spPr/>
        <p:txBody>
          <a:bodyPr/>
          <a:lstStyle/>
          <a:p>
            <a:r>
              <a:rPr lang="en-US" dirty="0"/>
              <a:t>Factors of Production Activity</a:t>
            </a:r>
          </a:p>
        </p:txBody>
      </p:sp>
    </p:spTree>
    <p:extLst>
      <p:ext uri="{BB962C8B-B14F-4D97-AF65-F5344CB8AC3E}">
        <p14:creationId xmlns:p14="http://schemas.microsoft.com/office/powerpoint/2010/main" val="2488339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5D979D-A591-4C74-8831-CD38127179A2}"/>
              </a:ext>
            </a:extLst>
          </p:cNvPr>
          <p:cNvSpPr>
            <a:spLocks noGrp="1"/>
          </p:cNvSpPr>
          <p:nvPr>
            <p:ph type="body" sz="quarter" idx="18"/>
          </p:nvPr>
        </p:nvSpPr>
        <p:spPr/>
        <p:txBody>
          <a:bodyPr/>
          <a:lstStyle/>
          <a:p>
            <a:r>
              <a:rPr lang="en-US" dirty="0"/>
              <a:t>Turn in anytime till end of school year</a:t>
            </a:r>
          </a:p>
          <a:p>
            <a:r>
              <a:rPr lang="en-US" dirty="0"/>
              <a:t>When you turn it in, it counts toward that quarter’s grade</a:t>
            </a:r>
          </a:p>
          <a:p>
            <a:r>
              <a:rPr lang="en-US" dirty="0"/>
              <a:t>Worth 5 pts toward your participation grade</a:t>
            </a:r>
          </a:p>
          <a:p>
            <a:r>
              <a:rPr lang="en-US" dirty="0"/>
              <a:t>Assignment:</a:t>
            </a:r>
          </a:p>
          <a:p>
            <a:pPr lvl="1"/>
            <a:r>
              <a:rPr lang="en-US" dirty="0"/>
              <a:t>Read Dale Carnegie’s book: How to Win Friends and Influence People</a:t>
            </a:r>
          </a:p>
          <a:p>
            <a:pPr lvl="1"/>
            <a:r>
              <a:rPr lang="en-US" dirty="0"/>
              <a:t>Send me via email a paragraph on:</a:t>
            </a:r>
          </a:p>
          <a:p>
            <a:pPr lvl="2"/>
            <a:r>
              <a:rPr lang="en-US" dirty="0"/>
              <a:t>What did you personally learn from the book that you’d do going forward?</a:t>
            </a:r>
          </a:p>
          <a:p>
            <a:pPr lvl="1"/>
            <a:endParaRPr lang="en-US" dirty="0"/>
          </a:p>
          <a:p>
            <a:endParaRPr lang="en-US" dirty="0"/>
          </a:p>
        </p:txBody>
      </p:sp>
      <p:sp>
        <p:nvSpPr>
          <p:cNvPr id="3" name="Title 2">
            <a:extLst>
              <a:ext uri="{FF2B5EF4-FFF2-40B4-BE49-F238E27FC236}">
                <a16:creationId xmlns:a16="http://schemas.microsoft.com/office/drawing/2014/main" id="{89D1071C-C238-4E3D-990E-FE8D787A010B}"/>
              </a:ext>
            </a:extLst>
          </p:cNvPr>
          <p:cNvSpPr>
            <a:spLocks noGrp="1"/>
          </p:cNvSpPr>
          <p:nvPr>
            <p:ph type="title"/>
          </p:nvPr>
        </p:nvSpPr>
        <p:spPr/>
        <p:txBody>
          <a:bodyPr/>
          <a:lstStyle/>
          <a:p>
            <a:r>
              <a:rPr lang="en-US" dirty="0"/>
              <a:t>Extra Credit Opportunity: Dale Carnegie	</a:t>
            </a:r>
          </a:p>
        </p:txBody>
      </p:sp>
      <p:pic>
        <p:nvPicPr>
          <p:cNvPr id="8" name="Picture 7" descr="Text&#10;&#10;Description automatically generated">
            <a:extLst>
              <a:ext uri="{FF2B5EF4-FFF2-40B4-BE49-F238E27FC236}">
                <a16:creationId xmlns:a16="http://schemas.microsoft.com/office/drawing/2014/main" id="{5B827BF7-1284-4CD1-899F-16C403D0C755}"/>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18365" r="18475"/>
          <a:stretch/>
        </p:blipFill>
        <p:spPr>
          <a:xfrm>
            <a:off x="7098988" y="1995463"/>
            <a:ext cx="1657632" cy="2601686"/>
          </a:xfrm>
          <a:prstGeom prst="rect">
            <a:avLst/>
          </a:prstGeom>
        </p:spPr>
      </p:pic>
    </p:spTree>
    <p:extLst>
      <p:ext uri="{BB962C8B-B14F-4D97-AF65-F5344CB8AC3E}">
        <p14:creationId xmlns:p14="http://schemas.microsoft.com/office/powerpoint/2010/main" val="3749847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014B-A482-4CA0-B799-D05B5A288E0B}"/>
              </a:ext>
            </a:extLst>
          </p:cNvPr>
          <p:cNvSpPr>
            <a:spLocks noGrp="1"/>
          </p:cNvSpPr>
          <p:nvPr>
            <p:ph type="title"/>
          </p:nvPr>
        </p:nvSpPr>
        <p:spPr/>
        <p:txBody>
          <a:bodyPr/>
          <a:lstStyle/>
          <a:p>
            <a:r>
              <a:rPr lang="en-US" dirty="0"/>
              <a:t>Precepts</a:t>
            </a:r>
          </a:p>
        </p:txBody>
      </p:sp>
      <p:sp>
        <p:nvSpPr>
          <p:cNvPr id="3" name="Text Placeholder 2">
            <a:extLst>
              <a:ext uri="{FF2B5EF4-FFF2-40B4-BE49-F238E27FC236}">
                <a16:creationId xmlns:a16="http://schemas.microsoft.com/office/drawing/2014/main" id="{D12C8115-B2A2-47CE-859D-B887016C86C6}"/>
              </a:ext>
            </a:extLst>
          </p:cNvPr>
          <p:cNvSpPr>
            <a:spLocks noGrp="1"/>
          </p:cNvSpPr>
          <p:nvPr>
            <p:ph type="body" sz="quarter" idx="18"/>
          </p:nvPr>
        </p:nvSpPr>
        <p:spPr/>
        <p:txBody>
          <a:bodyPr/>
          <a:lstStyle/>
          <a:p>
            <a:r>
              <a:rPr lang="en-US" dirty="0"/>
              <a:t>A precept is like a motto or a famous quote. Any saying or ground rule that can motivate you. Basically anything that help guide us when making decisions about important things.</a:t>
            </a:r>
          </a:p>
          <a:p>
            <a:r>
              <a:rPr lang="en-US" dirty="0"/>
              <a:t>Take the exact precepts from </a:t>
            </a:r>
            <a:r>
              <a:rPr lang="en-US" u="sng" dirty="0"/>
              <a:t>Wonder</a:t>
            </a:r>
            <a:r>
              <a:rPr lang="en-US" dirty="0"/>
              <a:t> and put them into a business context</a:t>
            </a:r>
          </a:p>
          <a:p>
            <a:endParaRPr lang="en-US" dirty="0"/>
          </a:p>
        </p:txBody>
      </p:sp>
      <p:sp>
        <p:nvSpPr>
          <p:cNvPr id="4" name="Text Placeholder 3">
            <a:extLst>
              <a:ext uri="{FF2B5EF4-FFF2-40B4-BE49-F238E27FC236}">
                <a16:creationId xmlns:a16="http://schemas.microsoft.com/office/drawing/2014/main" id="{89D7C6C9-0D6D-479D-9AB8-B63ADA1FA253}"/>
              </a:ext>
            </a:extLst>
          </p:cNvPr>
          <p:cNvSpPr>
            <a:spLocks noGrp="1"/>
          </p:cNvSpPr>
          <p:nvPr>
            <p:ph type="body" sz="quarter" idx="19"/>
          </p:nvPr>
        </p:nvSpPr>
        <p:spPr/>
        <p:txBody>
          <a:bodyPr/>
          <a:lstStyle/>
          <a:p>
            <a:pPr marL="0" indent="0" algn="ctr">
              <a:buNone/>
            </a:pPr>
            <a:r>
              <a:rPr lang="en-US" b="1" dirty="0"/>
              <a:t>September’s Precept</a:t>
            </a:r>
          </a:p>
          <a:p>
            <a:pPr marL="0" indent="0" algn="ctr">
              <a:buNone/>
            </a:pPr>
            <a:endParaRPr lang="en-US" dirty="0"/>
          </a:p>
          <a:p>
            <a:pPr marL="0" indent="0" algn="ctr">
              <a:buNone/>
            </a:pPr>
            <a:r>
              <a:rPr lang="en-US" dirty="0"/>
              <a:t>When given the choice between being right or being kind, choose kind. </a:t>
            </a:r>
          </a:p>
          <a:p>
            <a:pPr marL="0" indent="0" algn="ctr">
              <a:buNone/>
            </a:pPr>
            <a:r>
              <a:rPr lang="en-US" dirty="0"/>
              <a:t>-Dr. Wayne Dyer, American self-help author and motivational speaker</a:t>
            </a:r>
          </a:p>
          <a:p>
            <a:pPr lvl="1"/>
            <a:endParaRPr lang="en-US" dirty="0"/>
          </a:p>
        </p:txBody>
      </p:sp>
      <p:pic>
        <p:nvPicPr>
          <p:cNvPr id="1028" name="Picture 4">
            <a:extLst>
              <a:ext uri="{FF2B5EF4-FFF2-40B4-BE49-F238E27FC236}">
                <a16:creationId xmlns:a16="http://schemas.microsoft.com/office/drawing/2014/main" id="{7819B5D8-8F34-40DD-A407-3B43FCC513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5099" y="2815275"/>
            <a:ext cx="1288803" cy="1948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70200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Main Mast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200" dirty="0" err="1" smtClean="0">
            <a:latin typeface="Arial" panose="020B0604020202020204" pitchFamily="34" charset="0"/>
          </a:defRPr>
        </a:defPPr>
      </a:lstStyle>
    </a:txDef>
  </a:objectDefaults>
  <a:extraClrSchemeLst/>
  <a:extLst>
    <a:ext uri="{05A4C25C-085E-4340-85A3-A5531E510DB2}">
      <thm15:themeFamily xmlns:thm15="http://schemas.microsoft.com/office/thememl/2012/main" name="Seatle Genetics 1" id="{53984AC2-015D-554A-9215-CAF5E42331BB}" vid="{AC78D1C2-67FA-E942-9EA9-D2954BBFA017}"/>
    </a:ext>
  </a:extLst>
</a:theme>
</file>

<file path=ppt/theme/theme2.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DD89C5D911BC046B277DCAF5366D800" ma:contentTypeVersion="4" ma:contentTypeDescription="Create a new document." ma:contentTypeScope="" ma:versionID="2cc88ace384ab63cdfefd6ba4c9c6e19">
  <xsd:schema xmlns:xsd="http://www.w3.org/2001/XMLSchema" xmlns:xs="http://www.w3.org/2001/XMLSchema" xmlns:p="http://schemas.microsoft.com/office/2006/metadata/properties" xmlns:ns2="8203920f-e80a-4f40-891f-374d92aaa723" xmlns:ns3="94453763-5c73-4bc4-9bc2-0b162bd4cfed" targetNamespace="http://schemas.microsoft.com/office/2006/metadata/properties" ma:root="true" ma:fieldsID="b09e4c8b1d448c696d03e70d112964b5" ns2:_="" ns3:_="">
    <xsd:import namespace="8203920f-e80a-4f40-891f-374d92aaa723"/>
    <xsd:import namespace="94453763-5c73-4bc4-9bc2-0b162bd4cfe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03920f-e80a-4f40-891f-374d92aaa7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453763-5c73-4bc4-9bc2-0b162bd4cfe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FEFE1D-2A63-4943-A8E9-412AC2E6794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1A84523-DC6D-4F6B-A4CC-3FF10C5ADA66}">
  <ds:schemaRefs>
    <ds:schemaRef ds:uri="http://schemas.microsoft.com/sharepoint/v3/contenttype/forms"/>
  </ds:schemaRefs>
</ds:datastoreItem>
</file>

<file path=customXml/itemProps3.xml><?xml version="1.0" encoding="utf-8"?>
<ds:datastoreItem xmlns:ds="http://schemas.openxmlformats.org/officeDocument/2006/customXml" ds:itemID="{A41CF28C-A6CA-48EC-A751-93D4F186C8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03920f-e80a-4f40-891f-374d92aaa723"/>
    <ds:schemaRef ds:uri="94453763-5c73-4bc4-9bc2-0b162bd4c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4233</TotalTime>
  <Words>1217</Words>
  <Application>Microsoft Office PowerPoint</Application>
  <PresentationFormat>On-screen Show (16:9)</PresentationFormat>
  <Paragraphs>135</Paragraphs>
  <Slides>23</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23</vt:i4>
      </vt:variant>
    </vt:vector>
  </HeadingPairs>
  <TitlesOfParts>
    <vt:vector size="32" baseType="lpstr">
      <vt:lpstr>Arial</vt:lpstr>
      <vt:lpstr>Calibri</vt:lpstr>
      <vt:lpstr>Courier New</vt:lpstr>
      <vt:lpstr>Georgia</vt:lpstr>
      <vt:lpstr>Symbol</vt:lpstr>
      <vt:lpstr>Verdana</vt:lpstr>
      <vt:lpstr>Wingdings 2</vt:lpstr>
      <vt:lpstr>Main Master</vt:lpstr>
      <vt:lpstr>Aspect</vt:lpstr>
      <vt:lpstr>Business, Marketing, Entrepreneurship, Digital Marketing, and Econ  Mrs. Schafer </vt:lpstr>
      <vt:lpstr>PowerPoint Presentation</vt:lpstr>
      <vt:lpstr>SWOT Analysis</vt:lpstr>
      <vt:lpstr>SWOT Analysis</vt:lpstr>
      <vt:lpstr>PowerPoint Presentation</vt:lpstr>
      <vt:lpstr>SWOT Analysis – Group Project #1</vt:lpstr>
      <vt:lpstr>Internal (Strengths &amp; Weaknesses)</vt:lpstr>
      <vt:lpstr>PRIMO-F (developed by Durham University School of Business)</vt:lpstr>
      <vt:lpstr>External (Opportunities and Threats)</vt:lpstr>
      <vt:lpstr>External Opportunities and Threats </vt:lpstr>
      <vt:lpstr>Competition </vt:lpstr>
      <vt:lpstr>Environmental Scan An analysis of outside influences that may have an impact on an organization</vt:lpstr>
      <vt:lpstr> Political</vt:lpstr>
      <vt:lpstr>Economic </vt:lpstr>
      <vt:lpstr>Social</vt:lpstr>
      <vt:lpstr>Technological </vt:lpstr>
      <vt:lpstr>Legal </vt:lpstr>
      <vt:lpstr>Environmental </vt:lpstr>
      <vt:lpstr>Assign groups for SWOT ANalysis</vt:lpstr>
      <vt:lpstr>Factors of Production</vt:lpstr>
      <vt:lpstr>Factors of Production Activity</vt:lpstr>
      <vt:lpstr>Extra Credit Opportunity: Dale Carnegie </vt:lpstr>
      <vt:lpstr>Precepts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Sebastian Arias</dc:creator>
  <cp:keywords/>
  <dc:description/>
  <cp:lastModifiedBy>Ryfka Schafer</cp:lastModifiedBy>
  <cp:revision>25</cp:revision>
  <cp:lastPrinted>2018-04-23T17:55:37Z</cp:lastPrinted>
  <dcterms:created xsi:type="dcterms:W3CDTF">2017-07-25T22:09:28Z</dcterms:created>
  <dcterms:modified xsi:type="dcterms:W3CDTF">2025-09-26T21:36:15Z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0x0101009DD89C5D911BC046B277DCAF5366D800</vt:lpwstr>
  </property>
  <property fmtid="{D5CDD505-2E9C-101B-9397-08002B2CF9AE}" pid="3" name="Document Retention Period">
    <vt:lpwstr>2;#3 Yr|c8cd55a2-159d-41a5-94cb-7dd28dd1c861</vt:lpwstr>
  </property>
  <property fmtid="{D5CDD505-2E9C-101B-9397-08002B2CF9AE}" pid="4" name="_dlc_DocIdItemGuid">
    <vt:lpwstr>e1d96100-0888-476a-a9ce-609654440f9d</vt:lpwstr>
  </property>
</Properties>
</file>