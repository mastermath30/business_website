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8" r:id="rId4"/>
  </p:sldMasterIdLst>
  <p:notesMasterIdLst>
    <p:notesMasterId r:id="rId12"/>
  </p:notesMasterIdLst>
  <p:handoutMasterIdLst>
    <p:handoutMasterId r:id="rId13"/>
  </p:handoutMasterIdLst>
  <p:sldIdLst>
    <p:sldId id="420" r:id="rId5"/>
    <p:sldId id="421" r:id="rId6"/>
    <p:sldId id="425" r:id="rId7"/>
    <p:sldId id="424" r:id="rId8"/>
    <p:sldId id="429" r:id="rId9"/>
    <p:sldId id="427" r:id="rId10"/>
    <p:sldId id="428" r:id="rId11"/>
  </p:sldIdLst>
  <p:sldSz cx="9144000" cy="5143500" type="screen16x9"/>
  <p:notesSz cx="7010400" cy="92964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3" pos="2232" userDrawn="1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042"/>
    <a:srgbClr val="595959"/>
    <a:srgbClr val="E2F0D0"/>
    <a:srgbClr val="91CAAA"/>
    <a:srgbClr val="DBDADC"/>
    <a:srgbClr val="2597CB"/>
    <a:srgbClr val="2370AF"/>
    <a:srgbClr val="4EABD5"/>
    <a:srgbClr val="E46C24"/>
    <a:srgbClr val="E89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1D63A0-1F18-4C7E-B77B-E1458BA50EB9}" v="9" dt="2025-10-02T21:29:51.202"/>
  </p1510:revLst>
</p1510:revInfo>
</file>

<file path=ppt/tableStyles.xml><?xml version="1.0" encoding="utf-8"?>
<a:tblStyleLst xmlns:a="http://schemas.openxmlformats.org/drawingml/2006/main" def="{2D5ABB26-0587-4C30-8999-92F81FD0307C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83" autoAdjust="0"/>
  </p:normalViewPr>
  <p:slideViewPr>
    <p:cSldViewPr snapToGrid="0">
      <p:cViewPr varScale="1">
        <p:scale>
          <a:sx n="81" d="100"/>
          <a:sy n="81" d="100"/>
        </p:scale>
        <p:origin x="788" y="40"/>
      </p:cViewPr>
      <p:guideLst>
        <p:guide pos="2880"/>
        <p:guide pos="2232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afer, Ryfka" userId="318b1ac2-30d3-4beb-81ce-7e66308a1db1" providerId="ADAL" clId="{4681627C-8F51-4E7B-A8E6-61FFB0AC027C}"/>
    <pc:docChg chg="delSld modSld">
      <pc:chgData name="Schafer, Ryfka" userId="318b1ac2-30d3-4beb-81ce-7e66308a1db1" providerId="ADAL" clId="{4681627C-8F51-4E7B-A8E6-61FFB0AC027C}" dt="2020-09-14T21:10:06.617" v="207" actId="20577"/>
      <pc:docMkLst>
        <pc:docMk/>
      </pc:docMkLst>
      <pc:sldChg chg="modSp mod">
        <pc:chgData name="Schafer, Ryfka" userId="318b1ac2-30d3-4beb-81ce-7e66308a1db1" providerId="ADAL" clId="{4681627C-8F51-4E7B-A8E6-61FFB0AC027C}" dt="2020-09-14T21:06:12.444" v="1" actId="20577"/>
        <pc:sldMkLst>
          <pc:docMk/>
          <pc:sldMk cId="3149790407" sldId="420"/>
        </pc:sldMkLst>
      </pc:sldChg>
      <pc:sldChg chg="modSp mod">
        <pc:chgData name="Schafer, Ryfka" userId="318b1ac2-30d3-4beb-81ce-7e66308a1db1" providerId="ADAL" clId="{4681627C-8F51-4E7B-A8E6-61FFB0AC027C}" dt="2020-09-14T21:07:42.085" v="89" actId="20577"/>
        <pc:sldMkLst>
          <pc:docMk/>
          <pc:sldMk cId="2098443568" sldId="421"/>
        </pc:sldMkLst>
      </pc:sldChg>
      <pc:sldChg chg="modSp mod">
        <pc:chgData name="Schafer, Ryfka" userId="318b1ac2-30d3-4beb-81ce-7e66308a1db1" providerId="ADAL" clId="{4681627C-8F51-4E7B-A8E6-61FFB0AC027C}" dt="2020-09-14T21:09:27.900" v="183" actId="115"/>
        <pc:sldMkLst>
          <pc:docMk/>
          <pc:sldMk cId="657020030" sldId="422"/>
        </pc:sldMkLst>
      </pc:sldChg>
      <pc:sldChg chg="del">
        <pc:chgData name="Schafer, Ryfka" userId="318b1ac2-30d3-4beb-81ce-7e66308a1db1" providerId="ADAL" clId="{4681627C-8F51-4E7B-A8E6-61FFB0AC027C}" dt="2020-09-14T21:07:58.269" v="90" actId="47"/>
        <pc:sldMkLst>
          <pc:docMk/>
          <pc:sldMk cId="2626908146" sldId="424"/>
        </pc:sldMkLst>
      </pc:sldChg>
      <pc:sldChg chg="modSp mod">
        <pc:chgData name="Schafer, Ryfka" userId="318b1ac2-30d3-4beb-81ce-7e66308a1db1" providerId="ADAL" clId="{4681627C-8F51-4E7B-A8E6-61FFB0AC027C}" dt="2020-09-14T21:10:06.617" v="207" actId="20577"/>
        <pc:sldMkLst>
          <pc:docMk/>
          <pc:sldMk cId="1309073876" sldId="431"/>
        </pc:sldMkLst>
      </pc:sldChg>
    </pc:docChg>
  </pc:docChgLst>
  <pc:docChgLst>
    <pc:chgData name="Schafer, Ryfka" userId="318b1ac2-30d3-4beb-81ce-7e66308a1db1" providerId="ADAL" clId="{B8E4FB61-CA5B-493C-8963-5A492C446138}"/>
    <pc:docChg chg="custSel modSld">
      <pc:chgData name="Schafer, Ryfka" userId="318b1ac2-30d3-4beb-81ce-7e66308a1db1" providerId="ADAL" clId="{B8E4FB61-CA5B-493C-8963-5A492C446138}" dt="2023-10-04T17:57:59.500" v="73"/>
      <pc:docMkLst>
        <pc:docMk/>
      </pc:docMkLst>
      <pc:sldChg chg="modSp mod">
        <pc:chgData name="Schafer, Ryfka" userId="318b1ac2-30d3-4beb-81ce-7e66308a1db1" providerId="ADAL" clId="{B8E4FB61-CA5B-493C-8963-5A492C446138}" dt="2023-10-03T17:59:00.472" v="13" actId="20577"/>
        <pc:sldMkLst>
          <pc:docMk/>
          <pc:sldMk cId="2098443568" sldId="421"/>
        </pc:sldMkLst>
      </pc:sldChg>
      <pc:sldChg chg="addSp delSp modSp mod modNotesTx">
        <pc:chgData name="Schafer, Ryfka" userId="318b1ac2-30d3-4beb-81ce-7e66308a1db1" providerId="ADAL" clId="{B8E4FB61-CA5B-493C-8963-5A492C446138}" dt="2023-10-04T17:57:59.500" v="73"/>
        <pc:sldMkLst>
          <pc:docMk/>
          <pc:sldMk cId="727248379" sldId="425"/>
        </pc:sldMkLst>
      </pc:sldChg>
      <pc:sldChg chg="modSp mod">
        <pc:chgData name="Schafer, Ryfka" userId="318b1ac2-30d3-4beb-81ce-7e66308a1db1" providerId="ADAL" clId="{B8E4FB61-CA5B-493C-8963-5A492C446138}" dt="2023-10-03T18:00:08.274" v="34" actId="20577"/>
        <pc:sldMkLst>
          <pc:docMk/>
          <pc:sldMk cId="846468159" sldId="427"/>
        </pc:sldMkLst>
      </pc:sldChg>
    </pc:docChg>
  </pc:docChgLst>
  <pc:docChgLst>
    <pc:chgData name="Ryfka Schafer" userId="318b1ac2-30d3-4beb-81ce-7e66308a1db1" providerId="ADAL" clId="{F35F0AF0-E954-4ECA-A34B-EF860B058396}"/>
    <pc:docChg chg="custSel modSld">
      <pc:chgData name="Ryfka Schafer" userId="318b1ac2-30d3-4beb-81ce-7e66308a1db1" providerId="ADAL" clId="{F35F0AF0-E954-4ECA-A34B-EF860B058396}" dt="2024-10-14T17:05:43.539" v="41"/>
      <pc:docMkLst>
        <pc:docMk/>
      </pc:docMkLst>
      <pc:sldChg chg="addSp delSp modSp mod">
        <pc:chgData name="Ryfka Schafer" userId="318b1ac2-30d3-4beb-81ce-7e66308a1db1" providerId="ADAL" clId="{F35F0AF0-E954-4ECA-A34B-EF860B058396}" dt="2024-10-14T17:05:43.539" v="41"/>
        <pc:sldMkLst>
          <pc:docMk/>
          <pc:sldMk cId="727248379" sldId="425"/>
        </pc:sldMkLst>
      </pc:sldChg>
    </pc:docChg>
  </pc:docChgLst>
  <pc:docChgLst>
    <pc:chgData name="Schafer, Ryfka" userId="318b1ac2-30d3-4beb-81ce-7e66308a1db1" providerId="ADAL" clId="{0B22FE6E-778A-4186-A4BA-05CB4D0D3FB5}"/>
    <pc:docChg chg="custSel modSld">
      <pc:chgData name="Schafer, Ryfka" userId="318b1ac2-30d3-4beb-81ce-7e66308a1db1" providerId="ADAL" clId="{0B22FE6E-778A-4186-A4BA-05CB4D0D3FB5}" dt="2022-09-29T17:58:02.806" v="83"/>
      <pc:docMkLst>
        <pc:docMk/>
      </pc:docMkLst>
      <pc:sldChg chg="modSp mod">
        <pc:chgData name="Schafer, Ryfka" userId="318b1ac2-30d3-4beb-81ce-7e66308a1db1" providerId="ADAL" clId="{0B22FE6E-778A-4186-A4BA-05CB4D0D3FB5}" dt="2022-09-27T15:04:56.521" v="42" actId="20577"/>
        <pc:sldMkLst>
          <pc:docMk/>
          <pc:sldMk cId="2098443568" sldId="421"/>
        </pc:sldMkLst>
      </pc:sldChg>
      <pc:sldChg chg="delSp modSp mod">
        <pc:chgData name="Schafer, Ryfka" userId="318b1ac2-30d3-4beb-81ce-7e66308a1db1" providerId="ADAL" clId="{0B22FE6E-778A-4186-A4BA-05CB4D0D3FB5}" dt="2022-09-29T15:37:31.055" v="59"/>
        <pc:sldMkLst>
          <pc:docMk/>
          <pc:sldMk cId="2626908146" sldId="424"/>
        </pc:sldMkLst>
      </pc:sldChg>
      <pc:sldChg chg="addSp delSp modSp mod">
        <pc:chgData name="Schafer, Ryfka" userId="318b1ac2-30d3-4beb-81ce-7e66308a1db1" providerId="ADAL" clId="{0B22FE6E-778A-4186-A4BA-05CB4D0D3FB5}" dt="2022-09-29T17:58:02.806" v="83"/>
        <pc:sldMkLst>
          <pc:docMk/>
          <pc:sldMk cId="727248379" sldId="425"/>
        </pc:sldMkLst>
      </pc:sldChg>
      <pc:sldChg chg="modSp mod">
        <pc:chgData name="Schafer, Ryfka" userId="318b1ac2-30d3-4beb-81ce-7e66308a1db1" providerId="ADAL" clId="{0B22FE6E-778A-4186-A4BA-05CB4D0D3FB5}" dt="2022-09-26T16:14:29.155" v="12" actId="20577"/>
        <pc:sldMkLst>
          <pc:docMk/>
          <pc:sldMk cId="752438335" sldId="428"/>
        </pc:sldMkLst>
      </pc:sldChg>
      <pc:sldChg chg="delSp mod">
        <pc:chgData name="Schafer, Ryfka" userId="318b1ac2-30d3-4beb-81ce-7e66308a1db1" providerId="ADAL" clId="{0B22FE6E-778A-4186-A4BA-05CB4D0D3FB5}" dt="2022-09-29T16:04:17.279" v="63"/>
        <pc:sldMkLst>
          <pc:docMk/>
          <pc:sldMk cId="2236467501" sldId="429"/>
        </pc:sldMkLst>
      </pc:sldChg>
    </pc:docChg>
  </pc:docChgLst>
  <pc:docChgLst>
    <pc:chgData name="Schafer, Ryfka" userId="318b1ac2-30d3-4beb-81ce-7e66308a1db1" providerId="ADAL" clId="{E02E10E5-0E83-4EF4-AB39-C3C9BBD2731B}"/>
    <pc:docChg chg="custSel addSld delSld modSld sldOrd">
      <pc:chgData name="Schafer, Ryfka" userId="318b1ac2-30d3-4beb-81ce-7e66308a1db1" providerId="ADAL" clId="{E02E10E5-0E83-4EF4-AB39-C3C9BBD2731B}" dt="2021-09-21T19:00:08.651" v="1678"/>
      <pc:docMkLst>
        <pc:docMk/>
      </pc:docMkLst>
      <pc:sldChg chg="modSp mod">
        <pc:chgData name="Schafer, Ryfka" userId="318b1ac2-30d3-4beb-81ce-7e66308a1db1" providerId="ADAL" clId="{E02E10E5-0E83-4EF4-AB39-C3C9BBD2731B}" dt="2021-08-26T19:48:53.865" v="1" actId="20577"/>
        <pc:sldMkLst>
          <pc:docMk/>
          <pc:sldMk cId="3149790407" sldId="420"/>
        </pc:sldMkLst>
      </pc:sldChg>
      <pc:sldChg chg="modSp mod">
        <pc:chgData name="Schafer, Ryfka" userId="318b1ac2-30d3-4beb-81ce-7e66308a1db1" providerId="ADAL" clId="{E02E10E5-0E83-4EF4-AB39-C3C9BBD2731B}" dt="2021-09-20T15:58:18.800" v="1538" actId="20577"/>
        <pc:sldMkLst>
          <pc:docMk/>
          <pc:sldMk cId="2098443568" sldId="421"/>
        </pc:sldMkLst>
      </pc:sldChg>
      <pc:sldChg chg="addSp delSp modSp mod">
        <pc:chgData name="Schafer, Ryfka" userId="318b1ac2-30d3-4beb-81ce-7e66308a1db1" providerId="ADAL" clId="{E02E10E5-0E83-4EF4-AB39-C3C9BBD2731B}" dt="2021-09-21T18:54:59.173" v="1666"/>
        <pc:sldMkLst>
          <pc:docMk/>
          <pc:sldMk cId="2626908146" sldId="424"/>
        </pc:sldMkLst>
      </pc:sldChg>
      <pc:sldChg chg="addSp delSp modSp new mod modNotesTx">
        <pc:chgData name="Schafer, Ryfka" userId="318b1ac2-30d3-4beb-81ce-7e66308a1db1" providerId="ADAL" clId="{E02E10E5-0E83-4EF4-AB39-C3C9BBD2731B}" dt="2021-09-21T18:54:58.149" v="1651"/>
        <pc:sldMkLst>
          <pc:docMk/>
          <pc:sldMk cId="727248379" sldId="425"/>
        </pc:sldMkLst>
      </pc:sldChg>
      <pc:sldChg chg="modSp add mod ord">
        <pc:chgData name="Schafer, Ryfka" userId="318b1ac2-30d3-4beb-81ce-7e66308a1db1" providerId="ADAL" clId="{E02E10E5-0E83-4EF4-AB39-C3C9BBD2731B}" dt="2021-09-14T15:52:46.782" v="1318" actId="20577"/>
        <pc:sldMkLst>
          <pc:docMk/>
          <pc:sldMk cId="846468159" sldId="427"/>
        </pc:sldMkLst>
      </pc:sldChg>
      <pc:sldChg chg="add ord">
        <pc:chgData name="Schafer, Ryfka" userId="318b1ac2-30d3-4beb-81ce-7e66308a1db1" providerId="ADAL" clId="{E02E10E5-0E83-4EF4-AB39-C3C9BBD2731B}" dt="2021-09-14T15:49:54.710" v="1158"/>
        <pc:sldMkLst>
          <pc:docMk/>
          <pc:sldMk cId="752438335" sldId="428"/>
        </pc:sldMkLst>
      </pc:sldChg>
      <pc:sldChg chg="addSp delSp modSp new mod ord modNotesTx">
        <pc:chgData name="Schafer, Ryfka" userId="318b1ac2-30d3-4beb-81ce-7e66308a1db1" providerId="ADAL" clId="{E02E10E5-0E83-4EF4-AB39-C3C9BBD2731B}" dt="2021-09-21T19:00:08.651" v="1678"/>
        <pc:sldMkLst>
          <pc:docMk/>
          <pc:sldMk cId="2236467501" sldId="429"/>
        </pc:sldMkLst>
      </pc:sldChg>
      <pc:sldChg chg="del">
        <pc:chgData name="Schafer, Ryfka" userId="318b1ac2-30d3-4beb-81ce-7e66308a1db1" providerId="ADAL" clId="{E02E10E5-0E83-4EF4-AB39-C3C9BBD2731B}" dt="2021-08-26T19:50:28.539" v="15" actId="47"/>
        <pc:sldMkLst>
          <pc:docMk/>
          <pc:sldMk cId="2246944739" sldId="434"/>
        </pc:sldMkLst>
      </pc:sldChg>
    </pc:docChg>
  </pc:docChgLst>
  <pc:docChgLst>
    <pc:chgData name="Ryfka Schafer" userId="318b1ac2-30d3-4beb-81ce-7e66308a1db1" providerId="ADAL" clId="{0AC1941E-9852-49C0-8E23-E5F291FFA374}"/>
    <pc:docChg chg="custSel modSld">
      <pc:chgData name="Ryfka Schafer" userId="318b1ac2-30d3-4beb-81ce-7e66308a1db1" providerId="ADAL" clId="{0AC1941E-9852-49C0-8E23-E5F291FFA374}" dt="2025-01-21T22:32:09.357" v="11"/>
      <pc:docMkLst>
        <pc:docMk/>
      </pc:docMkLst>
      <pc:sldChg chg="addSp delSp modSp mod">
        <pc:chgData name="Ryfka Schafer" userId="318b1ac2-30d3-4beb-81ce-7e66308a1db1" providerId="ADAL" clId="{0AC1941E-9852-49C0-8E23-E5F291FFA374}" dt="2025-01-21T22:32:09.357" v="11"/>
        <pc:sldMkLst>
          <pc:docMk/>
          <pc:sldMk cId="727248379" sldId="425"/>
        </pc:sldMkLst>
      </pc:sldChg>
    </pc:docChg>
  </pc:docChgLst>
  <pc:docChgLst>
    <pc:chgData name="Schafer, Ryfka" userId="318b1ac2-30d3-4beb-81ce-7e66308a1db1" providerId="ADAL" clId="{FA905C25-653A-4E17-AC33-036205AA2531}"/>
    <pc:docChg chg="undo custSel addSld delSld modSld sldOrd">
      <pc:chgData name="Schafer, Ryfka" userId="318b1ac2-30d3-4beb-81ce-7e66308a1db1" providerId="ADAL" clId="{FA905C25-653A-4E17-AC33-036205AA2531}" dt="2020-09-22T06:12:42.919" v="2681" actId="20577"/>
      <pc:docMkLst>
        <pc:docMk/>
      </pc:docMkLst>
      <pc:sldChg chg="modSp mod">
        <pc:chgData name="Schafer, Ryfka" userId="318b1ac2-30d3-4beb-81ce-7e66308a1db1" providerId="ADAL" clId="{FA905C25-653A-4E17-AC33-036205AA2531}" dt="2020-09-22T06:12:42.919" v="2681" actId="20577"/>
        <pc:sldMkLst>
          <pc:docMk/>
          <pc:sldMk cId="2098443568" sldId="421"/>
        </pc:sldMkLst>
      </pc:sldChg>
      <pc:sldChg chg="modSp del mod">
        <pc:chgData name="Schafer, Ryfka" userId="318b1ac2-30d3-4beb-81ce-7e66308a1db1" providerId="ADAL" clId="{FA905C25-653A-4E17-AC33-036205AA2531}" dt="2020-09-18T00:47:52.059" v="1169" actId="2696"/>
        <pc:sldMkLst>
          <pc:docMk/>
          <pc:sldMk cId="657020030" sldId="422"/>
        </pc:sldMkLst>
      </pc:sldChg>
      <pc:sldChg chg="del">
        <pc:chgData name="Schafer, Ryfka" userId="318b1ac2-30d3-4beb-81ce-7e66308a1db1" providerId="ADAL" clId="{FA905C25-653A-4E17-AC33-036205AA2531}" dt="2020-09-18T00:47:52.059" v="1169" actId="2696"/>
        <pc:sldMkLst>
          <pc:docMk/>
          <pc:sldMk cId="3317412573" sldId="423"/>
        </pc:sldMkLst>
      </pc:sldChg>
      <pc:sldChg chg="modSp add mod ord">
        <pc:chgData name="Schafer, Ryfka" userId="318b1ac2-30d3-4beb-81ce-7e66308a1db1" providerId="ADAL" clId="{FA905C25-653A-4E17-AC33-036205AA2531}" dt="2020-09-18T00:45:57.127" v="1168" actId="5793"/>
        <pc:sldMkLst>
          <pc:docMk/>
          <pc:sldMk cId="2626908146" sldId="424"/>
        </pc:sldMkLst>
      </pc:sldChg>
      <pc:sldChg chg="del">
        <pc:chgData name="Schafer, Ryfka" userId="318b1ac2-30d3-4beb-81ce-7e66308a1db1" providerId="ADAL" clId="{FA905C25-653A-4E17-AC33-036205AA2531}" dt="2020-09-18T00:39:19.009" v="1071" actId="2696"/>
        <pc:sldMkLst>
          <pc:docMk/>
          <pc:sldMk cId="2810257764" sldId="430"/>
        </pc:sldMkLst>
      </pc:sldChg>
      <pc:sldChg chg="del">
        <pc:chgData name="Schafer, Ryfka" userId="318b1ac2-30d3-4beb-81ce-7e66308a1db1" providerId="ADAL" clId="{FA905C25-653A-4E17-AC33-036205AA2531}" dt="2020-09-18T22:57:03.087" v="1170" actId="47"/>
        <pc:sldMkLst>
          <pc:docMk/>
          <pc:sldMk cId="1309073876" sldId="431"/>
        </pc:sldMkLst>
      </pc:sldChg>
      <pc:sldChg chg="modSp new del mod">
        <pc:chgData name="Schafer, Ryfka" userId="318b1ac2-30d3-4beb-81ce-7e66308a1db1" providerId="ADAL" clId="{FA905C25-653A-4E17-AC33-036205AA2531}" dt="2020-09-21T21:30:34.061" v="2667" actId="47"/>
        <pc:sldMkLst>
          <pc:docMk/>
          <pc:sldMk cId="1104979312" sldId="432"/>
        </pc:sldMkLst>
      </pc:sldChg>
      <pc:sldChg chg="addSp delSp modSp new del mod modNotesTx">
        <pc:chgData name="Schafer, Ryfka" userId="318b1ac2-30d3-4beb-81ce-7e66308a1db1" providerId="ADAL" clId="{FA905C25-653A-4E17-AC33-036205AA2531}" dt="2020-09-21T21:30:34.825" v="2668" actId="47"/>
        <pc:sldMkLst>
          <pc:docMk/>
          <pc:sldMk cId="273000167" sldId="433"/>
        </pc:sldMkLst>
      </pc:sldChg>
      <pc:sldChg chg="addSp delSp modSp new mod modNotesTx">
        <pc:chgData name="Schafer, Ryfka" userId="318b1ac2-30d3-4beb-81ce-7e66308a1db1" providerId="ADAL" clId="{FA905C25-653A-4E17-AC33-036205AA2531}" dt="2020-09-22T06:12:01.124" v="2670" actId="20577"/>
        <pc:sldMkLst>
          <pc:docMk/>
          <pc:sldMk cId="2246944739" sldId="434"/>
        </pc:sldMkLst>
      </pc:sldChg>
    </pc:docChg>
  </pc:docChgLst>
  <pc:docChgLst>
    <pc:chgData name="Ryfka Schafer" userId="318b1ac2-30d3-4beb-81ce-7e66308a1db1" providerId="ADAL" clId="{6ADB8242-FC07-4006-B08C-E5283FADA5DD}"/>
    <pc:docChg chg="custSel modSld">
      <pc:chgData name="Ryfka Schafer" userId="318b1ac2-30d3-4beb-81ce-7e66308a1db1" providerId="ADAL" clId="{6ADB8242-FC07-4006-B08C-E5283FADA5DD}" dt="2025-10-02T21:29:51.202" v="53"/>
      <pc:docMkLst>
        <pc:docMk/>
      </pc:docMkLst>
      <pc:sldChg chg="addSp delSp modSp mod">
        <pc:chgData name="Ryfka Schafer" userId="318b1ac2-30d3-4beb-81ce-7e66308a1db1" providerId="ADAL" clId="{6ADB8242-FC07-4006-B08C-E5283FADA5DD}" dt="2025-10-02T21:29:51.202" v="53"/>
        <pc:sldMkLst>
          <pc:docMk/>
          <pc:sldMk cId="727248379" sldId="425"/>
        </pc:sldMkLst>
        <pc:spChg chg="add del mod">
          <ac:chgData name="Ryfka Schafer" userId="318b1ac2-30d3-4beb-81ce-7e66308a1db1" providerId="ADAL" clId="{6ADB8242-FC07-4006-B08C-E5283FADA5DD}" dt="2025-10-02T21:28:04.878" v="49"/>
          <ac:spMkLst>
            <pc:docMk/>
            <pc:sldMk cId="727248379" sldId="425"/>
            <ac:spMk id="4" creationId="{E2887488-0966-618A-7FC8-6AFE87E45B08}"/>
          </ac:spMkLst>
        </pc:spChg>
        <pc:spChg chg="add del mod">
          <ac:chgData name="Ryfka Schafer" userId="318b1ac2-30d3-4beb-81ce-7e66308a1db1" providerId="ADAL" clId="{6ADB8242-FC07-4006-B08C-E5283FADA5DD}" dt="2025-10-02T16:48:15.634" v="43"/>
          <ac:spMkLst>
            <pc:docMk/>
            <pc:sldMk cId="727248379" sldId="425"/>
            <ac:spMk id="5" creationId="{018FB277-3CEA-BA33-2847-8CDB2A8601B3}"/>
          </ac:spMkLst>
        </pc:spChg>
        <pc:spChg chg="add mod">
          <ac:chgData name="Ryfka Schafer" userId="318b1ac2-30d3-4beb-81ce-7e66308a1db1" providerId="ADAL" clId="{6ADB8242-FC07-4006-B08C-E5283FADA5DD}" dt="2025-10-02T21:29:51.202" v="53"/>
          <ac:spMkLst>
            <pc:docMk/>
            <pc:sldMk cId="727248379" sldId="425"/>
            <ac:spMk id="5" creationId="{CA6DD3CA-686F-502B-78FA-17EBC78718D5}"/>
          </ac:spMkLst>
        </pc:spChg>
      </pc:sldChg>
      <pc:sldChg chg="modSp mod">
        <pc:chgData name="Ryfka Schafer" userId="318b1ac2-30d3-4beb-81ce-7e66308a1db1" providerId="ADAL" clId="{6ADB8242-FC07-4006-B08C-E5283FADA5DD}" dt="2025-09-26T19:52:10.728" v="35" actId="20577"/>
        <pc:sldMkLst>
          <pc:docMk/>
          <pc:sldMk cId="846468159" sldId="427"/>
        </pc:sldMkLst>
        <pc:spChg chg="mod">
          <ac:chgData name="Ryfka Schafer" userId="318b1ac2-30d3-4beb-81ce-7e66308a1db1" providerId="ADAL" clId="{6ADB8242-FC07-4006-B08C-E5283FADA5DD}" dt="2025-09-26T19:52:10.728" v="35" actId="20577"/>
          <ac:spMkLst>
            <pc:docMk/>
            <pc:sldMk cId="846468159" sldId="427"/>
            <ac:spMk id="6" creationId="{6F00CBBC-945C-4FC9-A647-B6E670AB01FF}"/>
          </ac:spMkLst>
        </pc:spChg>
      </pc:sldChg>
    </pc:docChg>
  </pc:docChgLst>
  <pc:docChgLst>
    <pc:chgData name="Schafer, Ryfka" userId="318b1ac2-30d3-4beb-81ce-7e66308a1db1" providerId="ADAL" clId="{16A80D63-2C83-44F4-B090-F9C1E9A0E10D}"/>
    <pc:docChg chg="modSld">
      <pc:chgData name="Schafer, Ryfka" userId="318b1ac2-30d3-4beb-81ce-7e66308a1db1" providerId="ADAL" clId="{16A80D63-2C83-44F4-B090-F9C1E9A0E10D}" dt="2022-08-25T04:45:04.321" v="28" actId="20577"/>
      <pc:docMkLst>
        <pc:docMk/>
      </pc:docMkLst>
      <pc:sldChg chg="modSp mod">
        <pc:chgData name="Schafer, Ryfka" userId="318b1ac2-30d3-4beb-81ce-7e66308a1db1" providerId="ADAL" clId="{16A80D63-2C83-44F4-B090-F9C1E9A0E10D}" dt="2022-08-25T04:44:40.624" v="0" actId="20577"/>
        <pc:sldMkLst>
          <pc:docMk/>
          <pc:sldMk cId="2098443568" sldId="421"/>
        </pc:sldMkLst>
      </pc:sldChg>
      <pc:sldChg chg="modSp mod">
        <pc:chgData name="Schafer, Ryfka" userId="318b1ac2-30d3-4beb-81ce-7e66308a1db1" providerId="ADAL" clId="{16A80D63-2C83-44F4-B090-F9C1E9A0E10D}" dt="2022-08-25T04:45:04.321" v="28" actId="20577"/>
        <pc:sldMkLst>
          <pc:docMk/>
          <pc:sldMk cId="727248379" sldId="42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200"/>
            </a:lvl1pPr>
          </a:lstStyle>
          <a:p>
            <a:fld id="{4888D498-CA9B-8D40-B07D-EB92BE597C17}" type="datetimeFigureOut">
              <a:rPr lang="en-US" smtClean="0"/>
              <a:t>10/2/2025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7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200"/>
            </a:lvl1pPr>
          </a:lstStyle>
          <a:p>
            <a:fld id="{13AAC0AE-F2B6-6846-ABA1-89ECC7B4183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3172" tIns="46586" rIns="93172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200"/>
            </a:lvl1pPr>
          </a:lstStyle>
          <a:p>
            <a:fld id="{75EC4D74-3CE0-A14E-94A9-E88D6AC0C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4D74-3CE0-A14E-94A9-E88D6AC0C8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24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Asking: conducting product research—finding out what people think of your ideas; interviewing others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4D74-3CE0-A14E-94A9-E88D6AC0C8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68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Anywhere you have to explain something succinctly in 30 seconds or less</a:t>
            </a:r>
          </a:p>
          <a:p>
            <a:r>
              <a:rPr lang="en-US" dirty="0"/>
              <a:t>Importance of summarization</a:t>
            </a:r>
          </a:p>
          <a:p>
            <a:endParaRPr lang="en-US" dirty="0"/>
          </a:p>
          <a:p>
            <a:r>
              <a:rPr lang="en-US" dirty="0"/>
              <a:t>Interview</a:t>
            </a:r>
          </a:p>
          <a:p>
            <a:r>
              <a:rPr lang="en-US" dirty="0"/>
              <a:t>Top of Resume</a:t>
            </a:r>
          </a:p>
          <a:p>
            <a:r>
              <a:rPr lang="en-US" dirty="0"/>
              <a:t>Product pitch</a:t>
            </a:r>
          </a:p>
          <a:p>
            <a:r>
              <a:rPr lang="en-US" dirty="0"/>
              <a:t>Explaining your product to investors</a:t>
            </a:r>
          </a:p>
          <a:p>
            <a:r>
              <a:rPr lang="en-US" dirty="0"/>
              <a:t>Explaining your product to consumers</a:t>
            </a:r>
          </a:p>
          <a:p>
            <a:r>
              <a:rPr lang="en-US" dirty="0"/>
              <a:t>Product label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4D74-3CE0-A14E-94A9-E88D6AC0C8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11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9E2BFF-0B83-4EEC-B349-6032F0DFE8E4}"/>
              </a:ext>
            </a:extLst>
          </p:cNvPr>
          <p:cNvSpPr/>
          <p:nvPr userDrawn="1"/>
        </p:nvSpPr>
        <p:spPr>
          <a:xfrm rot="10800000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62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3295142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/>
              <a:t>Click to edit optional sub-header</a:t>
            </a:r>
            <a:br>
              <a:rPr lang="en-US"/>
            </a:br>
            <a:r>
              <a:rPr lang="en-US"/>
              <a:t>Arial, 12pt, sentence case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728216" y="2230871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ARIAL, 20PT, UPPERCASE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8CD39B6-2E49-4642-967A-D62CD650C9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36022" y="424100"/>
            <a:ext cx="1071956" cy="13748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9701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4008736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2947379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3" name="Picture 2" descr="A large building&#10;&#10;Description automatically generated">
            <a:extLst>
              <a:ext uri="{FF2B5EF4-FFF2-40B4-BE49-F238E27FC236}">
                <a16:creationId xmlns:a16="http://schemas.microsoft.com/office/drawing/2014/main" id="{0F5107FE-B099-49F5-9A06-956B06276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0" y="302969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82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2" name="Picture 1" descr="A large building&#10;&#10;Description automatically generated">
            <a:extLst>
              <a:ext uri="{FF2B5EF4-FFF2-40B4-BE49-F238E27FC236}">
                <a16:creationId xmlns:a16="http://schemas.microsoft.com/office/drawing/2014/main" id="{E1234ECC-ADCC-46AC-9691-CE80D2E9AC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0" y="302969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76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2793883" y="868296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2793883" y="1020696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509695" y="2243735"/>
            <a:ext cx="209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2597CB"/>
                </a:solidFill>
              </a:rPr>
              <a:t>AGENDA</a:t>
            </a:r>
            <a:endParaRPr lang="en-US" sz="3200">
              <a:solidFill>
                <a:srgbClr val="2597C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233738" y="1075638"/>
            <a:ext cx="5203825" cy="3162035"/>
          </a:xfrm>
        </p:spPr>
        <p:txBody>
          <a:bodyPr/>
          <a:lstStyle>
            <a:lvl1pPr>
              <a:buClr>
                <a:srgbClr val="2597CB"/>
              </a:buClr>
              <a:defRPr>
                <a:solidFill>
                  <a:srgbClr val="414042"/>
                </a:solidFill>
              </a:defRPr>
            </a:lvl1pPr>
            <a:lvl2pPr>
              <a:buClr>
                <a:srgbClr val="2597CB"/>
              </a:buClr>
              <a:defRPr>
                <a:solidFill>
                  <a:srgbClr val="414042"/>
                </a:solidFill>
              </a:defRPr>
            </a:lvl2pPr>
            <a:lvl3pPr>
              <a:buClr>
                <a:srgbClr val="2597CB"/>
              </a:buClr>
              <a:defRPr>
                <a:solidFill>
                  <a:srgbClr val="414042"/>
                </a:solidFill>
              </a:defRPr>
            </a:lvl3pPr>
            <a:lvl4pPr>
              <a:buClr>
                <a:srgbClr val="2597CB"/>
              </a:buClr>
              <a:defRPr/>
            </a:lvl4pPr>
            <a:lvl5pPr>
              <a:buClr>
                <a:srgbClr val="2597CB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9158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92306" y="865565"/>
            <a:ext cx="7746421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853EB-037E-4664-B8C6-47A825981E1A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0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lu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92306" y="866121"/>
            <a:ext cx="7765894" cy="2379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enter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C134C1F-53DF-43C2-AF4D-EE37600EC2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6" y="1207501"/>
            <a:ext cx="7746421" cy="324522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Select &amp; type to begin bullet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DCBBB4-8E3B-4C61-976E-98D52FE44A29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41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AC10F0B-0123-4229-8555-D91EFBF82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7" y="865565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0598F9A-D406-4367-9FD6-44DB1EEC84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52151" y="857250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7034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38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DFE816-852F-4EC5-8BA8-2C49BCA56D83}"/>
              </a:ext>
            </a:extLst>
          </p:cNvPr>
          <p:cNvSpPr/>
          <p:nvPr userDrawn="1"/>
        </p:nvSpPr>
        <p:spPr>
          <a:xfrm>
            <a:off x="0" y="4827579"/>
            <a:ext cx="9144000" cy="323236"/>
          </a:xfrm>
          <a:prstGeom prst="rect">
            <a:avLst/>
          </a:prstGeom>
          <a:solidFill>
            <a:srgbClr val="DB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944" y="164592"/>
            <a:ext cx="7735824" cy="38404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style42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1"/>
          </p:nvPr>
        </p:nvSpPr>
        <p:spPr>
          <a:xfrm>
            <a:off x="685800" y="865565"/>
            <a:ext cx="7759699" cy="37667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50B3E-7DA0-47E4-9748-B24A0208F1CA}"/>
              </a:ext>
            </a:extLst>
          </p:cNvPr>
          <p:cNvSpPr txBox="1"/>
          <p:nvPr userDrawn="1"/>
        </p:nvSpPr>
        <p:spPr>
          <a:xfrm>
            <a:off x="8360163" y="4923587"/>
            <a:ext cx="496793" cy="110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98DCDC1-55DC-4367-A313-31C40E88617A}" type="slidenum">
              <a:rPr lang="en-US" sz="700" smtClean="0">
                <a:solidFill>
                  <a:srgbClr val="414042"/>
                </a:solidFill>
              </a:rPr>
              <a:t>‹#›</a:t>
            </a:fld>
            <a:endParaRPr lang="en-US" sz="700" dirty="0">
              <a:solidFill>
                <a:srgbClr val="41404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7DAE6-672D-4E30-B617-4C20C7FB20BD}"/>
              </a:ext>
            </a:extLst>
          </p:cNvPr>
          <p:cNvSpPr txBox="1"/>
          <p:nvPr userDrawn="1"/>
        </p:nvSpPr>
        <p:spPr>
          <a:xfrm>
            <a:off x="194553" y="4260715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 err="1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86789-9FDA-46BC-9875-217FC8534140}"/>
              </a:ext>
            </a:extLst>
          </p:cNvPr>
          <p:cNvSpPr txBox="1"/>
          <p:nvPr userDrawn="1"/>
        </p:nvSpPr>
        <p:spPr>
          <a:xfrm>
            <a:off x="694944" y="4866086"/>
            <a:ext cx="3384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Business &amp; Marketing, Economics, and Digital 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75B59-9310-4D12-B8AB-3D539D27C359}"/>
              </a:ext>
            </a:extLst>
          </p:cNvPr>
          <p:cNvSpPr txBox="1"/>
          <p:nvPr userDrawn="1"/>
        </p:nvSpPr>
        <p:spPr>
          <a:xfrm>
            <a:off x="7774169" y="4855795"/>
            <a:ext cx="784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2020/2021</a:t>
            </a:r>
          </a:p>
        </p:txBody>
      </p:sp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F4D7F0F3-F14F-4231-B370-8C5A4CDF590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30075" y="4500484"/>
            <a:ext cx="416155" cy="5337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538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46" r:id="rId2"/>
    <p:sldLayoutId id="2147483847" r:id="rId3"/>
    <p:sldLayoutId id="2147483844" r:id="rId4"/>
    <p:sldLayoutId id="2147483845" r:id="rId5"/>
    <p:sldLayoutId id="2147483834" r:id="rId6"/>
    <p:sldLayoutId id="2147483836" r:id="rId7"/>
    <p:sldLayoutId id="2147483839" r:id="rId8"/>
    <p:sldLayoutId id="2147483782" r:id="rId9"/>
    <p:sldLayoutId id="2147483848" r:id="rId10"/>
    <p:sldLayoutId id="214748381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597CB"/>
        </a:buClr>
        <a:buSzPct val="140000"/>
        <a:buFont typeface="Arial"/>
        <a:buChar char="•"/>
        <a:defRPr sz="16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1pPr>
      <a:lvl2pPr marL="687388" indent="-234950" algn="l" defTabSz="914400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Courier New" charset="0"/>
        <a:buChar char="o"/>
        <a:defRPr sz="14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2pPr>
      <a:lvl3pPr marL="1141413" indent="-230188" algn="l" defTabSz="914400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Arial"/>
        <a:buChar char="•"/>
        <a:defRPr sz="12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3pPr>
      <a:lvl4pPr marL="160178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SzPct val="60000"/>
        <a:buFont typeface="Courier New" charset="0"/>
        <a:buChar char="o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5813" indent="-230188" algn="l" defTabSz="914400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Font typeface="Arial"/>
        <a:buChar char="•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F26B43"/>
          </p15:clr>
        </p15:guide>
        <p15:guide id="2" pos="5328" userDrawn="1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3156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orient="horz" pos="17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nglishjoinsus.blogspot.com/2017/10/listenings-how-to-answer-phone-call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yz.gamepedia.com/Pumpki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teven_Spielberg_filmography" TargetMode="External"/><Relationship Id="rId7" Type="http://schemas.openxmlformats.org/officeDocument/2006/relationships/hyperlink" Target="https://readingnow.wordpress.com/2011/03/31/is-the-final-farewell-scene-from-e-t-the-most-powerful-scene-in-film-histor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jpg"/><Relationship Id="rId5" Type="http://schemas.openxmlformats.org/officeDocument/2006/relationships/hyperlink" Target="https://licantropunk.blogspot.com/2018/04/ready-player-one-de-steven-spielberg.html" TargetMode="Externa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A2A26-3540-40B1-B7BC-75863235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711" y="2608557"/>
            <a:ext cx="6265333" cy="952270"/>
          </a:xfrm>
        </p:spPr>
        <p:txBody>
          <a:bodyPr/>
          <a:lstStyle/>
          <a:p>
            <a:r>
              <a:rPr lang="en-US" dirty="0"/>
              <a:t>Business, Marketing, Entrepreneurship, Digital Marketing, and Econ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Mrs. Schafer</a:t>
            </a:r>
          </a:p>
        </p:txBody>
      </p:sp>
    </p:spTree>
    <p:extLst>
      <p:ext uri="{BB962C8B-B14F-4D97-AF65-F5344CB8AC3E}">
        <p14:creationId xmlns:p14="http://schemas.microsoft.com/office/powerpoint/2010/main" val="314979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AADD7-387E-4013-8C84-380563E11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The Power of Open-ended Questions</a:t>
            </a:r>
          </a:p>
          <a:p>
            <a:r>
              <a:rPr lang="en-US" dirty="0"/>
              <a:t>Paired Interviewing</a:t>
            </a:r>
          </a:p>
          <a:p>
            <a:r>
              <a:rPr lang="en-US" dirty="0"/>
              <a:t>Elevator Pitches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4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E7F50F-19A6-4CAE-B38A-8F2EFB84E0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Q1: What kind of question gets the most information out of a person?</a:t>
            </a:r>
          </a:p>
          <a:p>
            <a:pPr marL="342900" indent="-342900">
              <a:buAutoNum type="alphaLcParenR"/>
            </a:pPr>
            <a:r>
              <a:rPr lang="en-US" dirty="0"/>
              <a:t>Yes or no?</a:t>
            </a:r>
          </a:p>
          <a:p>
            <a:pPr marL="342900" indent="-342900">
              <a:buAutoNum type="alphaLcParenR"/>
            </a:pPr>
            <a:r>
              <a:rPr lang="en-US" dirty="0"/>
              <a:t>Open-ended?</a:t>
            </a:r>
          </a:p>
          <a:p>
            <a:pPr marL="342900" indent="-342900">
              <a:buAutoNum type="alphaL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Q2: For what aspects of business will you need to be adept at ASKING open-ended questions?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AB8045-D2B6-4705-A3C3-ECC30E1E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Asking/Answering Questions</a:t>
            </a:r>
          </a:p>
        </p:txBody>
      </p:sp>
      <p:sp>
        <p:nvSpPr>
          <p:cNvPr id="5" name="SMARTInkShape-1">
            <a:extLst>
              <a:ext uri="{FF2B5EF4-FFF2-40B4-BE49-F238E27FC236}">
                <a16:creationId xmlns:a16="http://schemas.microsoft.com/office/drawing/2014/main" id="{CA6DD3CA-686F-502B-78FA-17EBC78718D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3286125"/>
            <a:ext cx="7145" cy="1"/>
          </a:xfrm>
          <a:custGeom>
            <a:avLst/>
            <a:gdLst/>
            <a:ahLst/>
            <a:cxnLst/>
            <a:rect l="0" t="0" r="0" b="0"/>
            <a:pathLst>
              <a:path w="7145" h="1">
                <a:moveTo>
                  <a:pt x="0" y="0"/>
                </a:moveTo>
                <a:lnTo>
                  <a:pt x="0" y="0"/>
                </a:lnTo>
                <a:lnTo>
                  <a:pt x="7144" y="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48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00CBBC-945C-4FC9-A647-B6E670AB01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2038" y="919163"/>
            <a:ext cx="4820221" cy="3245229"/>
          </a:xfrm>
        </p:spPr>
        <p:txBody>
          <a:bodyPr/>
          <a:lstStyle/>
          <a:p>
            <a:pPr lvl="1"/>
            <a:r>
              <a:rPr lang="en-US" dirty="0"/>
              <a:t>Choose 3 of the below (or create your own, respectful questions) to ask your assigned classmate. Write down responses/take notes. Be prepared to talk about the answers for your person in the next class.</a:t>
            </a:r>
          </a:p>
          <a:p>
            <a:pPr lvl="1"/>
            <a:r>
              <a:rPr lang="en-US" dirty="0"/>
              <a:t>Interview questions:</a:t>
            </a:r>
          </a:p>
          <a:p>
            <a:pPr lvl="2">
              <a:buFont typeface="+mj-lt"/>
              <a:buAutoNum type="arabicPeriod"/>
            </a:pPr>
            <a:r>
              <a:rPr lang="en-US" dirty="0"/>
              <a:t>What do you see yourself doing as a profession 10 years from now?</a:t>
            </a:r>
          </a:p>
          <a:p>
            <a:pPr lvl="2">
              <a:buFont typeface="+mj-lt"/>
              <a:buAutoNum type="arabicPeriod"/>
            </a:pPr>
            <a:r>
              <a:rPr lang="en-US" dirty="0"/>
              <a:t>Do you have any influences/influencers in life that make you want to do that profession?</a:t>
            </a:r>
          </a:p>
          <a:p>
            <a:pPr lvl="2">
              <a:buFont typeface="+mj-lt"/>
              <a:buAutoNum type="arabicPeriod"/>
            </a:pPr>
            <a:r>
              <a:rPr lang="en-US" dirty="0"/>
              <a:t>What’s the coolest product you’ve ever tried? Why do you think it’s the best?</a:t>
            </a:r>
          </a:p>
          <a:p>
            <a:pPr lvl="2">
              <a:buFont typeface="+mj-lt"/>
              <a:buAutoNum type="arabicPeriod"/>
            </a:pPr>
            <a:r>
              <a:rPr lang="en-US" dirty="0"/>
              <a:t>What do you think is your greatest strength/ability?</a:t>
            </a:r>
          </a:p>
          <a:p>
            <a:pPr lvl="2">
              <a:buFont typeface="+mj-lt"/>
              <a:buAutoNum type="arabicPeriod"/>
            </a:pPr>
            <a:r>
              <a:rPr lang="en-US" dirty="0"/>
              <a:t>Fav movie and why?</a:t>
            </a:r>
          </a:p>
          <a:p>
            <a:pPr lvl="2">
              <a:buFont typeface="+mj-lt"/>
              <a:buAutoNum type="arabicPeriod"/>
            </a:pPr>
            <a:r>
              <a:rPr lang="en-US" dirty="0"/>
              <a:t>Fav food and why?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81D6E6-7C88-4D7C-A0F7-BCD7AC8A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In-Class Activity </a:t>
            </a:r>
            <a:r>
              <a:rPr lang="en-US" dirty="0"/>
              <a:t>– Paired Interviewing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00283EB4-7789-44F9-A3EA-CBF160545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72259" y="1569786"/>
            <a:ext cx="3563031" cy="194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08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8F51-2C1B-47F9-9BBD-219A83C08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Elevator Pitches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00EB5-736C-4A54-9006-00CBE0150F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ln>
            <a:solidFill>
              <a:schemeClr val="bg2">
                <a:lumMod val="50000"/>
              </a:schemeClr>
            </a:solidFill>
          </a:ln>
        </p:spPr>
        <p:txBody>
          <a:bodyPr vert="horz" lIns="0" tIns="0" rIns="0" bIns="0" rtlCol="0">
            <a:noAutofit/>
          </a:bodyPr>
          <a:lstStyle/>
          <a:p>
            <a:r>
              <a:rPr lang="en-US" dirty="0"/>
              <a:t>What is an elevator pitch?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215B2-85ED-4C81-8C16-DBF13219ED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ln>
            <a:solidFill>
              <a:schemeClr val="bg2">
                <a:lumMod val="50000"/>
              </a:schemeClr>
            </a:solidFill>
          </a:ln>
        </p:spPr>
        <p:txBody>
          <a:bodyPr/>
          <a:lstStyle/>
          <a:p>
            <a:r>
              <a:rPr lang="en-US" dirty="0"/>
              <a:t>In what instances would you use one in the future?</a:t>
            </a:r>
          </a:p>
        </p:txBody>
      </p:sp>
    </p:spTree>
    <p:extLst>
      <p:ext uri="{BB962C8B-B14F-4D97-AF65-F5344CB8AC3E}">
        <p14:creationId xmlns:p14="http://schemas.microsoft.com/office/powerpoint/2010/main" val="223646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00CBBC-945C-4FC9-A647-B6E670AB01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5" y="1054327"/>
            <a:ext cx="7739647" cy="3245229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Elevator:  21 years of experience working on strategic projects for start-ups to Fortune 500 companies in industries from technology to government, owner of an LLC in the pet products area and author of 4 published fiction novels. </a:t>
            </a:r>
          </a:p>
          <a:p>
            <a:r>
              <a:rPr lang="en-US" sz="1200" dirty="0"/>
              <a:t>Undergrad degree in business: marketing and PR. MBA in entrepreneurship </a:t>
            </a:r>
          </a:p>
          <a:p>
            <a:r>
              <a:rPr lang="en-US" sz="1200" dirty="0"/>
              <a:t>Worked in Marketing for Black &amp; Decker/DeWalt </a:t>
            </a:r>
          </a:p>
          <a:p>
            <a:r>
              <a:rPr lang="en-US" sz="1200" dirty="0"/>
              <a:t>Worked for 14 </a:t>
            </a:r>
            <a:r>
              <a:rPr lang="en-US" sz="1200" dirty="0" err="1"/>
              <a:t>yrs</a:t>
            </a:r>
            <a:r>
              <a:rPr lang="en-US" sz="1200" dirty="0"/>
              <a:t> consulting intelligence agencies in the federal gov with a </a:t>
            </a:r>
            <a:r>
              <a:rPr lang="en-US" sz="1200" dirty="0" err="1"/>
              <a:t>topsecret</a:t>
            </a:r>
            <a:r>
              <a:rPr lang="en-US" sz="1200" dirty="0"/>
              <a:t> security clearance</a:t>
            </a:r>
          </a:p>
          <a:p>
            <a:r>
              <a:rPr lang="en-US" sz="1200" dirty="0"/>
              <a:t>Moved to Seattle and switched to commercial consulting for MSFT, Amazon, and Nordstrom </a:t>
            </a:r>
          </a:p>
          <a:p>
            <a:r>
              <a:rPr lang="en-US" sz="1200" dirty="0"/>
              <a:t>Owner of a cat accessory company </a:t>
            </a:r>
          </a:p>
          <a:p>
            <a:r>
              <a:rPr lang="en-US" sz="1200" dirty="0"/>
              <a:t>Author of 4 published Young Adult Fiction Sci-fi books</a:t>
            </a:r>
          </a:p>
          <a:p>
            <a:r>
              <a:rPr lang="en-US" sz="1200" dirty="0"/>
              <a:t>Married with 2 kids, 2 dogs, 2 cats</a:t>
            </a:r>
          </a:p>
          <a:p>
            <a:r>
              <a:rPr lang="en-US" sz="1200" dirty="0"/>
              <a:t>Lots of ties back to NJ, NY, DC, and Maryland </a:t>
            </a:r>
          </a:p>
          <a:p>
            <a:r>
              <a:rPr lang="en-US" sz="1200" dirty="0"/>
              <a:t>Love pumpkin picking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81D6E6-7C88-4D7C-A0F7-BCD7AC8A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Resume &amp; My Elevator Pitch</a:t>
            </a:r>
          </a:p>
        </p:txBody>
      </p:sp>
      <p:pic>
        <p:nvPicPr>
          <p:cNvPr id="3" name="Picture 2" descr="A close up of a fruit&#10;&#10;Description automatically generated">
            <a:extLst>
              <a:ext uri="{FF2B5EF4-FFF2-40B4-BE49-F238E27FC236}">
                <a16:creationId xmlns:a16="http://schemas.microsoft.com/office/drawing/2014/main" id="{B4297DD2-CF34-416A-8718-0365F0295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51111" y="2197252"/>
            <a:ext cx="1955539" cy="210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6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00CBBC-945C-4FC9-A647-B6E670AB01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5" y="1054327"/>
            <a:ext cx="4820221" cy="3245229"/>
          </a:xfrm>
        </p:spPr>
        <p:txBody>
          <a:bodyPr/>
          <a:lstStyle/>
          <a:p>
            <a:r>
              <a:rPr lang="en-US" dirty="0"/>
              <a:t>Steven Spielberg is going to make a movie about someone’s life and is currently deciding.</a:t>
            </a:r>
          </a:p>
          <a:p>
            <a:r>
              <a:rPr lang="en-US" dirty="0"/>
              <a:t>YOU happen to be in an empty elevator when the doors slide open, and Spielberg walks in! </a:t>
            </a:r>
          </a:p>
          <a:p>
            <a:r>
              <a:rPr lang="en-US" dirty="0"/>
              <a:t>Elevator Pitch about yourself: 30 seconds to tell Steven Spielberg the most interesting things about you and convince him to make his movie about you.</a:t>
            </a:r>
          </a:p>
          <a:p>
            <a:r>
              <a:rPr lang="en-US" dirty="0"/>
              <a:t>Prepare to tell everyone out loud that 30 second elevator pitch when we next meet. What makes you unique? What do you want people to know about you?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81D6E6-7C88-4D7C-A0F7-BCD7AC8A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Assignment</a:t>
            </a:r>
          </a:p>
        </p:txBody>
      </p:sp>
      <p:pic>
        <p:nvPicPr>
          <p:cNvPr id="3" name="Picture 2" descr="A person wearing a suit and tie smiling at the camera&#10;&#10;Description automatically generated">
            <a:extLst>
              <a:ext uri="{FF2B5EF4-FFF2-40B4-BE49-F238E27FC236}">
                <a16:creationId xmlns:a16="http://schemas.microsoft.com/office/drawing/2014/main" id="{079B2F4C-D382-4746-B8C9-130814ED0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84980" y="974231"/>
            <a:ext cx="1407271" cy="2130934"/>
          </a:xfrm>
          <a:prstGeom prst="rect">
            <a:avLst/>
          </a:prstGeom>
        </p:spPr>
      </p:pic>
      <p:pic>
        <p:nvPicPr>
          <p:cNvPr id="8" name="Picture 7" descr="A picture containing star&#10;&#10;Description automatically generated">
            <a:extLst>
              <a:ext uri="{FF2B5EF4-FFF2-40B4-BE49-F238E27FC236}">
                <a16:creationId xmlns:a16="http://schemas.microsoft.com/office/drawing/2014/main" id="{AFA320EC-5758-41BE-8D1A-78F4F4BF5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390547" y="1410788"/>
            <a:ext cx="1202081" cy="1780282"/>
          </a:xfrm>
          <a:prstGeom prst="rect">
            <a:avLst/>
          </a:prstGeom>
        </p:spPr>
      </p:pic>
      <p:pic>
        <p:nvPicPr>
          <p:cNvPr id="11" name="Picture 10" descr="A picture containing standing, front, looking, person&#10;&#10;Description automatically generated">
            <a:extLst>
              <a:ext uri="{FF2B5EF4-FFF2-40B4-BE49-F238E27FC236}">
                <a16:creationId xmlns:a16="http://schemas.microsoft.com/office/drawing/2014/main" id="{FFEFBFB9-3C0B-4D68-BDE7-581983FF82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866044" y="3414653"/>
            <a:ext cx="1836927" cy="120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383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heme/theme1.xml><?xml version="1.0" encoding="utf-8"?>
<a:theme xmlns:a="http://schemas.openxmlformats.org/drawingml/2006/main" name="Main Master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 smtClean="0">
            <a:latin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atle Genetics 1" id="{53984AC2-015D-554A-9215-CAF5E42331BB}" vid="{AC78D1C2-67FA-E942-9EA9-D2954BBFA0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D89C5D911BC046B277DCAF5366D800" ma:contentTypeVersion="4" ma:contentTypeDescription="Create a new document." ma:contentTypeScope="" ma:versionID="2cc88ace384ab63cdfefd6ba4c9c6e19">
  <xsd:schema xmlns:xsd="http://www.w3.org/2001/XMLSchema" xmlns:xs="http://www.w3.org/2001/XMLSchema" xmlns:p="http://schemas.microsoft.com/office/2006/metadata/properties" xmlns:ns2="8203920f-e80a-4f40-891f-374d92aaa723" xmlns:ns3="94453763-5c73-4bc4-9bc2-0b162bd4cfed" targetNamespace="http://schemas.microsoft.com/office/2006/metadata/properties" ma:root="true" ma:fieldsID="b09e4c8b1d448c696d03e70d112964b5" ns2:_="" ns3:_="">
    <xsd:import namespace="8203920f-e80a-4f40-891f-374d92aaa723"/>
    <xsd:import namespace="94453763-5c73-4bc4-9bc2-0b162bd4c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3920f-e80a-4f40-891f-374d92aaa7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453763-5c73-4bc4-9bc2-0b162bd4c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1CF28C-A6CA-48EC-A751-93D4F186C8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03920f-e80a-4f40-891f-374d92aaa723"/>
    <ds:schemaRef ds:uri="94453763-5c73-4bc4-9bc2-0b162bd4c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FEFE1D-2A63-4943-A8E9-412AC2E6794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1A84523-DC6D-4F6B-A4CC-3FF10C5ADA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1302</TotalTime>
  <Words>492</Words>
  <Application>Microsoft Office PowerPoint</Application>
  <PresentationFormat>On-screen Show (16:9)</PresentationFormat>
  <Paragraphs>51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Main Master</vt:lpstr>
      <vt:lpstr>Business, Marketing, Entrepreneurship, Digital Marketing, and Econ  Mrs. Schafer</vt:lpstr>
      <vt:lpstr>PowerPoint Presentation</vt:lpstr>
      <vt:lpstr>Asking/Answering Questions</vt:lpstr>
      <vt:lpstr>In-Class Activity – Paired Interviewing</vt:lpstr>
      <vt:lpstr>Elevator Pitches</vt:lpstr>
      <vt:lpstr>Resume &amp; My Elevator Pitch</vt:lpstr>
      <vt:lpstr>Homework Assignment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Sebastian Arias</dc:creator>
  <cp:keywords/>
  <dc:description/>
  <cp:lastModifiedBy>Ryfka Schafer</cp:lastModifiedBy>
  <cp:revision>25</cp:revision>
  <cp:lastPrinted>2018-04-23T17:55:37Z</cp:lastPrinted>
  <dcterms:created xsi:type="dcterms:W3CDTF">2017-07-25T22:09:28Z</dcterms:created>
  <dcterms:modified xsi:type="dcterms:W3CDTF">2025-10-02T21:30:00Z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0x0101009DD89C5D911BC046B277DCAF5366D800</vt:lpwstr>
  </property>
  <property fmtid="{D5CDD505-2E9C-101B-9397-08002B2CF9AE}" pid="3" name="Document Retention Period">
    <vt:lpwstr>2;#3 Yr|c8cd55a2-159d-41a5-94cb-7dd28dd1c861</vt:lpwstr>
  </property>
  <property fmtid="{D5CDD505-2E9C-101B-9397-08002B2CF9AE}" pid="4" name="_dlc_DocIdItemGuid">
    <vt:lpwstr>e1d96100-0888-476a-a9ce-609654440f9d</vt:lpwstr>
  </property>
</Properties>
</file>