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8" r:id="rId4"/>
    <p:sldMasterId id="2147483849" r:id="rId5"/>
  </p:sldMasterIdLst>
  <p:notesMasterIdLst>
    <p:notesMasterId r:id="rId33"/>
  </p:notesMasterIdLst>
  <p:handoutMasterIdLst>
    <p:handoutMasterId r:id="rId34"/>
  </p:handoutMasterIdLst>
  <p:sldIdLst>
    <p:sldId id="420" r:id="rId6"/>
    <p:sldId id="262" r:id="rId7"/>
    <p:sldId id="264" r:id="rId8"/>
    <p:sldId id="467" r:id="rId9"/>
    <p:sldId id="421" r:id="rId10"/>
    <p:sldId id="428" r:id="rId11"/>
    <p:sldId id="443" r:id="rId12"/>
    <p:sldId id="441" r:id="rId13"/>
    <p:sldId id="422" r:id="rId14"/>
    <p:sldId id="475" r:id="rId15"/>
    <p:sldId id="427" r:id="rId16"/>
    <p:sldId id="426" r:id="rId17"/>
    <p:sldId id="439" r:id="rId18"/>
    <p:sldId id="471" r:id="rId19"/>
    <p:sldId id="473" r:id="rId20"/>
    <p:sldId id="434" r:id="rId21"/>
    <p:sldId id="429" r:id="rId22"/>
    <p:sldId id="430" r:id="rId23"/>
    <p:sldId id="474" r:id="rId24"/>
    <p:sldId id="431" r:id="rId25"/>
    <p:sldId id="423" r:id="rId26"/>
    <p:sldId id="432" r:id="rId27"/>
    <p:sldId id="424" r:id="rId28"/>
    <p:sldId id="442" r:id="rId29"/>
    <p:sldId id="438" r:id="rId30"/>
    <p:sldId id="472" r:id="rId31"/>
    <p:sldId id="440" r:id="rId32"/>
  </p:sldIdLst>
  <p:sldSz cx="9144000" cy="5143500" type="screen16x9"/>
  <p:notesSz cx="7010400" cy="92964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3" pos="2232" userDrawn="1">
          <p15:clr>
            <a:srgbClr val="A4A3A4"/>
          </p15:clr>
        </p15:guide>
        <p15:guide id="4"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4042"/>
    <a:srgbClr val="595959"/>
    <a:srgbClr val="E2F0D0"/>
    <a:srgbClr val="91CAAA"/>
    <a:srgbClr val="DBDADC"/>
    <a:srgbClr val="2597CB"/>
    <a:srgbClr val="2370AF"/>
    <a:srgbClr val="4EABD5"/>
    <a:srgbClr val="E46C24"/>
    <a:srgbClr val="E89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88A53C-C4AF-4318-A8A8-0BCF3D465AE9}" v="369" dt="2025-09-09T21:31:38.527"/>
  </p1510:revLst>
</p1510:revInfo>
</file>

<file path=ppt/tableStyles.xml><?xml version="1.0" encoding="utf-8"?>
<a:tblStyleLst xmlns:a="http://schemas.openxmlformats.org/drawingml/2006/main" def="{2D5ABB26-0587-4C30-8999-92F81FD0307C}">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7" autoAdjust="0"/>
    <p:restoredTop sz="93317" autoAdjust="0"/>
  </p:normalViewPr>
  <p:slideViewPr>
    <p:cSldViewPr snapToGrid="0">
      <p:cViewPr varScale="1">
        <p:scale>
          <a:sx n="87" d="100"/>
          <a:sy n="87" d="100"/>
        </p:scale>
        <p:origin x="756" y="40"/>
      </p:cViewPr>
      <p:guideLst>
        <p:guide pos="2880"/>
        <p:guide pos="2232"/>
        <p:guide orient="horz" pos="1620"/>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fka" userId="318b1ac2-30d3-4beb-81ce-7e66308a1db1" providerId="ADAL" clId="{E9AAE5C9-3A28-4A2B-A634-B494B12DC155}"/>
    <pc:docChg chg="undo custSel addSld delSld modSld sldOrd">
      <pc:chgData name="Ryfka" userId="318b1ac2-30d3-4beb-81ce-7e66308a1db1" providerId="ADAL" clId="{E9AAE5C9-3A28-4A2B-A634-B494B12DC155}" dt="2023-08-28T22:10:24.316" v="924" actId="5793"/>
      <pc:docMkLst>
        <pc:docMk/>
      </pc:docMkLst>
      <pc:sldChg chg="modSp add del mod">
        <pc:chgData name="Ryfka" userId="318b1ac2-30d3-4beb-81ce-7e66308a1db1" providerId="ADAL" clId="{E9AAE5C9-3A28-4A2B-A634-B494B12DC155}" dt="2023-08-28T20:49:02.191" v="4"/>
        <pc:sldMkLst>
          <pc:docMk/>
          <pc:sldMk cId="1542513295" sldId="262"/>
        </pc:sldMkLst>
      </pc:sldChg>
      <pc:sldChg chg="modSp add del mod">
        <pc:chgData name="Ryfka" userId="318b1ac2-30d3-4beb-81ce-7e66308a1db1" providerId="ADAL" clId="{E9AAE5C9-3A28-4A2B-A634-B494B12DC155}" dt="2023-08-28T21:53:35.062" v="245" actId="20577"/>
        <pc:sldMkLst>
          <pc:docMk/>
          <pc:sldMk cId="1066080515" sldId="264"/>
        </pc:sldMkLst>
      </pc:sldChg>
      <pc:sldChg chg="modSp mod ord">
        <pc:chgData name="Ryfka" userId="318b1ac2-30d3-4beb-81ce-7e66308a1db1" providerId="ADAL" clId="{E9AAE5C9-3A28-4A2B-A634-B494B12DC155}" dt="2023-08-28T21:57:40.846" v="672"/>
        <pc:sldMkLst>
          <pc:docMk/>
          <pc:sldMk cId="2098443568" sldId="421"/>
        </pc:sldMkLst>
      </pc:sldChg>
      <pc:sldChg chg="modSp mod">
        <pc:chgData name="Ryfka" userId="318b1ac2-30d3-4beb-81ce-7e66308a1db1" providerId="ADAL" clId="{E9AAE5C9-3A28-4A2B-A634-B494B12DC155}" dt="2023-08-28T22:07:59.386" v="814" actId="20577"/>
        <pc:sldMkLst>
          <pc:docMk/>
          <pc:sldMk cId="3733809345" sldId="427"/>
        </pc:sldMkLst>
      </pc:sldChg>
      <pc:sldChg chg="modSp mod ord">
        <pc:chgData name="Ryfka" userId="318b1ac2-30d3-4beb-81ce-7e66308a1db1" providerId="ADAL" clId="{E9AAE5C9-3A28-4A2B-A634-B494B12DC155}" dt="2023-08-28T21:57:11.677" v="666"/>
        <pc:sldMkLst>
          <pc:docMk/>
          <pc:sldMk cId="1219927209" sldId="428"/>
        </pc:sldMkLst>
      </pc:sldChg>
      <pc:sldChg chg="modSp mod">
        <pc:chgData name="Ryfka" userId="318b1ac2-30d3-4beb-81ce-7e66308a1db1" providerId="ADAL" clId="{E9AAE5C9-3A28-4A2B-A634-B494B12DC155}" dt="2023-08-28T22:06:38.830" v="753" actId="6549"/>
        <pc:sldMkLst>
          <pc:docMk/>
          <pc:sldMk cId="4173674883" sldId="430"/>
        </pc:sldMkLst>
      </pc:sldChg>
      <pc:sldChg chg="modSp mod">
        <pc:chgData name="Ryfka" userId="318b1ac2-30d3-4beb-81ce-7e66308a1db1" providerId="ADAL" clId="{E9AAE5C9-3A28-4A2B-A634-B494B12DC155}" dt="2023-08-28T22:09:57.377" v="904" actId="20577"/>
        <pc:sldMkLst>
          <pc:docMk/>
          <pc:sldMk cId="1645596125" sldId="432"/>
        </pc:sldMkLst>
      </pc:sldChg>
      <pc:sldChg chg="modSp mod">
        <pc:chgData name="Ryfka" userId="318b1ac2-30d3-4beb-81ce-7e66308a1db1" providerId="ADAL" clId="{E9AAE5C9-3A28-4A2B-A634-B494B12DC155}" dt="2023-08-28T22:10:24.316" v="924" actId="5793"/>
        <pc:sldMkLst>
          <pc:docMk/>
          <pc:sldMk cId="3193164168" sldId="439"/>
        </pc:sldMkLst>
      </pc:sldChg>
      <pc:sldChg chg="ord">
        <pc:chgData name="Ryfka" userId="318b1ac2-30d3-4beb-81ce-7e66308a1db1" providerId="ADAL" clId="{E9AAE5C9-3A28-4A2B-A634-B494B12DC155}" dt="2023-08-28T22:00:24.363" v="752"/>
        <pc:sldMkLst>
          <pc:docMk/>
          <pc:sldMk cId="3115023130" sldId="441"/>
        </pc:sldMkLst>
      </pc:sldChg>
      <pc:sldChg chg="addSp modSp new mod ord">
        <pc:chgData name="Ryfka" userId="318b1ac2-30d3-4beb-81ce-7e66308a1db1" providerId="ADAL" clId="{E9AAE5C9-3A28-4A2B-A634-B494B12DC155}" dt="2023-08-28T21:59:50.551" v="750" actId="20577"/>
        <pc:sldMkLst>
          <pc:docMk/>
          <pc:sldMk cId="4285352650" sldId="443"/>
        </pc:sldMkLst>
      </pc:sldChg>
    </pc:docChg>
  </pc:docChgLst>
  <pc:docChgLst>
    <pc:chgData name="Ryfka Schafer" userId="318b1ac2-30d3-4beb-81ce-7e66308a1db1" providerId="ADAL" clId="{8710B0E2-2E99-45D2-ADCA-5060FBD3E9C6}"/>
    <pc:docChg chg="custSel addSld delSld modSld sldOrd">
      <pc:chgData name="Ryfka Schafer" userId="318b1ac2-30d3-4beb-81ce-7e66308a1db1" providerId="ADAL" clId="{8710B0E2-2E99-45D2-ADCA-5060FBD3E9C6}" dt="2024-09-13T17:32:39.410" v="2095"/>
      <pc:docMkLst>
        <pc:docMk/>
      </pc:docMkLst>
      <pc:sldChg chg="addSp delSp modSp mod">
        <pc:chgData name="Ryfka Schafer" userId="318b1ac2-30d3-4beb-81ce-7e66308a1db1" providerId="ADAL" clId="{8710B0E2-2E99-45D2-ADCA-5060FBD3E9C6}" dt="2024-09-03T18:41:14.291" v="1384"/>
        <pc:sldMkLst>
          <pc:docMk/>
          <pc:sldMk cId="1542513295" sldId="262"/>
        </pc:sldMkLst>
      </pc:sldChg>
      <pc:sldChg chg="addSp delSp modSp mod">
        <pc:chgData name="Ryfka Schafer" userId="318b1ac2-30d3-4beb-81ce-7e66308a1db1" providerId="ADAL" clId="{8710B0E2-2E99-45D2-ADCA-5060FBD3E9C6}" dt="2024-09-03T20:45:25.565" v="1514"/>
        <pc:sldMkLst>
          <pc:docMk/>
          <pc:sldMk cId="1066080515" sldId="264"/>
        </pc:sldMkLst>
      </pc:sldChg>
      <pc:sldChg chg="addSp modSp mod">
        <pc:chgData name="Ryfka Schafer" userId="318b1ac2-30d3-4beb-81ce-7e66308a1db1" providerId="ADAL" clId="{8710B0E2-2E99-45D2-ADCA-5060FBD3E9C6}" dt="2024-09-03T20:21:35.243" v="1480"/>
        <pc:sldMkLst>
          <pc:docMk/>
          <pc:sldMk cId="3149790407" sldId="420"/>
        </pc:sldMkLst>
      </pc:sldChg>
      <pc:sldChg chg="addSp delSp modSp mod">
        <pc:chgData name="Ryfka Schafer" userId="318b1ac2-30d3-4beb-81ce-7e66308a1db1" providerId="ADAL" clId="{8710B0E2-2E99-45D2-ADCA-5060FBD3E9C6}" dt="2024-09-05T16:40:43.117" v="1728" actId="20577"/>
        <pc:sldMkLst>
          <pc:docMk/>
          <pc:sldMk cId="2098443568" sldId="421"/>
        </pc:sldMkLst>
      </pc:sldChg>
      <pc:sldChg chg="ord">
        <pc:chgData name="Ryfka Schafer" userId="318b1ac2-30d3-4beb-81ce-7e66308a1db1" providerId="ADAL" clId="{8710B0E2-2E99-45D2-ADCA-5060FBD3E9C6}" dt="2024-09-05T17:12:45.828" v="1825"/>
        <pc:sldMkLst>
          <pc:docMk/>
          <pc:sldMk cId="2965901067" sldId="423"/>
        </pc:sldMkLst>
      </pc:sldChg>
      <pc:sldChg chg="addSp delSp modSp mod ord">
        <pc:chgData name="Ryfka Schafer" userId="318b1ac2-30d3-4beb-81ce-7e66308a1db1" providerId="ADAL" clId="{8710B0E2-2E99-45D2-ADCA-5060FBD3E9C6}" dt="2024-09-06T20:14:38.517" v="1940"/>
        <pc:sldMkLst>
          <pc:docMk/>
          <pc:sldMk cId="3733809345" sldId="427"/>
        </pc:sldMkLst>
      </pc:sldChg>
      <pc:sldChg chg="modSp mod">
        <pc:chgData name="Ryfka Schafer" userId="318b1ac2-30d3-4beb-81ce-7e66308a1db1" providerId="ADAL" clId="{8710B0E2-2E99-45D2-ADCA-5060FBD3E9C6}" dt="2024-08-31T19:27:49.877" v="1029" actId="20577"/>
        <pc:sldMkLst>
          <pc:docMk/>
          <pc:sldMk cId="1219927209" sldId="428"/>
        </pc:sldMkLst>
      </pc:sldChg>
      <pc:sldChg chg="ord">
        <pc:chgData name="Ryfka Schafer" userId="318b1ac2-30d3-4beb-81ce-7e66308a1db1" providerId="ADAL" clId="{8710B0E2-2E99-45D2-ADCA-5060FBD3E9C6}" dt="2024-09-05T17:12:00.463" v="1819"/>
        <pc:sldMkLst>
          <pc:docMk/>
          <pc:sldMk cId="4291151070" sldId="429"/>
        </pc:sldMkLst>
      </pc:sldChg>
      <pc:sldChg chg="modSp mod ord">
        <pc:chgData name="Ryfka Schafer" userId="318b1ac2-30d3-4beb-81ce-7e66308a1db1" providerId="ADAL" clId="{8710B0E2-2E99-45D2-ADCA-5060FBD3E9C6}" dt="2024-09-05T17:11:38.399" v="1815"/>
        <pc:sldMkLst>
          <pc:docMk/>
          <pc:sldMk cId="4173674883" sldId="430"/>
        </pc:sldMkLst>
      </pc:sldChg>
      <pc:sldChg chg="addSp delSp modSp mod ord">
        <pc:chgData name="Ryfka Schafer" userId="318b1ac2-30d3-4beb-81ce-7e66308a1db1" providerId="ADAL" clId="{8710B0E2-2E99-45D2-ADCA-5060FBD3E9C6}" dt="2024-09-12T17:14:23.038" v="2002"/>
        <pc:sldMkLst>
          <pc:docMk/>
          <pc:sldMk cId="627470927" sldId="431"/>
        </pc:sldMkLst>
      </pc:sldChg>
      <pc:sldChg chg="modSp mod ord">
        <pc:chgData name="Ryfka Schafer" userId="318b1ac2-30d3-4beb-81ce-7e66308a1db1" providerId="ADAL" clId="{8710B0E2-2E99-45D2-ADCA-5060FBD3E9C6}" dt="2024-08-28T19:14:50.688" v="974" actId="20577"/>
        <pc:sldMkLst>
          <pc:docMk/>
          <pc:sldMk cId="1645596125" sldId="432"/>
        </pc:sldMkLst>
      </pc:sldChg>
      <pc:sldChg chg="delSp del mod">
        <pc:chgData name="Ryfka Schafer" userId="318b1ac2-30d3-4beb-81ce-7e66308a1db1" providerId="ADAL" clId="{8710B0E2-2E99-45D2-ADCA-5060FBD3E9C6}" dt="2024-08-23T16:44:45.047" v="340" actId="47"/>
        <pc:sldMkLst>
          <pc:docMk/>
          <pc:sldMk cId="3348854112" sldId="437"/>
        </pc:sldMkLst>
      </pc:sldChg>
      <pc:sldChg chg="addSp modSp mod modNotesTx">
        <pc:chgData name="Ryfka Schafer" userId="318b1ac2-30d3-4beb-81ce-7e66308a1db1" providerId="ADAL" clId="{8710B0E2-2E99-45D2-ADCA-5060FBD3E9C6}" dt="2024-08-23T16:45:36.979" v="458" actId="20577"/>
        <pc:sldMkLst>
          <pc:docMk/>
          <pc:sldMk cId="1487290898" sldId="438"/>
        </pc:sldMkLst>
      </pc:sldChg>
      <pc:sldChg chg="modSp mod">
        <pc:chgData name="Ryfka Schafer" userId="318b1ac2-30d3-4beb-81ce-7e66308a1db1" providerId="ADAL" clId="{8710B0E2-2E99-45D2-ADCA-5060FBD3E9C6}" dt="2024-08-23T16:41:55.297" v="139" actId="20577"/>
        <pc:sldMkLst>
          <pc:docMk/>
          <pc:sldMk cId="3193164168" sldId="439"/>
        </pc:sldMkLst>
      </pc:sldChg>
      <pc:sldChg chg="addSp delSp modSp mod">
        <pc:chgData name="Ryfka Schafer" userId="318b1ac2-30d3-4beb-81ce-7e66308a1db1" providerId="ADAL" clId="{8710B0E2-2E99-45D2-ADCA-5060FBD3E9C6}" dt="2024-09-04T20:40:35.654" v="1639"/>
        <pc:sldMkLst>
          <pc:docMk/>
          <pc:sldMk cId="3115023130" sldId="441"/>
        </pc:sldMkLst>
      </pc:sldChg>
      <pc:sldChg chg="ord">
        <pc:chgData name="Ryfka Schafer" userId="318b1ac2-30d3-4beb-81ce-7e66308a1db1" providerId="ADAL" clId="{8710B0E2-2E99-45D2-ADCA-5060FBD3E9C6}" dt="2024-09-03T16:42:23.507" v="1031"/>
        <pc:sldMkLst>
          <pc:docMk/>
          <pc:sldMk cId="4285352650" sldId="443"/>
        </pc:sldMkLst>
      </pc:sldChg>
      <pc:sldChg chg="addSp delSp modSp mod">
        <pc:chgData name="Ryfka Schafer" userId="318b1ac2-30d3-4beb-81ce-7e66308a1db1" providerId="ADAL" clId="{8710B0E2-2E99-45D2-ADCA-5060FBD3E9C6}" dt="2024-09-03T20:46:58.594" v="1535"/>
        <pc:sldMkLst>
          <pc:docMk/>
          <pc:sldMk cId="71189673" sldId="467"/>
        </pc:sldMkLst>
      </pc:sldChg>
      <pc:sldChg chg="modSp mod">
        <pc:chgData name="Ryfka Schafer" userId="318b1ac2-30d3-4beb-81ce-7e66308a1db1" providerId="ADAL" clId="{8710B0E2-2E99-45D2-ADCA-5060FBD3E9C6}" dt="2024-09-05T20:16:24.937" v="1912" actId="20577"/>
        <pc:sldMkLst>
          <pc:docMk/>
          <pc:sldMk cId="15256652" sldId="471"/>
        </pc:sldMkLst>
      </pc:sldChg>
      <pc:sldChg chg="addSp delSp modSp new mod">
        <pc:chgData name="Ryfka Schafer" userId="318b1ac2-30d3-4beb-81ce-7e66308a1db1" providerId="ADAL" clId="{8710B0E2-2E99-45D2-ADCA-5060FBD3E9C6}" dt="2024-09-13T17:32:39.410" v="2095"/>
        <pc:sldMkLst>
          <pc:docMk/>
          <pc:sldMk cId="3701210503" sldId="472"/>
        </pc:sldMkLst>
      </pc:sldChg>
      <pc:sldChg chg="addSp delSp modSp add mod">
        <pc:chgData name="Ryfka Schafer" userId="318b1ac2-30d3-4beb-81ce-7e66308a1db1" providerId="ADAL" clId="{8710B0E2-2E99-45D2-ADCA-5060FBD3E9C6}" dt="2024-09-05T17:08:57.640" v="1809"/>
        <pc:sldMkLst>
          <pc:docMk/>
          <pc:sldMk cId="2356705182" sldId="473"/>
        </pc:sldMkLst>
      </pc:sldChg>
      <pc:sldChg chg="addSp delSp modSp mod">
        <pc:chgData name="Ryfka Schafer" userId="318b1ac2-30d3-4beb-81ce-7e66308a1db1" providerId="ADAL" clId="{8710B0E2-2E99-45D2-ADCA-5060FBD3E9C6}" dt="2024-09-10T16:56:33.236" v="1980"/>
        <pc:sldMkLst>
          <pc:docMk/>
          <pc:sldMk cId="2375377733" sldId="474"/>
        </pc:sldMkLst>
      </pc:sldChg>
    </pc:docChg>
  </pc:docChgLst>
  <pc:docChgLst>
    <pc:chgData name="Schafer, Ryfka" userId="318b1ac2-30d3-4beb-81ce-7e66308a1db1" providerId="ADAL" clId="{AFEE4DDD-B09A-4182-8206-C3A59C214405}"/>
    <pc:docChg chg="custSel addSld modSld sldOrd">
      <pc:chgData name="Schafer, Ryfka" userId="318b1ac2-30d3-4beb-81ce-7e66308a1db1" providerId="ADAL" clId="{AFEE4DDD-B09A-4182-8206-C3A59C214405}" dt="2023-05-30T20:51:45.962" v="1567" actId="20577"/>
      <pc:docMkLst>
        <pc:docMk/>
      </pc:docMkLst>
      <pc:sldChg chg="modNotesTx">
        <pc:chgData name="Schafer, Ryfka" userId="318b1ac2-30d3-4beb-81ce-7e66308a1db1" providerId="ADAL" clId="{AFEE4DDD-B09A-4182-8206-C3A59C214405}" dt="2023-05-30T20:14:51.694" v="1203" actId="20577"/>
        <pc:sldMkLst>
          <pc:docMk/>
          <pc:sldMk cId="1901023358" sldId="422"/>
        </pc:sldMkLst>
      </pc:sldChg>
      <pc:sldChg chg="addSp modSp mod">
        <pc:chgData name="Schafer, Ryfka" userId="318b1ac2-30d3-4beb-81ce-7e66308a1db1" providerId="ADAL" clId="{AFEE4DDD-B09A-4182-8206-C3A59C214405}" dt="2023-05-30T19:33:55.700" v="779" actId="14100"/>
        <pc:sldMkLst>
          <pc:docMk/>
          <pc:sldMk cId="2626908146" sldId="424"/>
        </pc:sldMkLst>
      </pc:sldChg>
      <pc:sldChg chg="modSp mod">
        <pc:chgData name="Schafer, Ryfka" userId="318b1ac2-30d3-4beb-81ce-7e66308a1db1" providerId="ADAL" clId="{AFEE4DDD-B09A-4182-8206-C3A59C214405}" dt="2023-05-30T19:14:28.479" v="216" actId="20577"/>
        <pc:sldMkLst>
          <pc:docMk/>
          <pc:sldMk cId="1647082280" sldId="426"/>
        </pc:sldMkLst>
      </pc:sldChg>
      <pc:sldChg chg="modSp mod">
        <pc:chgData name="Schafer, Ryfka" userId="318b1ac2-30d3-4beb-81ce-7e66308a1db1" providerId="ADAL" clId="{AFEE4DDD-B09A-4182-8206-C3A59C214405}" dt="2023-05-30T19:18:44.728" v="393" actId="20577"/>
        <pc:sldMkLst>
          <pc:docMk/>
          <pc:sldMk cId="3733809345" sldId="427"/>
        </pc:sldMkLst>
      </pc:sldChg>
      <pc:sldChg chg="modSp mod">
        <pc:chgData name="Schafer, Ryfka" userId="318b1ac2-30d3-4beb-81ce-7e66308a1db1" providerId="ADAL" clId="{AFEE4DDD-B09A-4182-8206-C3A59C214405}" dt="2023-05-30T20:03:29.712" v="960" actId="20577"/>
        <pc:sldMkLst>
          <pc:docMk/>
          <pc:sldMk cId="1219927209" sldId="428"/>
        </pc:sldMkLst>
      </pc:sldChg>
      <pc:sldChg chg="modSp mod">
        <pc:chgData name="Schafer, Ryfka" userId="318b1ac2-30d3-4beb-81ce-7e66308a1db1" providerId="ADAL" clId="{AFEE4DDD-B09A-4182-8206-C3A59C214405}" dt="2023-05-30T19:11:42.116" v="177" actId="5793"/>
        <pc:sldMkLst>
          <pc:docMk/>
          <pc:sldMk cId="4173674883" sldId="430"/>
        </pc:sldMkLst>
      </pc:sldChg>
      <pc:sldChg chg="modSp mod">
        <pc:chgData name="Schafer, Ryfka" userId="318b1ac2-30d3-4beb-81ce-7e66308a1db1" providerId="ADAL" clId="{AFEE4DDD-B09A-4182-8206-C3A59C214405}" dt="2023-05-30T19:15:12.453" v="289" actId="20577"/>
        <pc:sldMkLst>
          <pc:docMk/>
          <pc:sldMk cId="1645596125" sldId="432"/>
        </pc:sldMkLst>
      </pc:sldChg>
      <pc:sldChg chg="ord">
        <pc:chgData name="Schafer, Ryfka" userId="318b1ac2-30d3-4beb-81ce-7e66308a1db1" providerId="ADAL" clId="{AFEE4DDD-B09A-4182-8206-C3A59C214405}" dt="2023-05-30T20:49:56.763" v="1205"/>
        <pc:sldMkLst>
          <pc:docMk/>
          <pc:sldMk cId="3348854112" sldId="437"/>
        </pc:sldMkLst>
      </pc:sldChg>
      <pc:sldChg chg="modSp mod ord modNotesTx">
        <pc:chgData name="Schafer, Ryfka" userId="318b1ac2-30d3-4beb-81ce-7e66308a1db1" providerId="ADAL" clId="{AFEE4DDD-B09A-4182-8206-C3A59C214405}" dt="2023-05-30T20:51:45.962" v="1567" actId="20577"/>
        <pc:sldMkLst>
          <pc:docMk/>
          <pc:sldMk cId="1487290898" sldId="438"/>
        </pc:sldMkLst>
      </pc:sldChg>
      <pc:sldChg chg="modSp mod">
        <pc:chgData name="Schafer, Ryfka" userId="318b1ac2-30d3-4beb-81ce-7e66308a1db1" providerId="ADAL" clId="{AFEE4DDD-B09A-4182-8206-C3A59C214405}" dt="2023-05-30T19:32:10.110" v="627" actId="20577"/>
        <pc:sldMkLst>
          <pc:docMk/>
          <pc:sldMk cId="3193164168" sldId="439"/>
        </pc:sldMkLst>
      </pc:sldChg>
      <pc:sldChg chg="modSp add mod">
        <pc:chgData name="Schafer, Ryfka" userId="318b1ac2-30d3-4beb-81ce-7e66308a1db1" providerId="ADAL" clId="{AFEE4DDD-B09A-4182-8206-C3A59C214405}" dt="2023-05-30T19:27:54.344" v="625" actId="20577"/>
        <pc:sldMkLst>
          <pc:docMk/>
          <pc:sldMk cId="1643913333" sldId="440"/>
        </pc:sldMkLst>
      </pc:sldChg>
      <pc:sldChg chg="addSp delSp modSp new mod">
        <pc:chgData name="Schafer, Ryfka" userId="318b1ac2-30d3-4beb-81ce-7e66308a1db1" providerId="ADAL" clId="{AFEE4DDD-B09A-4182-8206-C3A59C214405}" dt="2023-05-30T20:09:08.480" v="1110" actId="20577"/>
        <pc:sldMkLst>
          <pc:docMk/>
          <pc:sldMk cId="3115023130" sldId="441"/>
        </pc:sldMkLst>
      </pc:sldChg>
      <pc:sldChg chg="ord">
        <pc:chgData name="Schafer, Ryfka" userId="318b1ac2-30d3-4beb-81ce-7e66308a1db1" providerId="ADAL" clId="{AFEE4DDD-B09A-4182-8206-C3A59C214405}" dt="2023-05-30T20:49:56.763" v="1205"/>
        <pc:sldMkLst>
          <pc:docMk/>
          <pc:sldMk cId="2008932911" sldId="442"/>
        </pc:sldMkLst>
      </pc:sldChg>
    </pc:docChg>
  </pc:docChgLst>
  <pc:docChgLst>
    <pc:chgData name="Ryfka Schafer" userId="318b1ac2-30d3-4beb-81ce-7e66308a1db1" providerId="ADAL" clId="{6ADB8242-FC07-4006-B08C-E5283FADA5DD}"/>
    <pc:docChg chg="custSel modSld">
      <pc:chgData name="Ryfka Schafer" userId="318b1ac2-30d3-4beb-81ce-7e66308a1db1" providerId="ADAL" clId="{6ADB8242-FC07-4006-B08C-E5283FADA5DD}" dt="2025-09-09T21:31:38.527" v="34"/>
      <pc:docMkLst>
        <pc:docMk/>
      </pc:docMkLst>
      <pc:sldChg chg="delSp modSp mod">
        <pc:chgData name="Ryfka Schafer" userId="318b1ac2-30d3-4beb-81ce-7e66308a1db1" providerId="ADAL" clId="{6ADB8242-FC07-4006-B08C-E5283FADA5DD}" dt="2025-09-09T16:21:16.860" v="10"/>
        <pc:sldMkLst>
          <pc:docMk/>
          <pc:sldMk cId="3149790407" sldId="420"/>
        </pc:sldMkLst>
        <pc:spChg chg="del mod topLvl">
          <ac:chgData name="Ryfka Schafer" userId="318b1ac2-30d3-4beb-81ce-7e66308a1db1" providerId="ADAL" clId="{6ADB8242-FC07-4006-B08C-E5283FADA5DD}" dt="2025-09-09T16:21:16.856" v="8"/>
          <ac:spMkLst>
            <pc:docMk/>
            <pc:sldMk cId="3149790407" sldId="420"/>
            <ac:spMk id="2" creationId="{E7D2C933-96E1-0EAC-E553-80F89F331920}"/>
          </ac:spMkLst>
        </pc:spChg>
        <pc:spChg chg="del mod topLvl">
          <ac:chgData name="Ryfka Schafer" userId="318b1ac2-30d3-4beb-81ce-7e66308a1db1" providerId="ADAL" clId="{6ADB8242-FC07-4006-B08C-E5283FADA5DD}" dt="2025-09-09T16:21:16.860" v="10"/>
          <ac:spMkLst>
            <pc:docMk/>
            <pc:sldMk cId="3149790407" sldId="420"/>
            <ac:spMk id="3" creationId="{13015951-79D7-C09A-72D2-1BFF46CE1AA8}"/>
          </ac:spMkLst>
        </pc:spChg>
        <pc:grpChg chg="del">
          <ac:chgData name="Ryfka Schafer" userId="318b1ac2-30d3-4beb-81ce-7e66308a1db1" providerId="ADAL" clId="{6ADB8242-FC07-4006-B08C-E5283FADA5DD}" dt="2025-09-09T16:21:16.848" v="6"/>
          <ac:grpSpMkLst>
            <pc:docMk/>
            <pc:sldMk cId="3149790407" sldId="420"/>
            <ac:grpSpMk id="6" creationId="{1BBC4238-201F-5F50-3BA0-867097C0BF08}"/>
          </ac:grpSpMkLst>
        </pc:grpChg>
      </pc:sldChg>
      <pc:sldChg chg="addSp delSp modSp mod">
        <pc:chgData name="Ryfka Schafer" userId="318b1ac2-30d3-4beb-81ce-7e66308a1db1" providerId="ADAL" clId="{6ADB8242-FC07-4006-B08C-E5283FADA5DD}" dt="2025-09-09T21:31:38.527" v="34"/>
        <pc:sldMkLst>
          <pc:docMk/>
          <pc:sldMk cId="627470927" sldId="431"/>
        </pc:sldMkLst>
        <pc:spChg chg="add del mod">
          <ac:chgData name="Ryfka Schafer" userId="318b1ac2-30d3-4beb-81ce-7e66308a1db1" providerId="ADAL" clId="{6ADB8242-FC07-4006-B08C-E5283FADA5DD}" dt="2025-09-09T19:30:30.381" v="24"/>
          <ac:spMkLst>
            <pc:docMk/>
            <pc:sldMk cId="627470927" sldId="431"/>
            <ac:spMk id="4" creationId="{35A78057-5C19-B841-E2A9-B81709CD0774}"/>
          </ac:spMkLst>
        </pc:spChg>
        <pc:spChg chg="add mod">
          <ac:chgData name="Ryfka Schafer" userId="318b1ac2-30d3-4beb-81ce-7e66308a1db1" providerId="ADAL" clId="{6ADB8242-FC07-4006-B08C-E5283FADA5DD}" dt="2025-09-09T21:31:38.527" v="34"/>
          <ac:spMkLst>
            <pc:docMk/>
            <pc:sldMk cId="627470927" sldId="431"/>
            <ac:spMk id="4" creationId="{5CF5452E-CF10-A2CD-ACF4-67893752AAF9}"/>
          </ac:spMkLst>
        </pc:spChg>
        <pc:spChg chg="add del mod">
          <ac:chgData name="Ryfka Schafer" userId="318b1ac2-30d3-4beb-81ce-7e66308a1db1" providerId="ADAL" clId="{6ADB8242-FC07-4006-B08C-E5283FADA5DD}" dt="2025-09-09T16:21:30.814" v="12"/>
          <ac:spMkLst>
            <pc:docMk/>
            <pc:sldMk cId="627470927" sldId="431"/>
            <ac:spMk id="4" creationId="{8E8572F1-D957-78F3-94B8-B93B195AB17E}"/>
          </ac:spMkLst>
        </pc:spChg>
        <pc:spChg chg="del">
          <ac:chgData name="Ryfka Schafer" userId="318b1ac2-30d3-4beb-81ce-7e66308a1db1" providerId="ADAL" clId="{6ADB8242-FC07-4006-B08C-E5283FADA5DD}" dt="2025-09-09T16:20:30.533" v="1"/>
          <ac:spMkLst>
            <pc:docMk/>
            <pc:sldMk cId="627470927" sldId="431"/>
            <ac:spMk id="6" creationId="{8BF3EBF8-EF9C-9AF9-2A6D-6DECFB06E1DC}"/>
          </ac:spMkLst>
        </pc:spChg>
        <pc:spChg chg="add del mod">
          <ac:chgData name="Ryfka Schafer" userId="318b1ac2-30d3-4beb-81ce-7e66308a1db1" providerId="ADAL" clId="{6ADB8242-FC07-4006-B08C-E5283FADA5DD}" dt="2025-09-09T21:00:43.890" v="30"/>
          <ac:spMkLst>
            <pc:docMk/>
            <pc:sldMk cId="627470927" sldId="431"/>
            <ac:spMk id="6" creationId="{FE5A1601-FF5D-AE41-1D9C-FDBE475DF594}"/>
          </ac:spMkLst>
        </pc:spChg>
        <pc:spChg chg="add del mod">
          <ac:chgData name="Ryfka Schafer" userId="318b1ac2-30d3-4beb-81ce-7e66308a1db1" providerId="ADAL" clId="{6ADB8242-FC07-4006-B08C-E5283FADA5DD}" dt="2025-09-09T19:04:52.687" v="18"/>
          <ac:spMkLst>
            <pc:docMk/>
            <pc:sldMk cId="627470927" sldId="431"/>
            <ac:spMk id="7" creationId="{C68A674F-2D2B-C386-7AB5-064676AB7C85}"/>
          </ac:spMkLst>
        </pc:spChg>
      </pc:sldChg>
    </pc:docChg>
  </pc:docChgLst>
  <pc:docChgLst>
    <pc:chgData name="Schafer, Ryfka" userId="318b1ac2-30d3-4beb-81ce-7e66308a1db1" providerId="ADAL" clId="{1B63259B-5BD6-4ABA-9885-CCC1815F110D}"/>
    <pc:docChg chg="undo custSel addSld delSld modSld sldOrd">
      <pc:chgData name="Schafer, Ryfka" userId="318b1ac2-30d3-4beb-81ce-7e66308a1db1" providerId="ADAL" clId="{1B63259B-5BD6-4ABA-9885-CCC1815F110D}" dt="2022-09-14T18:03:12.318" v="2044"/>
      <pc:docMkLst>
        <pc:docMk/>
      </pc:docMkLst>
      <pc:sldChg chg="modSp mod">
        <pc:chgData name="Schafer, Ryfka" userId="318b1ac2-30d3-4beb-81ce-7e66308a1db1" providerId="ADAL" clId="{1B63259B-5BD6-4ABA-9885-CCC1815F110D}" dt="2022-09-08T15:15:57.767" v="2000" actId="20577"/>
        <pc:sldMkLst>
          <pc:docMk/>
          <pc:sldMk cId="2098443568" sldId="421"/>
        </pc:sldMkLst>
      </pc:sldChg>
      <pc:sldChg chg="modSp mod">
        <pc:chgData name="Schafer, Ryfka" userId="318b1ac2-30d3-4beb-81ce-7e66308a1db1" providerId="ADAL" clId="{1B63259B-5BD6-4ABA-9885-CCC1815F110D}" dt="2022-08-24T17:51:12.017" v="1228" actId="20577"/>
        <pc:sldMkLst>
          <pc:docMk/>
          <pc:sldMk cId="2626908146" sldId="424"/>
        </pc:sldMkLst>
      </pc:sldChg>
      <pc:sldChg chg="modSp del mod ord">
        <pc:chgData name="Schafer, Ryfka" userId="318b1ac2-30d3-4beb-81ce-7e66308a1db1" providerId="ADAL" clId="{1B63259B-5BD6-4ABA-9885-CCC1815F110D}" dt="2022-09-08T15:14:27.252" v="1949" actId="47"/>
        <pc:sldMkLst>
          <pc:docMk/>
          <pc:sldMk cId="2543712897" sldId="425"/>
        </pc:sldMkLst>
      </pc:sldChg>
      <pc:sldChg chg="addSp delSp modSp mod">
        <pc:chgData name="Schafer, Ryfka" userId="318b1ac2-30d3-4beb-81ce-7e66308a1db1" providerId="ADAL" clId="{1B63259B-5BD6-4ABA-9885-CCC1815F110D}" dt="2022-09-08T15:06:00.614" v="1568" actId="1076"/>
        <pc:sldMkLst>
          <pc:docMk/>
          <pc:sldMk cId="1647082280" sldId="426"/>
        </pc:sldMkLst>
      </pc:sldChg>
      <pc:sldChg chg="modSp mod">
        <pc:chgData name="Schafer, Ryfka" userId="318b1ac2-30d3-4beb-81ce-7e66308a1db1" providerId="ADAL" clId="{1B63259B-5BD6-4ABA-9885-CCC1815F110D}" dt="2022-08-31T17:33:46.158" v="1394" actId="20577"/>
        <pc:sldMkLst>
          <pc:docMk/>
          <pc:sldMk cId="3733809345" sldId="427"/>
        </pc:sldMkLst>
      </pc:sldChg>
      <pc:sldChg chg="modSp mod">
        <pc:chgData name="Schafer, Ryfka" userId="318b1ac2-30d3-4beb-81ce-7e66308a1db1" providerId="ADAL" clId="{1B63259B-5BD6-4ABA-9885-CCC1815F110D}" dt="2022-09-06T03:05:43.066" v="1401" actId="20577"/>
        <pc:sldMkLst>
          <pc:docMk/>
          <pc:sldMk cId="1219927209" sldId="428"/>
        </pc:sldMkLst>
      </pc:sldChg>
      <pc:sldChg chg="new del">
        <pc:chgData name="Schafer, Ryfka" userId="318b1ac2-30d3-4beb-81ce-7e66308a1db1" providerId="ADAL" clId="{1B63259B-5BD6-4ABA-9885-CCC1815F110D}" dt="2022-08-24T17:40:11.538" v="92" actId="680"/>
        <pc:sldMkLst>
          <pc:docMk/>
          <pc:sldMk cId="686001370" sldId="430"/>
        </pc:sldMkLst>
      </pc:sldChg>
      <pc:sldChg chg="modSp new mod">
        <pc:chgData name="Schafer, Ryfka" userId="318b1ac2-30d3-4beb-81ce-7e66308a1db1" providerId="ADAL" clId="{1B63259B-5BD6-4ABA-9885-CCC1815F110D}" dt="2022-09-06T03:07:06.600" v="1536" actId="20577"/>
        <pc:sldMkLst>
          <pc:docMk/>
          <pc:sldMk cId="4173674883" sldId="430"/>
        </pc:sldMkLst>
      </pc:sldChg>
      <pc:sldChg chg="addSp delSp modSp new mod">
        <pc:chgData name="Schafer, Ryfka" userId="318b1ac2-30d3-4beb-81ce-7e66308a1db1" providerId="ADAL" clId="{1B63259B-5BD6-4ABA-9885-CCC1815F110D}" dt="2022-08-24T17:44:24.447" v="636" actId="20577"/>
        <pc:sldMkLst>
          <pc:docMk/>
          <pc:sldMk cId="627470927" sldId="431"/>
        </pc:sldMkLst>
      </pc:sldChg>
      <pc:sldChg chg="addSp delSp modSp new mod">
        <pc:chgData name="Schafer, Ryfka" userId="318b1ac2-30d3-4beb-81ce-7e66308a1db1" providerId="ADAL" clId="{1B63259B-5BD6-4ABA-9885-CCC1815F110D}" dt="2022-09-08T15:12:09.622" v="1947" actId="20577"/>
        <pc:sldMkLst>
          <pc:docMk/>
          <pc:sldMk cId="1645596125" sldId="432"/>
        </pc:sldMkLst>
      </pc:sldChg>
      <pc:sldChg chg="new del">
        <pc:chgData name="Schafer, Ryfka" userId="318b1ac2-30d3-4beb-81ce-7e66308a1db1" providerId="ADAL" clId="{1B63259B-5BD6-4ABA-9885-CCC1815F110D}" dt="2022-09-08T15:09:34.765" v="1570" actId="680"/>
        <pc:sldMkLst>
          <pc:docMk/>
          <pc:sldMk cId="2707241473" sldId="432"/>
        </pc:sldMkLst>
      </pc:sldChg>
      <pc:sldChg chg="addSp delSp modSp add mod">
        <pc:chgData name="Schafer, Ryfka" userId="318b1ac2-30d3-4beb-81ce-7e66308a1db1" providerId="ADAL" clId="{1B63259B-5BD6-4ABA-9885-CCC1815F110D}" dt="2022-09-14T18:03:12.318" v="2044"/>
        <pc:sldMkLst>
          <pc:docMk/>
          <pc:sldMk cId="3193164168" sldId="439"/>
        </pc:sldMkLst>
      </pc:sldChg>
      <pc:sldChg chg="modSp new mod">
        <pc:chgData name="Schafer, Ryfka" userId="318b1ac2-30d3-4beb-81ce-7e66308a1db1" providerId="ADAL" clId="{1B63259B-5BD6-4ABA-9885-CCC1815F110D}" dt="2022-09-08T15:16:28.995" v="2034" actId="20577"/>
        <pc:sldMkLst>
          <pc:docMk/>
          <pc:sldMk cId="1448592506" sldId="440"/>
        </pc:sldMkLst>
      </pc:sldChg>
    </pc:docChg>
  </pc:docChgLst>
  <pc:docChgLst>
    <pc:chgData name="Schafer, Ryfka" userId="318b1ac2-30d3-4beb-81ce-7e66308a1db1" providerId="ADAL" clId="{FA44622C-94F8-46F7-A520-74B2C035F7E5}"/>
    <pc:docChg chg="undo custSel modSld sldOrd">
      <pc:chgData name="Schafer, Ryfka" userId="318b1ac2-30d3-4beb-81ce-7e66308a1db1" providerId="ADAL" clId="{FA44622C-94F8-46F7-A520-74B2C035F7E5}" dt="2020-09-08T19:47:34.625" v="218" actId="20577"/>
      <pc:docMkLst>
        <pc:docMk/>
      </pc:docMkLst>
      <pc:sldChg chg="modSp mod">
        <pc:chgData name="Schafer, Ryfka" userId="318b1ac2-30d3-4beb-81ce-7e66308a1db1" providerId="ADAL" clId="{FA44622C-94F8-46F7-A520-74B2C035F7E5}" dt="2020-09-07T16:12:33.358" v="112" actId="20577"/>
        <pc:sldMkLst>
          <pc:docMk/>
          <pc:sldMk cId="3149790407" sldId="420"/>
        </pc:sldMkLst>
      </pc:sldChg>
      <pc:sldChg chg="modSp mod ord">
        <pc:chgData name="Schafer, Ryfka" userId="318b1ac2-30d3-4beb-81ce-7e66308a1db1" providerId="ADAL" clId="{FA44622C-94F8-46F7-A520-74B2C035F7E5}" dt="2020-09-07T19:03:31.432" v="114"/>
        <pc:sldMkLst>
          <pc:docMk/>
          <pc:sldMk cId="2098443568" sldId="421"/>
        </pc:sldMkLst>
      </pc:sldChg>
      <pc:sldChg chg="modSp mod">
        <pc:chgData name="Schafer, Ryfka" userId="318b1ac2-30d3-4beb-81ce-7e66308a1db1" providerId="ADAL" clId="{FA44622C-94F8-46F7-A520-74B2C035F7E5}" dt="2020-09-08T19:47:34.625" v="218" actId="20577"/>
        <pc:sldMkLst>
          <pc:docMk/>
          <pc:sldMk cId="1901023358" sldId="422"/>
        </pc:sldMkLst>
      </pc:sldChg>
      <pc:sldChg chg="modSp mod">
        <pc:chgData name="Schafer, Ryfka" userId="318b1ac2-30d3-4beb-81ce-7e66308a1db1" providerId="ADAL" clId="{FA44622C-94F8-46F7-A520-74B2C035F7E5}" dt="2020-09-08T18:25:02.139" v="171" actId="1076"/>
        <pc:sldMkLst>
          <pc:docMk/>
          <pc:sldMk cId="2965901067" sldId="423"/>
        </pc:sldMkLst>
      </pc:sldChg>
      <pc:sldChg chg="modSp mod">
        <pc:chgData name="Schafer, Ryfka" userId="318b1ac2-30d3-4beb-81ce-7e66308a1db1" providerId="ADAL" clId="{FA44622C-94F8-46F7-A520-74B2C035F7E5}" dt="2020-09-07T16:11:23.809" v="29" actId="20577"/>
        <pc:sldMkLst>
          <pc:docMk/>
          <pc:sldMk cId="2626908146" sldId="424"/>
        </pc:sldMkLst>
      </pc:sldChg>
      <pc:sldChg chg="modSp mod">
        <pc:chgData name="Schafer, Ryfka" userId="318b1ac2-30d3-4beb-81ce-7e66308a1db1" providerId="ADAL" clId="{FA44622C-94F8-46F7-A520-74B2C035F7E5}" dt="2020-09-07T16:11:05.028" v="16" actId="20577"/>
        <pc:sldMkLst>
          <pc:docMk/>
          <pc:sldMk cId="2543712897" sldId="425"/>
        </pc:sldMkLst>
      </pc:sldChg>
    </pc:docChg>
  </pc:docChgLst>
  <pc:docChgLst>
    <pc:chgData name="Ryfka" userId="318b1ac2-30d3-4beb-81ce-7e66308a1db1" providerId="ADAL" clId="{1B63259B-5BD6-4ABA-9885-CCC1815F110D}"/>
    <pc:docChg chg="delSld modSld">
      <pc:chgData name="Ryfka" userId="318b1ac2-30d3-4beb-81ce-7e66308a1db1" providerId="ADAL" clId="{1B63259B-5BD6-4ABA-9885-CCC1815F110D}" dt="2022-09-12T15:17:29.323" v="13" actId="20577"/>
      <pc:docMkLst>
        <pc:docMk/>
      </pc:docMkLst>
      <pc:sldChg chg="modSp mod">
        <pc:chgData name="Ryfka" userId="318b1ac2-30d3-4beb-81ce-7e66308a1db1" providerId="ADAL" clId="{1B63259B-5BD6-4ABA-9885-CCC1815F110D}" dt="2022-09-12T15:17:13.726" v="5" actId="20577"/>
        <pc:sldMkLst>
          <pc:docMk/>
          <pc:sldMk cId="3733809345" sldId="427"/>
        </pc:sldMkLst>
      </pc:sldChg>
      <pc:sldChg chg="modSp mod">
        <pc:chgData name="Ryfka" userId="318b1ac2-30d3-4beb-81ce-7e66308a1db1" providerId="ADAL" clId="{1B63259B-5BD6-4ABA-9885-CCC1815F110D}" dt="2022-09-12T15:17:29.323" v="13" actId="20577"/>
        <pc:sldMkLst>
          <pc:docMk/>
          <pc:sldMk cId="3193164168" sldId="439"/>
        </pc:sldMkLst>
      </pc:sldChg>
      <pc:sldChg chg="del">
        <pc:chgData name="Ryfka" userId="318b1ac2-30d3-4beb-81ce-7e66308a1db1" providerId="ADAL" clId="{1B63259B-5BD6-4ABA-9885-CCC1815F110D}" dt="2022-09-12T15:17:09.084" v="0" actId="47"/>
        <pc:sldMkLst>
          <pc:docMk/>
          <pc:sldMk cId="1448592506" sldId="440"/>
        </pc:sldMkLst>
      </pc:sldChg>
    </pc:docChg>
  </pc:docChgLst>
  <pc:docChgLst>
    <pc:chgData name="Ryfka Schafer" userId="318b1ac2-30d3-4beb-81ce-7e66308a1db1" providerId="ADAL" clId="{3588A53C-C4AF-4318-A8A8-0BCF3D465AE9}"/>
    <pc:docChg chg="custSel addSld delSld modSld sldOrd">
      <pc:chgData name="Ryfka Schafer" userId="318b1ac2-30d3-4beb-81ce-7e66308a1db1" providerId="ADAL" clId="{3588A53C-C4AF-4318-A8A8-0BCF3D465AE9}" dt="2025-09-05T21:25:41.480" v="1234" actId="20577"/>
      <pc:docMkLst>
        <pc:docMk/>
      </pc:docMkLst>
      <pc:sldChg chg="addSp delSp modSp mod">
        <pc:chgData name="Ryfka Schafer" userId="318b1ac2-30d3-4beb-81ce-7e66308a1db1" providerId="ADAL" clId="{3588A53C-C4AF-4318-A8A8-0BCF3D465AE9}" dt="2025-09-02T21:14:23.352" v="1149"/>
        <pc:sldMkLst>
          <pc:docMk/>
          <pc:sldMk cId="1542513295" sldId="262"/>
        </pc:sldMkLst>
        <pc:spChg chg="add mod">
          <ac:chgData name="Ryfka Schafer" userId="318b1ac2-30d3-4beb-81ce-7e66308a1db1" providerId="ADAL" clId="{3588A53C-C4AF-4318-A8A8-0BCF3D465AE9}" dt="2025-09-02T21:14:23.318" v="1120"/>
          <ac:spMkLst>
            <pc:docMk/>
            <pc:sldMk cId="1542513295" sldId="262"/>
            <ac:spMk id="27" creationId="{08B01733-48E6-D1DE-0C1C-859D51BA283D}"/>
          </ac:spMkLst>
        </pc:spChg>
        <pc:spChg chg="add mod">
          <ac:chgData name="Ryfka Schafer" userId="318b1ac2-30d3-4beb-81ce-7e66308a1db1" providerId="ADAL" clId="{3588A53C-C4AF-4318-A8A8-0BCF3D465AE9}" dt="2025-09-02T21:14:23.318" v="1120"/>
          <ac:spMkLst>
            <pc:docMk/>
            <pc:sldMk cId="1542513295" sldId="262"/>
            <ac:spMk id="28" creationId="{37B8A520-1BC6-5671-53DA-5E6321FC2679}"/>
          </ac:spMkLst>
        </pc:spChg>
        <pc:spChg chg="add mod">
          <ac:chgData name="Ryfka Schafer" userId="318b1ac2-30d3-4beb-81ce-7e66308a1db1" providerId="ADAL" clId="{3588A53C-C4AF-4318-A8A8-0BCF3D465AE9}" dt="2025-09-02T21:14:23.318" v="1125"/>
          <ac:spMkLst>
            <pc:docMk/>
            <pc:sldMk cId="1542513295" sldId="262"/>
            <ac:spMk id="30" creationId="{39A3F658-F6B8-61D9-BE5D-D1F999C84F2D}"/>
          </ac:spMkLst>
        </pc:spChg>
        <pc:spChg chg="add mod">
          <ac:chgData name="Ryfka Schafer" userId="318b1ac2-30d3-4beb-81ce-7e66308a1db1" providerId="ADAL" clId="{3588A53C-C4AF-4318-A8A8-0BCF3D465AE9}" dt="2025-09-02T21:14:23.343" v="1134"/>
          <ac:spMkLst>
            <pc:docMk/>
            <pc:sldMk cId="1542513295" sldId="262"/>
            <ac:spMk id="31" creationId="{DB16A31D-0A7E-7C27-3B84-8F653D306196}"/>
          </ac:spMkLst>
        </pc:spChg>
        <pc:spChg chg="add mod">
          <ac:chgData name="Ryfka Schafer" userId="318b1ac2-30d3-4beb-81ce-7e66308a1db1" providerId="ADAL" clId="{3588A53C-C4AF-4318-A8A8-0BCF3D465AE9}" dt="2025-09-02T21:14:23.343" v="1134"/>
          <ac:spMkLst>
            <pc:docMk/>
            <pc:sldMk cId="1542513295" sldId="262"/>
            <ac:spMk id="32" creationId="{B25E0A25-65D4-2E3D-DD9D-23DC559BFAEE}"/>
          </ac:spMkLst>
        </pc:spChg>
        <pc:spChg chg="add mod">
          <ac:chgData name="Ryfka Schafer" userId="318b1ac2-30d3-4beb-81ce-7e66308a1db1" providerId="ADAL" clId="{3588A53C-C4AF-4318-A8A8-0BCF3D465AE9}" dt="2025-09-02T21:14:23.352" v="1148"/>
          <ac:spMkLst>
            <pc:docMk/>
            <pc:sldMk cId="1542513295" sldId="262"/>
            <ac:spMk id="34" creationId="{E1742F6B-1C64-5E3C-4F23-99568FE8B1FF}"/>
          </ac:spMkLst>
        </pc:spChg>
        <pc:spChg chg="add mod">
          <ac:chgData name="Ryfka Schafer" userId="318b1ac2-30d3-4beb-81ce-7e66308a1db1" providerId="ADAL" clId="{3588A53C-C4AF-4318-A8A8-0BCF3D465AE9}" dt="2025-09-02T21:14:23.352" v="1148"/>
          <ac:spMkLst>
            <pc:docMk/>
            <pc:sldMk cId="1542513295" sldId="262"/>
            <ac:spMk id="35" creationId="{E263A1AD-B253-348F-5427-3184CF5DE32F}"/>
          </ac:spMkLst>
        </pc:spChg>
        <pc:spChg chg="add mod">
          <ac:chgData name="Ryfka Schafer" userId="318b1ac2-30d3-4beb-81ce-7e66308a1db1" providerId="ADAL" clId="{3588A53C-C4AF-4318-A8A8-0BCF3D465AE9}" dt="2025-09-02T21:14:23.352" v="1148"/>
          <ac:spMkLst>
            <pc:docMk/>
            <pc:sldMk cId="1542513295" sldId="262"/>
            <ac:spMk id="36" creationId="{2256D8E5-7E1B-0F95-1D9A-9A4FA4806D87}"/>
          </ac:spMkLst>
        </pc:spChg>
        <pc:grpChg chg="add mod">
          <ac:chgData name="Ryfka Schafer" userId="318b1ac2-30d3-4beb-81ce-7e66308a1db1" providerId="ADAL" clId="{3588A53C-C4AF-4318-A8A8-0BCF3D465AE9}" dt="2025-09-02T21:14:23.318" v="1121"/>
          <ac:grpSpMkLst>
            <pc:docMk/>
            <pc:sldMk cId="1542513295" sldId="262"/>
            <ac:grpSpMk id="29" creationId="{FD29325D-09E8-D65E-88A9-BBF7BD9297A5}"/>
          </ac:grpSpMkLst>
        </pc:grpChg>
        <pc:grpChg chg="add mod">
          <ac:chgData name="Ryfka Schafer" userId="318b1ac2-30d3-4beb-81ce-7e66308a1db1" providerId="ADAL" clId="{3588A53C-C4AF-4318-A8A8-0BCF3D465AE9}" dt="2025-09-02T21:14:23.343" v="1135"/>
          <ac:grpSpMkLst>
            <pc:docMk/>
            <pc:sldMk cId="1542513295" sldId="262"/>
            <ac:grpSpMk id="33" creationId="{748E8793-2B20-15CE-6874-DFD2B24895DB}"/>
          </ac:grpSpMkLst>
        </pc:grpChg>
        <pc:grpChg chg="add mod">
          <ac:chgData name="Ryfka Schafer" userId="318b1ac2-30d3-4beb-81ce-7e66308a1db1" providerId="ADAL" clId="{3588A53C-C4AF-4318-A8A8-0BCF3D465AE9}" dt="2025-09-02T21:14:23.352" v="1149"/>
          <ac:grpSpMkLst>
            <pc:docMk/>
            <pc:sldMk cId="1542513295" sldId="262"/>
            <ac:grpSpMk id="37" creationId="{4371B826-6411-82DF-93CC-2B7755490744}"/>
          </ac:grpSpMkLst>
        </pc:grpChg>
      </pc:sldChg>
      <pc:sldChg chg="addSp delSp modSp mod">
        <pc:chgData name="Ryfka Schafer" userId="318b1ac2-30d3-4beb-81ce-7e66308a1db1" providerId="ADAL" clId="{3588A53C-C4AF-4318-A8A8-0BCF3D465AE9}" dt="2025-09-02T16:24:57.368" v="848" actId="478"/>
        <pc:sldMkLst>
          <pc:docMk/>
          <pc:sldMk cId="1066080515" sldId="264"/>
        </pc:sldMkLst>
      </pc:sldChg>
      <pc:sldChg chg="addSp delSp modSp mod">
        <pc:chgData name="Ryfka Schafer" userId="318b1ac2-30d3-4beb-81ce-7e66308a1db1" providerId="ADAL" clId="{3588A53C-C4AF-4318-A8A8-0BCF3D465AE9}" dt="2025-09-02T20:52:30.012" v="1035"/>
        <pc:sldMkLst>
          <pc:docMk/>
          <pc:sldMk cId="3149790407" sldId="420"/>
        </pc:sldMkLst>
        <pc:spChg chg="mod">
          <ac:chgData name="Ryfka Schafer" userId="318b1ac2-30d3-4beb-81ce-7e66308a1db1" providerId="ADAL" clId="{3588A53C-C4AF-4318-A8A8-0BCF3D465AE9}" dt="2025-08-25T19:16:50.032" v="330" actId="20577"/>
          <ac:spMkLst>
            <pc:docMk/>
            <pc:sldMk cId="3149790407" sldId="420"/>
            <ac:spMk id="4" creationId="{DABA2A26-3540-40B1-B7BC-7586323523F3}"/>
          </ac:spMkLst>
        </pc:spChg>
      </pc:sldChg>
      <pc:sldChg chg="modSp mod ord">
        <pc:chgData name="Ryfka Schafer" userId="318b1ac2-30d3-4beb-81ce-7e66308a1db1" providerId="ADAL" clId="{3588A53C-C4AF-4318-A8A8-0BCF3D465AE9}" dt="2025-09-05T21:25:41.480" v="1234" actId="20577"/>
        <pc:sldMkLst>
          <pc:docMk/>
          <pc:sldMk cId="2965901067" sldId="423"/>
        </pc:sldMkLst>
        <pc:spChg chg="mod">
          <ac:chgData name="Ryfka Schafer" userId="318b1ac2-30d3-4beb-81ce-7e66308a1db1" providerId="ADAL" clId="{3588A53C-C4AF-4318-A8A8-0BCF3D465AE9}" dt="2025-09-05T21:25:41.480" v="1234" actId="20577"/>
          <ac:spMkLst>
            <pc:docMk/>
            <pc:sldMk cId="2965901067" sldId="423"/>
            <ac:spMk id="6" creationId="{6F00CBBC-945C-4FC9-A647-B6E670AB01FF}"/>
          </ac:spMkLst>
        </pc:spChg>
      </pc:sldChg>
      <pc:sldChg chg="delSp modSp mod ord">
        <pc:chgData name="Ryfka Schafer" userId="318b1ac2-30d3-4beb-81ce-7e66308a1db1" providerId="ADAL" clId="{3588A53C-C4AF-4318-A8A8-0BCF3D465AE9}" dt="2025-08-27T17:37:44.925" v="480"/>
        <pc:sldMkLst>
          <pc:docMk/>
          <pc:sldMk cId="1647082280" sldId="426"/>
        </pc:sldMkLst>
        <pc:spChg chg="mod">
          <ac:chgData name="Ryfka Schafer" userId="318b1ac2-30d3-4beb-81ce-7e66308a1db1" providerId="ADAL" clId="{3588A53C-C4AF-4318-A8A8-0BCF3D465AE9}" dt="2025-08-16T22:40:28.057" v="209" actId="20577"/>
          <ac:spMkLst>
            <pc:docMk/>
            <pc:sldMk cId="1647082280" sldId="426"/>
            <ac:spMk id="4" creationId="{CA81D6E6-7C88-4D7C-A0F7-BCD7AC8ACE26}"/>
          </ac:spMkLst>
        </pc:spChg>
        <pc:spChg chg="mod">
          <ac:chgData name="Ryfka Schafer" userId="318b1ac2-30d3-4beb-81ce-7e66308a1db1" providerId="ADAL" clId="{3588A53C-C4AF-4318-A8A8-0BCF3D465AE9}" dt="2025-08-27T17:37:44.925" v="480"/>
          <ac:spMkLst>
            <pc:docMk/>
            <pc:sldMk cId="1647082280" sldId="426"/>
            <ac:spMk id="6" creationId="{6F00CBBC-945C-4FC9-A647-B6E670AB01FF}"/>
          </ac:spMkLst>
        </pc:spChg>
      </pc:sldChg>
      <pc:sldChg chg="addSp delSp modSp mod">
        <pc:chgData name="Ryfka Schafer" userId="318b1ac2-30d3-4beb-81ce-7e66308a1db1" providerId="ADAL" clId="{3588A53C-C4AF-4318-A8A8-0BCF3D465AE9}" dt="2025-09-04T18:55:23.775" v="1215"/>
        <pc:sldMkLst>
          <pc:docMk/>
          <pc:sldMk cId="3733809345" sldId="427"/>
        </pc:sldMkLst>
        <pc:spChg chg="mod">
          <ac:chgData name="Ryfka Schafer" userId="318b1ac2-30d3-4beb-81ce-7e66308a1db1" providerId="ADAL" clId="{3588A53C-C4AF-4318-A8A8-0BCF3D465AE9}" dt="2025-08-30T01:18:50.186" v="831" actId="20577"/>
          <ac:spMkLst>
            <pc:docMk/>
            <pc:sldMk cId="3733809345" sldId="427"/>
            <ac:spMk id="2" creationId="{1DA8119A-8482-40C6-A927-9BF64708D070}"/>
          </ac:spMkLst>
        </pc:spChg>
      </pc:sldChg>
      <pc:sldChg chg="addSp delSp modSp mod">
        <pc:chgData name="Ryfka Schafer" userId="318b1ac2-30d3-4beb-81ce-7e66308a1db1" providerId="ADAL" clId="{3588A53C-C4AF-4318-A8A8-0BCF3D465AE9}" dt="2025-09-05T21:01:11.391" v="1223"/>
        <pc:sldMkLst>
          <pc:docMk/>
          <pc:sldMk cId="627470927" sldId="431"/>
        </pc:sldMkLst>
      </pc:sldChg>
      <pc:sldChg chg="modSp mod ord">
        <pc:chgData name="Ryfka Schafer" userId="318b1ac2-30d3-4beb-81ce-7e66308a1db1" providerId="ADAL" clId="{3588A53C-C4AF-4318-A8A8-0BCF3D465AE9}" dt="2025-08-27T17:40:39.717" v="530" actId="20577"/>
        <pc:sldMkLst>
          <pc:docMk/>
          <pc:sldMk cId="1645596125" sldId="432"/>
        </pc:sldMkLst>
        <pc:spChg chg="mod">
          <ac:chgData name="Ryfka Schafer" userId="318b1ac2-30d3-4beb-81ce-7e66308a1db1" providerId="ADAL" clId="{3588A53C-C4AF-4318-A8A8-0BCF3D465AE9}" dt="2025-08-27T17:40:39.717" v="530" actId="20577"/>
          <ac:spMkLst>
            <pc:docMk/>
            <pc:sldMk cId="1645596125" sldId="432"/>
            <ac:spMk id="2" creationId="{FADACD7F-67C4-4385-98C3-C39A4BC9EB55}"/>
          </ac:spMkLst>
        </pc:spChg>
      </pc:sldChg>
      <pc:sldChg chg="modSp add mod">
        <pc:chgData name="Ryfka Schafer" userId="318b1ac2-30d3-4beb-81ce-7e66308a1db1" providerId="ADAL" clId="{3588A53C-C4AF-4318-A8A8-0BCF3D465AE9}" dt="2025-08-27T17:31:57.319" v="472" actId="20577"/>
        <pc:sldMkLst>
          <pc:docMk/>
          <pc:sldMk cId="4082825665" sldId="434"/>
        </pc:sldMkLst>
        <pc:spChg chg="mod">
          <ac:chgData name="Ryfka Schafer" userId="318b1ac2-30d3-4beb-81ce-7e66308a1db1" providerId="ADAL" clId="{3588A53C-C4AF-4318-A8A8-0BCF3D465AE9}" dt="2025-08-27T17:31:57.319" v="472" actId="20577"/>
          <ac:spMkLst>
            <pc:docMk/>
            <pc:sldMk cId="4082825665" sldId="434"/>
            <ac:spMk id="2" creationId="{1B39E1BB-964D-8415-2D27-3A26ADFC260F}"/>
          </ac:spMkLst>
        </pc:spChg>
      </pc:sldChg>
      <pc:sldChg chg="modSp mod">
        <pc:chgData name="Ryfka Schafer" userId="318b1ac2-30d3-4beb-81ce-7e66308a1db1" providerId="ADAL" clId="{3588A53C-C4AF-4318-A8A8-0BCF3D465AE9}" dt="2025-08-30T01:19:27.228" v="832" actId="20577"/>
        <pc:sldMkLst>
          <pc:docMk/>
          <pc:sldMk cId="3193164168" sldId="439"/>
        </pc:sldMkLst>
        <pc:spChg chg="mod">
          <ac:chgData name="Ryfka Schafer" userId="318b1ac2-30d3-4beb-81ce-7e66308a1db1" providerId="ADAL" clId="{3588A53C-C4AF-4318-A8A8-0BCF3D465AE9}" dt="2025-08-30T01:19:27.228" v="832" actId="20577"/>
          <ac:spMkLst>
            <pc:docMk/>
            <pc:sldMk cId="3193164168" sldId="439"/>
            <ac:spMk id="2" creationId="{E891852B-C83D-491D-BD4B-3BD3B336174A}"/>
          </ac:spMkLst>
        </pc:spChg>
      </pc:sldChg>
      <pc:sldChg chg="addSp delSp modSp mod">
        <pc:chgData name="Ryfka Schafer" userId="318b1ac2-30d3-4beb-81ce-7e66308a1db1" providerId="ADAL" clId="{3588A53C-C4AF-4318-A8A8-0BCF3D465AE9}" dt="2025-09-02T19:37:53.068" v="1020"/>
        <pc:sldMkLst>
          <pc:docMk/>
          <pc:sldMk cId="3115023130" sldId="441"/>
        </pc:sldMkLst>
      </pc:sldChg>
      <pc:sldChg chg="modSp mod">
        <pc:chgData name="Ryfka Schafer" userId="318b1ac2-30d3-4beb-81ce-7e66308a1db1" providerId="ADAL" clId="{3588A53C-C4AF-4318-A8A8-0BCF3D465AE9}" dt="2025-08-16T22:37:11.368" v="28" actId="20577"/>
        <pc:sldMkLst>
          <pc:docMk/>
          <pc:sldMk cId="4285352650" sldId="443"/>
        </pc:sldMkLst>
        <pc:spChg chg="mod">
          <ac:chgData name="Ryfka Schafer" userId="318b1ac2-30d3-4beb-81ce-7e66308a1db1" providerId="ADAL" clId="{3588A53C-C4AF-4318-A8A8-0BCF3D465AE9}" dt="2025-08-16T22:37:11.368" v="28" actId="20577"/>
          <ac:spMkLst>
            <pc:docMk/>
            <pc:sldMk cId="4285352650" sldId="443"/>
            <ac:spMk id="2" creationId="{FE000D20-7892-355D-E295-AC67E938359B}"/>
          </ac:spMkLst>
        </pc:spChg>
      </pc:sldChg>
      <pc:sldChg chg="addSp delSp modSp mod">
        <pc:chgData name="Ryfka Schafer" userId="318b1ac2-30d3-4beb-81ce-7e66308a1db1" providerId="ADAL" clId="{3588A53C-C4AF-4318-A8A8-0BCF3D465AE9}" dt="2025-08-30T01:14:26.822" v="628" actId="20577"/>
        <pc:sldMkLst>
          <pc:docMk/>
          <pc:sldMk cId="71189673" sldId="467"/>
        </pc:sldMkLst>
        <pc:spChg chg="mod">
          <ac:chgData name="Ryfka Schafer" userId="318b1ac2-30d3-4beb-81ce-7e66308a1db1" providerId="ADAL" clId="{3588A53C-C4AF-4318-A8A8-0BCF3D465AE9}" dt="2025-08-30T01:14:26.822" v="628" actId="20577"/>
          <ac:spMkLst>
            <pc:docMk/>
            <pc:sldMk cId="71189673" sldId="467"/>
            <ac:spMk id="2" creationId="{BF0D45F6-156E-47F8-9A97-7B3DD6F5E44C}"/>
          </ac:spMkLst>
        </pc:spChg>
      </pc:sldChg>
      <pc:sldChg chg="ord">
        <pc:chgData name="Ryfka Schafer" userId="318b1ac2-30d3-4beb-81ce-7e66308a1db1" providerId="ADAL" clId="{3588A53C-C4AF-4318-A8A8-0BCF3D465AE9}" dt="2025-09-04T15:52:54.729" v="1200"/>
        <pc:sldMkLst>
          <pc:docMk/>
          <pc:sldMk cId="15256652" sldId="471"/>
        </pc:sldMkLst>
      </pc:sldChg>
      <pc:sldChg chg="delSp modSp mod ord">
        <pc:chgData name="Ryfka Schafer" userId="318b1ac2-30d3-4beb-81ce-7e66308a1db1" providerId="ADAL" clId="{3588A53C-C4AF-4318-A8A8-0BCF3D465AE9}" dt="2025-09-04T15:52:39.931" v="1198"/>
        <pc:sldMkLst>
          <pc:docMk/>
          <pc:sldMk cId="2356705182" sldId="473"/>
        </pc:sldMkLst>
        <pc:spChg chg="mod">
          <ac:chgData name="Ryfka Schafer" userId="318b1ac2-30d3-4beb-81ce-7e66308a1db1" providerId="ADAL" clId="{3588A53C-C4AF-4318-A8A8-0BCF3D465AE9}" dt="2025-08-16T22:39:43.481" v="162" actId="20577"/>
          <ac:spMkLst>
            <pc:docMk/>
            <pc:sldMk cId="2356705182" sldId="473"/>
            <ac:spMk id="2" creationId="{FADACD7F-67C4-4385-98C3-C39A4BC9EB55}"/>
          </ac:spMkLst>
        </pc:spChg>
      </pc:sldChg>
      <pc:sldChg chg="delSp mod">
        <pc:chgData name="Ryfka Schafer" userId="318b1ac2-30d3-4beb-81ce-7e66308a1db1" providerId="ADAL" clId="{3588A53C-C4AF-4318-A8A8-0BCF3D465AE9}" dt="2025-09-04T19:38:22.328" v="1217"/>
        <pc:sldMkLst>
          <pc:docMk/>
          <pc:sldMk cId="2375377733" sldId="474"/>
        </pc:sldMkLst>
      </pc:sldChg>
      <pc:sldChg chg="delSp modSp add mod">
        <pc:chgData name="Ryfka Schafer" userId="318b1ac2-30d3-4beb-81ce-7e66308a1db1" providerId="ADAL" clId="{3588A53C-C4AF-4318-A8A8-0BCF3D465AE9}" dt="2025-08-30T01:18:06.128" v="782" actId="20577"/>
        <pc:sldMkLst>
          <pc:docMk/>
          <pc:sldMk cId="2414304251" sldId="475"/>
        </pc:sldMkLst>
        <pc:spChg chg="mod">
          <ac:chgData name="Ryfka Schafer" userId="318b1ac2-30d3-4beb-81ce-7e66308a1db1" providerId="ADAL" clId="{3588A53C-C4AF-4318-A8A8-0BCF3D465AE9}" dt="2025-08-30T01:18:06.128" v="782" actId="20577"/>
          <ac:spMkLst>
            <pc:docMk/>
            <pc:sldMk cId="2414304251" sldId="475"/>
            <ac:spMk id="4" creationId="{40DEBD92-4AF9-8D3C-E676-2F261B1B8610}"/>
          </ac:spMkLst>
        </pc:spChg>
        <pc:spChg chg="mod">
          <ac:chgData name="Ryfka Schafer" userId="318b1ac2-30d3-4beb-81ce-7e66308a1db1" providerId="ADAL" clId="{3588A53C-C4AF-4318-A8A8-0BCF3D465AE9}" dt="2025-08-30T01:17:46.023" v="715" actId="20577"/>
          <ac:spMkLst>
            <pc:docMk/>
            <pc:sldMk cId="2414304251" sldId="475"/>
            <ac:spMk id="5" creationId="{81B021C8-0AFC-273E-2A0B-40FFE1CB9D1C}"/>
          </ac:spMkLst>
        </pc:spChg>
      </pc:sldChg>
      <pc:sldChg chg="addSp modSp new del mod">
        <pc:chgData name="Ryfka Schafer" userId="318b1ac2-30d3-4beb-81ce-7e66308a1db1" providerId="ADAL" clId="{3588A53C-C4AF-4318-A8A8-0BCF3D465AE9}" dt="2025-08-25T19:16:55.507" v="331" actId="47"/>
        <pc:sldMkLst>
          <pc:docMk/>
          <pc:sldMk cId="2839114788" sldId="475"/>
        </pc:sldMkLst>
      </pc:sldChg>
      <pc:sldChg chg="add del">
        <pc:chgData name="Ryfka Schafer" userId="318b1ac2-30d3-4beb-81ce-7e66308a1db1" providerId="ADAL" clId="{3588A53C-C4AF-4318-A8A8-0BCF3D465AE9}" dt="2025-08-30T01:16:41.547" v="678"/>
        <pc:sldMkLst>
          <pc:docMk/>
          <pc:sldMk cId="1171687188" sldId="476"/>
        </pc:sldMkLst>
      </pc:sldChg>
    </pc:docChg>
  </pc:docChgLst>
  <pc:docChgLst>
    <pc:chgData name="Schafer, Ryfka" userId="318b1ac2-30d3-4beb-81ce-7e66308a1db1" providerId="ADAL" clId="{E9AAE5C9-3A28-4A2B-A634-B494B12DC155}"/>
    <pc:docChg chg="custSel modSld sldOrd">
      <pc:chgData name="Schafer, Ryfka" userId="318b1ac2-30d3-4beb-81ce-7e66308a1db1" providerId="ADAL" clId="{E9AAE5C9-3A28-4A2B-A634-B494B12DC155}" dt="2023-09-12T16:37:18.102" v="729" actId="20577"/>
      <pc:docMkLst>
        <pc:docMk/>
      </pc:docMkLst>
      <pc:sldChg chg="addSp delSp modSp mod">
        <pc:chgData name="Schafer, Ryfka" userId="318b1ac2-30d3-4beb-81ce-7e66308a1db1" providerId="ADAL" clId="{E9AAE5C9-3A28-4A2B-A634-B494B12DC155}" dt="2023-09-11T18:05:25.827" v="707"/>
        <pc:sldMkLst>
          <pc:docMk/>
          <pc:sldMk cId="2098443568" sldId="421"/>
        </pc:sldMkLst>
      </pc:sldChg>
      <pc:sldChg chg="modSp mod">
        <pc:chgData name="Schafer, Ryfka" userId="318b1ac2-30d3-4beb-81ce-7e66308a1db1" providerId="ADAL" clId="{E9AAE5C9-3A28-4A2B-A634-B494B12DC155}" dt="2023-09-12T16:37:18.102" v="729" actId="20577"/>
        <pc:sldMkLst>
          <pc:docMk/>
          <pc:sldMk cId="2626908146" sldId="424"/>
        </pc:sldMkLst>
      </pc:sldChg>
      <pc:sldChg chg="modSp mod">
        <pc:chgData name="Schafer, Ryfka" userId="318b1ac2-30d3-4beb-81ce-7e66308a1db1" providerId="ADAL" clId="{E9AAE5C9-3A28-4A2B-A634-B494B12DC155}" dt="2023-08-29T14:43:22.635" v="68" actId="20577"/>
        <pc:sldMkLst>
          <pc:docMk/>
          <pc:sldMk cId="1647082280" sldId="426"/>
        </pc:sldMkLst>
      </pc:sldChg>
      <pc:sldChg chg="modSp mod">
        <pc:chgData name="Schafer, Ryfka" userId="318b1ac2-30d3-4beb-81ce-7e66308a1db1" providerId="ADAL" clId="{E9AAE5C9-3A28-4A2B-A634-B494B12DC155}" dt="2023-08-29T14:46:29.604" v="307" actId="20577"/>
        <pc:sldMkLst>
          <pc:docMk/>
          <pc:sldMk cId="3733809345" sldId="427"/>
        </pc:sldMkLst>
      </pc:sldChg>
      <pc:sldChg chg="addSp delSp modSp mod">
        <pc:chgData name="Schafer, Ryfka" userId="318b1ac2-30d3-4beb-81ce-7e66308a1db1" providerId="ADAL" clId="{E9AAE5C9-3A28-4A2B-A634-B494B12DC155}" dt="2023-09-06T20:02:10.490" v="679"/>
        <pc:sldMkLst>
          <pc:docMk/>
          <pc:sldMk cId="4173674883" sldId="430"/>
        </pc:sldMkLst>
      </pc:sldChg>
      <pc:sldChg chg="addSp delSp modSp mod">
        <pc:chgData name="Schafer, Ryfka" userId="318b1ac2-30d3-4beb-81ce-7e66308a1db1" providerId="ADAL" clId="{E9AAE5C9-3A28-4A2B-A634-B494B12DC155}" dt="2023-09-07T16:06:03.401" v="686"/>
        <pc:sldMkLst>
          <pc:docMk/>
          <pc:sldMk cId="627470927" sldId="431"/>
        </pc:sldMkLst>
      </pc:sldChg>
      <pc:sldChg chg="modSp mod">
        <pc:chgData name="Schafer, Ryfka" userId="318b1ac2-30d3-4beb-81ce-7e66308a1db1" providerId="ADAL" clId="{E9AAE5C9-3A28-4A2B-A634-B494B12DC155}" dt="2023-09-03T14:10:40.061" v="583" actId="20577"/>
        <pc:sldMkLst>
          <pc:docMk/>
          <pc:sldMk cId="1645596125" sldId="432"/>
        </pc:sldMkLst>
      </pc:sldChg>
      <pc:sldChg chg="delSp modSp mod">
        <pc:chgData name="Schafer, Ryfka" userId="318b1ac2-30d3-4beb-81ce-7e66308a1db1" providerId="ADAL" clId="{E9AAE5C9-3A28-4A2B-A634-B494B12DC155}" dt="2023-09-11T16:35:04.855" v="690"/>
        <pc:sldMkLst>
          <pc:docMk/>
          <pc:sldMk cId="3193164168" sldId="439"/>
        </pc:sldMkLst>
      </pc:sldChg>
      <pc:sldChg chg="modSp mod ord">
        <pc:chgData name="Schafer, Ryfka" userId="318b1ac2-30d3-4beb-81ce-7e66308a1db1" providerId="ADAL" clId="{E9AAE5C9-3A28-4A2B-A634-B494B12DC155}" dt="2023-09-11T18:35:47.479" v="728" actId="20577"/>
        <pc:sldMkLst>
          <pc:docMk/>
          <pc:sldMk cId="1643913333" sldId="440"/>
        </pc:sldMkLst>
      </pc:sldChg>
      <pc:sldChg chg="modSp mod">
        <pc:chgData name="Schafer, Ryfka" userId="318b1ac2-30d3-4beb-81ce-7e66308a1db1" providerId="ADAL" clId="{E9AAE5C9-3A28-4A2B-A634-B494B12DC155}" dt="2023-09-01T16:09:33.196" v="412" actId="20577"/>
        <pc:sldMkLst>
          <pc:docMk/>
          <pc:sldMk cId="4285352650" sldId="443"/>
        </pc:sldMkLst>
      </pc:sldChg>
    </pc:docChg>
  </pc:docChgLst>
  <pc:docChgLst>
    <pc:chgData name="Schafer, Ryfka" userId="318b1ac2-30d3-4beb-81ce-7e66308a1db1" providerId="ADAL" clId="{7C4489D4-F70B-464F-88C7-6EE8286A38A0}"/>
    <pc:docChg chg="custSel modSld sldOrd">
      <pc:chgData name="Schafer, Ryfka" userId="318b1ac2-30d3-4beb-81ce-7e66308a1db1" providerId="ADAL" clId="{7C4489D4-F70B-464F-88C7-6EE8286A38A0}" dt="2024-06-03T20:56:26.619" v="215" actId="20577"/>
      <pc:docMkLst>
        <pc:docMk/>
      </pc:docMkLst>
      <pc:sldChg chg="modSp mod">
        <pc:chgData name="Schafer, Ryfka" userId="318b1ac2-30d3-4beb-81ce-7e66308a1db1" providerId="ADAL" clId="{7C4489D4-F70B-464F-88C7-6EE8286A38A0}" dt="2024-06-03T20:56:26.619" v="215" actId="20577"/>
        <pc:sldMkLst>
          <pc:docMk/>
          <pc:sldMk cId="1647082280" sldId="426"/>
        </pc:sldMkLst>
      </pc:sldChg>
      <pc:sldChg chg="ord">
        <pc:chgData name="Schafer, Ryfka" userId="318b1ac2-30d3-4beb-81ce-7e66308a1db1" providerId="ADAL" clId="{7C4489D4-F70B-464F-88C7-6EE8286A38A0}" dt="2024-06-03T20:54:25.634" v="1"/>
        <pc:sldMkLst>
          <pc:docMk/>
          <pc:sldMk cId="1219927209" sldId="428"/>
        </pc:sldMkLst>
      </pc:sldChg>
      <pc:sldChg chg="modSp mod">
        <pc:chgData name="Schafer, Ryfka" userId="318b1ac2-30d3-4beb-81ce-7e66308a1db1" providerId="ADAL" clId="{7C4489D4-F70B-464F-88C7-6EE8286A38A0}" dt="2024-06-03T20:55:29.523" v="51" actId="20577"/>
        <pc:sldMkLst>
          <pc:docMk/>
          <pc:sldMk cId="4173674883" sldId="430"/>
        </pc:sldMkLst>
      </pc:sldChg>
      <pc:sldChg chg="delSp modSp mod">
        <pc:chgData name="Schafer, Ryfka" userId="318b1ac2-30d3-4beb-81ce-7e66308a1db1" providerId="ADAL" clId="{7C4489D4-F70B-464F-88C7-6EE8286A38A0}" dt="2024-06-03T20:56:07.200" v="155" actId="478"/>
        <pc:sldMkLst>
          <pc:docMk/>
          <pc:sldMk cId="15256652" sldId="471"/>
        </pc:sldMkLst>
      </pc:sldChg>
    </pc:docChg>
  </pc:docChgLst>
  <pc:docChgLst>
    <pc:chgData name="Ryfka" userId="318b1ac2-30d3-4beb-81ce-7e66308a1db1" providerId="ADAL" clId="{43E3318C-216A-41AC-99B7-84A896257B79}"/>
    <pc:docChg chg="modSld">
      <pc:chgData name="Ryfka" userId="318b1ac2-30d3-4beb-81ce-7e66308a1db1" providerId="ADAL" clId="{43E3318C-216A-41AC-99B7-84A896257B79}" dt="2021-08-22T18:03:00.322" v="18" actId="20577"/>
      <pc:docMkLst>
        <pc:docMk/>
      </pc:docMkLst>
      <pc:sldChg chg="modSp mod">
        <pc:chgData name="Ryfka" userId="318b1ac2-30d3-4beb-81ce-7e66308a1db1" providerId="ADAL" clId="{43E3318C-216A-41AC-99B7-84A896257B79}" dt="2021-08-22T18:03:00.322" v="18" actId="20577"/>
        <pc:sldMkLst>
          <pc:docMk/>
          <pc:sldMk cId="2626908146" sldId="424"/>
        </pc:sldMkLst>
      </pc:sldChg>
    </pc:docChg>
  </pc:docChgLst>
  <pc:docChgLst>
    <pc:chgData name="Schafer, Ryfka" userId="318b1ac2-30d3-4beb-81ce-7e66308a1db1" providerId="ADAL" clId="{9CF244BC-88BF-49C5-9BE3-2E0A4FA33314}"/>
    <pc:docChg chg="custSel addSld delSld modSld">
      <pc:chgData name="Schafer, Ryfka" userId="318b1ac2-30d3-4beb-81ce-7e66308a1db1" providerId="ADAL" clId="{9CF244BC-88BF-49C5-9BE3-2E0A4FA33314}" dt="2020-09-07T16:06:07.206" v="1400" actId="20577"/>
      <pc:docMkLst>
        <pc:docMk/>
      </pc:docMkLst>
      <pc:sldChg chg="del">
        <pc:chgData name="Schafer, Ryfka" userId="318b1ac2-30d3-4beb-81ce-7e66308a1db1" providerId="ADAL" clId="{9CF244BC-88BF-49C5-9BE3-2E0A4FA33314}" dt="2020-09-07T15:48:12.034" v="427" actId="47"/>
        <pc:sldMkLst>
          <pc:docMk/>
          <pc:sldMk cId="3672738487" sldId="419"/>
        </pc:sldMkLst>
      </pc:sldChg>
      <pc:sldChg chg="modSp mod">
        <pc:chgData name="Schafer, Ryfka" userId="318b1ac2-30d3-4beb-81ce-7e66308a1db1" providerId="ADAL" clId="{9CF244BC-88BF-49C5-9BE3-2E0A4FA33314}" dt="2020-09-07T15:41:05.010" v="103" actId="20577"/>
        <pc:sldMkLst>
          <pc:docMk/>
          <pc:sldMk cId="3149790407" sldId="420"/>
        </pc:sldMkLst>
      </pc:sldChg>
      <pc:sldChg chg="modSp mod">
        <pc:chgData name="Schafer, Ryfka" userId="318b1ac2-30d3-4beb-81ce-7e66308a1db1" providerId="ADAL" clId="{9CF244BC-88BF-49C5-9BE3-2E0A4FA33314}" dt="2020-09-07T15:47:53.749" v="426" actId="20577"/>
        <pc:sldMkLst>
          <pc:docMk/>
          <pc:sldMk cId="2098443568" sldId="421"/>
        </pc:sldMkLst>
      </pc:sldChg>
      <pc:sldChg chg="addSp modSp mod">
        <pc:chgData name="Schafer, Ryfka" userId="318b1ac2-30d3-4beb-81ce-7e66308a1db1" providerId="ADAL" clId="{9CF244BC-88BF-49C5-9BE3-2E0A4FA33314}" dt="2020-09-07T15:58:22.520" v="1016" actId="1076"/>
        <pc:sldMkLst>
          <pc:docMk/>
          <pc:sldMk cId="1901023358" sldId="422"/>
        </pc:sldMkLst>
      </pc:sldChg>
      <pc:sldChg chg="addSp modSp mod">
        <pc:chgData name="Schafer, Ryfka" userId="318b1ac2-30d3-4beb-81ce-7e66308a1db1" providerId="ADAL" clId="{9CF244BC-88BF-49C5-9BE3-2E0A4FA33314}" dt="2020-09-07T16:00:04.955" v="1096" actId="20577"/>
        <pc:sldMkLst>
          <pc:docMk/>
          <pc:sldMk cId="2965901067" sldId="423"/>
        </pc:sldMkLst>
      </pc:sldChg>
      <pc:sldChg chg="addSp delSp modSp add mod">
        <pc:chgData name="Schafer, Ryfka" userId="318b1ac2-30d3-4beb-81ce-7e66308a1db1" providerId="ADAL" clId="{9CF244BC-88BF-49C5-9BE3-2E0A4FA33314}" dt="2020-09-07T16:04:21.958" v="1364" actId="20577"/>
        <pc:sldMkLst>
          <pc:docMk/>
          <pc:sldMk cId="2626908146" sldId="424"/>
        </pc:sldMkLst>
      </pc:sldChg>
      <pc:sldChg chg="addSp delSp modSp add mod">
        <pc:chgData name="Schafer, Ryfka" userId="318b1ac2-30d3-4beb-81ce-7e66308a1db1" providerId="ADAL" clId="{9CF244BC-88BF-49C5-9BE3-2E0A4FA33314}" dt="2020-09-07T16:06:07.206" v="1400" actId="20577"/>
        <pc:sldMkLst>
          <pc:docMk/>
          <pc:sldMk cId="2543712897" sldId="425"/>
        </pc:sldMkLst>
      </pc:sldChg>
    </pc:docChg>
  </pc:docChgLst>
  <pc:docChgLst>
    <pc:chgData name="Schafer, Ryfka" userId="318b1ac2-30d3-4beb-81ce-7e66308a1db1" providerId="ADAL" clId="{43E3318C-216A-41AC-99B7-84A896257B79}"/>
    <pc:docChg chg="undo custSel addSld delSld modSld sldOrd">
      <pc:chgData name="Schafer, Ryfka" userId="318b1ac2-30d3-4beb-81ce-7e66308a1db1" providerId="ADAL" clId="{43E3318C-216A-41AC-99B7-84A896257B79}" dt="2021-09-07T15:58:09.697" v="1218" actId="1076"/>
      <pc:docMkLst>
        <pc:docMk/>
      </pc:docMkLst>
      <pc:sldChg chg="addSp delSp modSp mod">
        <pc:chgData name="Schafer, Ryfka" userId="318b1ac2-30d3-4beb-81ce-7e66308a1db1" providerId="ADAL" clId="{43E3318C-216A-41AC-99B7-84A896257B79}" dt="2021-09-01T14:19:53.928" v="797"/>
        <pc:sldMkLst>
          <pc:docMk/>
          <pc:sldMk cId="3149790407" sldId="420"/>
        </pc:sldMkLst>
      </pc:sldChg>
      <pc:sldChg chg="modSp mod ord">
        <pc:chgData name="Schafer, Ryfka" userId="318b1ac2-30d3-4beb-81ce-7e66308a1db1" providerId="ADAL" clId="{43E3318C-216A-41AC-99B7-84A896257B79}" dt="2021-09-07T15:58:09.697" v="1218" actId="1076"/>
        <pc:sldMkLst>
          <pc:docMk/>
          <pc:sldMk cId="2098443568" sldId="421"/>
        </pc:sldMkLst>
      </pc:sldChg>
      <pc:sldChg chg="modSp mod">
        <pc:chgData name="Schafer, Ryfka" userId="318b1ac2-30d3-4beb-81ce-7e66308a1db1" providerId="ADAL" clId="{43E3318C-216A-41AC-99B7-84A896257B79}" dt="2021-09-01T14:20:25.756" v="798" actId="1035"/>
        <pc:sldMkLst>
          <pc:docMk/>
          <pc:sldMk cId="1901023358" sldId="422"/>
        </pc:sldMkLst>
      </pc:sldChg>
      <pc:sldChg chg="modSp mod ord">
        <pc:chgData name="Schafer, Ryfka" userId="318b1ac2-30d3-4beb-81ce-7e66308a1db1" providerId="ADAL" clId="{43E3318C-216A-41AC-99B7-84A896257B79}" dt="2021-09-03T20:09:53.246" v="856" actId="113"/>
        <pc:sldMkLst>
          <pc:docMk/>
          <pc:sldMk cId="2965901067" sldId="423"/>
        </pc:sldMkLst>
      </pc:sldChg>
      <pc:sldChg chg="modSp mod">
        <pc:chgData name="Schafer, Ryfka" userId="318b1ac2-30d3-4beb-81ce-7e66308a1db1" providerId="ADAL" clId="{43E3318C-216A-41AC-99B7-84A896257B79}" dt="2021-09-06T22:46:26.771" v="1162" actId="20577"/>
        <pc:sldMkLst>
          <pc:docMk/>
          <pc:sldMk cId="2626908146" sldId="424"/>
        </pc:sldMkLst>
      </pc:sldChg>
      <pc:sldChg chg="modSp mod">
        <pc:chgData name="Schafer, Ryfka" userId="318b1ac2-30d3-4beb-81ce-7e66308a1db1" providerId="ADAL" clId="{43E3318C-216A-41AC-99B7-84A896257B79}" dt="2021-08-26T20:00:28.240" v="405" actId="20577"/>
        <pc:sldMkLst>
          <pc:docMk/>
          <pc:sldMk cId="2543712897" sldId="425"/>
        </pc:sldMkLst>
      </pc:sldChg>
      <pc:sldChg chg="addSp delSp modSp add mod">
        <pc:chgData name="Schafer, Ryfka" userId="318b1ac2-30d3-4beb-81ce-7e66308a1db1" providerId="ADAL" clId="{43E3318C-216A-41AC-99B7-84A896257B79}" dt="2021-08-26T17:36:13.607" v="383" actId="5793"/>
        <pc:sldMkLst>
          <pc:docMk/>
          <pc:sldMk cId="1647082280" sldId="426"/>
        </pc:sldMkLst>
      </pc:sldChg>
      <pc:sldChg chg="new del">
        <pc:chgData name="Schafer, Ryfka" userId="318b1ac2-30d3-4beb-81ce-7e66308a1db1" providerId="ADAL" clId="{43E3318C-216A-41AC-99B7-84A896257B79}" dt="2021-08-31T18:23:15.245" v="495" actId="680"/>
        <pc:sldMkLst>
          <pc:docMk/>
          <pc:sldMk cId="2442282163" sldId="427"/>
        </pc:sldMkLst>
      </pc:sldChg>
      <pc:sldChg chg="modSp new mod">
        <pc:chgData name="Schafer, Ryfka" userId="318b1ac2-30d3-4beb-81ce-7e66308a1db1" providerId="ADAL" clId="{43E3318C-216A-41AC-99B7-84A896257B79}" dt="2021-09-07T15:27:15.122" v="1181" actId="400"/>
        <pc:sldMkLst>
          <pc:docMk/>
          <pc:sldMk cId="3733809345" sldId="427"/>
        </pc:sldMkLst>
      </pc:sldChg>
      <pc:sldChg chg="addSp delSp modSp new mod ord">
        <pc:chgData name="Schafer, Ryfka" userId="318b1ac2-30d3-4beb-81ce-7e66308a1db1" providerId="ADAL" clId="{43E3318C-216A-41AC-99B7-84A896257B79}" dt="2021-09-07T15:28:09.805" v="1183"/>
        <pc:sldMkLst>
          <pc:docMk/>
          <pc:sldMk cId="1219927209" sldId="428"/>
        </pc:sldMkLst>
      </pc:sldChg>
      <pc:sldChg chg="addSp delSp modSp new mod ord">
        <pc:chgData name="Schafer, Ryfka" userId="318b1ac2-30d3-4beb-81ce-7e66308a1db1" providerId="ADAL" clId="{43E3318C-216A-41AC-99B7-84A896257B79}" dt="2021-09-01T14:17:15.237" v="796" actId="1076"/>
        <pc:sldMkLst>
          <pc:docMk/>
          <pc:sldMk cId="4291151070" sldId="429"/>
        </pc:sldMkLst>
      </pc:sldChg>
    </pc:docChg>
  </pc:docChgLst>
  <pc:docChgLst>
    <pc:chgData name="Ryfka Schafer" userId="318b1ac2-30d3-4beb-81ce-7e66308a1db1" providerId="ADAL" clId="{B7668322-1DF0-4B69-93FB-79ABDC280B48}"/>
    <pc:docChg chg="custSel modSld">
      <pc:chgData name="Ryfka Schafer" userId="318b1ac2-30d3-4beb-81ce-7e66308a1db1" providerId="ADAL" clId="{B7668322-1DF0-4B69-93FB-79ABDC280B48}" dt="2025-01-21T22:04:30.191" v="404"/>
      <pc:docMkLst>
        <pc:docMk/>
      </pc:docMkLst>
      <pc:sldChg chg="addSp delSp modSp mod">
        <pc:chgData name="Ryfka Schafer" userId="318b1ac2-30d3-4beb-81ce-7e66308a1db1" providerId="ADAL" clId="{B7668322-1DF0-4B69-93FB-79ABDC280B48}" dt="2025-01-21T22:02:44.577" v="329"/>
        <pc:sldMkLst>
          <pc:docMk/>
          <pc:sldMk cId="1066080515" sldId="264"/>
        </pc:sldMkLst>
      </pc:sldChg>
      <pc:sldChg chg="addSp delSp modSp mod">
        <pc:chgData name="Ryfka Schafer" userId="318b1ac2-30d3-4beb-81ce-7e66308a1db1" providerId="ADAL" clId="{B7668322-1DF0-4B69-93FB-79ABDC280B48}" dt="2025-01-21T22:02:05.461" v="323"/>
        <pc:sldMkLst>
          <pc:docMk/>
          <pc:sldMk cId="3149790407" sldId="420"/>
        </pc:sldMkLst>
      </pc:sldChg>
      <pc:sldChg chg="addSp delSp modSp mod">
        <pc:chgData name="Ryfka Schafer" userId="318b1ac2-30d3-4beb-81ce-7e66308a1db1" providerId="ADAL" clId="{B7668322-1DF0-4B69-93FB-79ABDC280B48}" dt="2025-01-21T22:02:50.377" v="365"/>
        <pc:sldMkLst>
          <pc:docMk/>
          <pc:sldMk cId="2098443568" sldId="421"/>
        </pc:sldMkLst>
      </pc:sldChg>
      <pc:sldChg chg="addSp delSp modSp mod">
        <pc:chgData name="Ryfka Schafer" userId="318b1ac2-30d3-4beb-81ce-7e66308a1db1" providerId="ADAL" clId="{B7668322-1DF0-4B69-93FB-79ABDC280B48}" dt="2025-01-21T22:03:17.468" v="392"/>
        <pc:sldMkLst>
          <pc:docMk/>
          <pc:sldMk cId="3733809345" sldId="427"/>
        </pc:sldMkLst>
      </pc:sldChg>
      <pc:sldChg chg="addSp delSp modSp mod">
        <pc:chgData name="Ryfka Schafer" userId="318b1ac2-30d3-4beb-81ce-7e66308a1db1" providerId="ADAL" clId="{B7668322-1DF0-4B69-93FB-79ABDC280B48}" dt="2025-01-21T22:04:30.191" v="404"/>
        <pc:sldMkLst>
          <pc:docMk/>
          <pc:sldMk cId="627470927" sldId="431"/>
        </pc:sldMkLst>
      </pc:sldChg>
      <pc:sldChg chg="addSp delSp modSp mod">
        <pc:chgData name="Ryfka Schafer" userId="318b1ac2-30d3-4beb-81ce-7e66308a1db1" providerId="ADAL" clId="{B7668322-1DF0-4B69-93FB-79ABDC280B48}" dt="2025-01-21T22:03:04.163" v="371"/>
        <pc:sldMkLst>
          <pc:docMk/>
          <pc:sldMk cId="3115023130" sldId="441"/>
        </pc:sldMkLst>
      </pc:sldChg>
      <pc:sldChg chg="addSp delSp modSp mod">
        <pc:chgData name="Ryfka Schafer" userId="318b1ac2-30d3-4beb-81ce-7e66308a1db1" providerId="ADAL" clId="{B7668322-1DF0-4B69-93FB-79ABDC280B48}" dt="2025-01-21T22:02:46.659" v="350"/>
        <pc:sldMkLst>
          <pc:docMk/>
          <pc:sldMk cId="71189673" sldId="467"/>
        </pc:sldMkLst>
      </pc:sldChg>
      <pc:sldChg chg="addSp delSp modSp mod">
        <pc:chgData name="Ryfka Schafer" userId="318b1ac2-30d3-4beb-81ce-7e66308a1db1" providerId="ADAL" clId="{B7668322-1DF0-4B69-93FB-79ABDC280B48}" dt="2025-01-21T22:03:11.934" v="386"/>
        <pc:sldMkLst>
          <pc:docMk/>
          <pc:sldMk cId="2356705182" sldId="473"/>
        </pc:sldMkLst>
      </pc:sldChg>
      <pc:sldChg chg="addSp delSp modSp mod">
        <pc:chgData name="Ryfka Schafer" userId="318b1ac2-30d3-4beb-81ce-7e66308a1db1" providerId="ADAL" clId="{B7668322-1DF0-4B69-93FB-79ABDC280B48}" dt="2025-01-21T22:03:36.257" v="398"/>
        <pc:sldMkLst>
          <pc:docMk/>
          <pc:sldMk cId="2375377733" sldId="474"/>
        </pc:sldMkLst>
      </pc:sldChg>
    </pc:docChg>
  </pc:docChgLst>
  <pc:docChgLst>
    <pc:chgData name="Schafer, Ryfka" userId="318b1ac2-30d3-4beb-81ce-7e66308a1db1" providerId="ADAL" clId="{A27BFF1F-84CD-45D6-98CC-8F6E76DB7121}"/>
    <pc:docChg chg="custSel modSld">
      <pc:chgData name="Schafer, Ryfka" userId="318b1ac2-30d3-4beb-81ce-7e66308a1db1" providerId="ADAL" clId="{A27BFF1F-84CD-45D6-98CC-8F6E76DB7121}" dt="2021-06-25T17:34:09.499" v="457" actId="20577"/>
      <pc:docMkLst>
        <pc:docMk/>
      </pc:docMkLst>
      <pc:sldChg chg="modSp mod">
        <pc:chgData name="Schafer, Ryfka" userId="318b1ac2-30d3-4beb-81ce-7e66308a1db1" providerId="ADAL" clId="{A27BFF1F-84CD-45D6-98CC-8F6E76DB7121}" dt="2021-06-25T17:30:50.864" v="12" actId="20577"/>
        <pc:sldMkLst>
          <pc:docMk/>
          <pc:sldMk cId="3149790407" sldId="420"/>
        </pc:sldMkLst>
      </pc:sldChg>
      <pc:sldChg chg="modSp mod">
        <pc:chgData name="Schafer, Ryfka" userId="318b1ac2-30d3-4beb-81ce-7e66308a1db1" providerId="ADAL" clId="{A27BFF1F-84CD-45D6-98CC-8F6E76DB7121}" dt="2021-06-25T17:31:37.429" v="121" actId="20577"/>
        <pc:sldMkLst>
          <pc:docMk/>
          <pc:sldMk cId="2098443568" sldId="421"/>
        </pc:sldMkLst>
      </pc:sldChg>
      <pc:sldChg chg="modSp mod">
        <pc:chgData name="Schafer, Ryfka" userId="318b1ac2-30d3-4beb-81ce-7e66308a1db1" providerId="ADAL" clId="{A27BFF1F-84CD-45D6-98CC-8F6E76DB7121}" dt="2021-06-25T17:31:15.814" v="109" actId="20577"/>
        <pc:sldMkLst>
          <pc:docMk/>
          <pc:sldMk cId="1901023358" sldId="422"/>
        </pc:sldMkLst>
      </pc:sldChg>
      <pc:sldChg chg="modSp mod">
        <pc:chgData name="Schafer, Ryfka" userId="318b1ac2-30d3-4beb-81ce-7e66308a1db1" providerId="ADAL" clId="{A27BFF1F-84CD-45D6-98CC-8F6E76DB7121}" dt="2021-06-25T17:34:09.499" v="457" actId="20577"/>
        <pc:sldMkLst>
          <pc:docMk/>
          <pc:sldMk cId="2965901067" sldId="423"/>
        </pc:sldMkLst>
      </pc:sldChg>
      <pc:sldChg chg="modSp mod">
        <pc:chgData name="Schafer, Ryfka" userId="318b1ac2-30d3-4beb-81ce-7e66308a1db1" providerId="ADAL" clId="{A27BFF1F-84CD-45D6-98CC-8F6E76DB7121}" dt="2021-06-25T17:32:13.874" v="168" actId="20577"/>
        <pc:sldMkLst>
          <pc:docMk/>
          <pc:sldMk cId="2543712897" sldId="42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6" name="Date Placeholder 5"/>
          <p:cNvSpPr>
            <a:spLocks noGrp="1"/>
          </p:cNvSpPr>
          <p:nvPr>
            <p:ph type="dt" sz="quarter" idx="1"/>
          </p:nvPr>
        </p:nvSpPr>
        <p:spPr>
          <a:xfrm>
            <a:off x="3970938" y="1"/>
            <a:ext cx="3037840" cy="466434"/>
          </a:xfrm>
          <a:prstGeom prst="rect">
            <a:avLst/>
          </a:prstGeom>
        </p:spPr>
        <p:txBody>
          <a:bodyPr vert="horz" lIns="93172" tIns="46586" rIns="93172" bIns="46586" rtlCol="0"/>
          <a:lstStyle>
            <a:lvl1pPr algn="r">
              <a:defRPr sz="1200"/>
            </a:lvl1pPr>
          </a:lstStyle>
          <a:p>
            <a:fld id="{4888D498-CA9B-8D40-B07D-EB92BE597C17}" type="datetimeFigureOut">
              <a:rPr lang="en-US" smtClean="0"/>
              <a:t>9/9/2025</a:t>
            </a:fld>
            <a:endParaRPr lang="en-US"/>
          </a:p>
        </p:txBody>
      </p:sp>
    </p:spTree>
    <p:extLst>
      <p:ext uri="{BB962C8B-B14F-4D97-AF65-F5344CB8AC3E}">
        <p14:creationId xmlns:p14="http://schemas.microsoft.com/office/powerpoint/2010/main" val="61527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2" tIns="46586" rIns="93172" bIns="46586" rtlCol="0"/>
          <a:lstStyle>
            <a:lvl1pPr algn="r">
              <a:defRPr sz="1200"/>
            </a:lvl1pPr>
          </a:lstStyle>
          <a:p>
            <a:fld id="{13AAC0AE-F2B6-6846-ABA1-89ECC7B4183F}" type="datetimeFigureOut">
              <a:rPr lang="en-US" smtClean="0"/>
              <a:t>9/9/2025</a:t>
            </a:fld>
            <a:endParaRPr lang="en-US"/>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2" tIns="46586" rIns="93172" bIns="46586" rtlCol="0" anchor="b"/>
          <a:lstStyle>
            <a:lvl1pPr algn="r">
              <a:defRPr sz="1200"/>
            </a:lvl1pPr>
          </a:lstStyle>
          <a:p>
            <a:fld id="{75EC4D74-3CE0-A14E-94A9-E88D6AC0C899}" type="slidenum">
              <a:rPr lang="en-US" smtClean="0"/>
              <a:t>‹#›</a:t>
            </a:fld>
            <a:endParaRPr lang="en-US"/>
          </a:p>
        </p:txBody>
      </p:sp>
    </p:spTree>
    <p:extLst>
      <p:ext uri="{BB962C8B-B14F-4D97-AF65-F5344CB8AC3E}">
        <p14:creationId xmlns:p14="http://schemas.microsoft.com/office/powerpoint/2010/main" val="52631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2</a:t>
            </a:fld>
            <a:endParaRPr lang="en-US"/>
          </a:p>
        </p:txBody>
      </p:sp>
    </p:spTree>
    <p:extLst>
      <p:ext uri="{BB962C8B-B14F-4D97-AF65-F5344CB8AC3E}">
        <p14:creationId xmlns:p14="http://schemas.microsoft.com/office/powerpoint/2010/main" val="2526655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Step off the carousel</a:t>
            </a:r>
          </a:p>
          <a:p>
            <a:endParaRPr lang="en-US" sz="1800" dirty="0">
              <a:effectLst/>
              <a:latin typeface="Calibri" panose="020F0502020204030204" pitchFamily="34" charset="0"/>
            </a:endParaRPr>
          </a:p>
          <a:p>
            <a:r>
              <a:rPr lang="en-US" sz="1800" dirty="0">
                <a:effectLst/>
                <a:latin typeface="Calibri" panose="020F0502020204030204" pitchFamily="34" charset="0"/>
              </a:rPr>
              <a:t>1. different people think different things even when given the same scenario</a:t>
            </a:r>
          </a:p>
          <a:p>
            <a:pPr rtl="0" fontAlgn="ctr">
              <a:spcBef>
                <a:spcPts val="0"/>
              </a:spcBef>
              <a:spcAft>
                <a:spcPts val="0"/>
              </a:spcAft>
              <a:buFont typeface="+mj-lt"/>
              <a:buAutoNum type="arabicPeriod" startAt="2"/>
            </a:pPr>
            <a:r>
              <a:rPr lang="en-US" sz="1800" b="0" i="0" dirty="0">
                <a:effectLst/>
                <a:latin typeface="Calibri" panose="020F0502020204030204" pitchFamily="34" charset="0"/>
              </a:rPr>
              <a:t>So much of business is about creativity and thinking out of the box. </a:t>
            </a:r>
          </a:p>
          <a:p>
            <a:pPr rtl="0" fontAlgn="ctr">
              <a:spcBef>
                <a:spcPts val="0"/>
              </a:spcBef>
              <a:spcAft>
                <a:spcPts val="0"/>
              </a:spcAft>
              <a:buFont typeface="+mj-lt"/>
              <a:buNone/>
            </a:pPr>
            <a:r>
              <a:rPr lang="en-US" sz="1800" b="0" i="0" dirty="0">
                <a:effectLst/>
                <a:latin typeface="Calibri" panose="020F0502020204030204" pitchFamily="34" charset="0"/>
              </a:rPr>
              <a:t>3. There isn't always one right answer in business</a:t>
            </a:r>
          </a:p>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9</a:t>
            </a:fld>
            <a:endParaRPr lang="en-US"/>
          </a:p>
        </p:txBody>
      </p:sp>
    </p:spTree>
    <p:extLst>
      <p:ext uri="{BB962C8B-B14F-4D97-AF65-F5344CB8AC3E}">
        <p14:creationId xmlns:p14="http://schemas.microsoft.com/office/powerpoint/2010/main" val="612170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8F4A8-9CDA-73A5-9878-6C0974E6E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C14FE-5D35-9D50-74DE-B78854D9F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A1726-AD44-FCDA-3A26-2C76604FB437}"/>
              </a:ext>
            </a:extLst>
          </p:cNvPr>
          <p:cNvSpPr>
            <a:spLocks noGrp="1"/>
          </p:cNvSpPr>
          <p:nvPr>
            <p:ph type="body" idx="1"/>
          </p:nvPr>
        </p:nvSpPr>
        <p:spPr/>
        <p:txBody>
          <a:bodyPr/>
          <a:lstStyle/>
          <a:p>
            <a:r>
              <a:rPr lang="en-US" dirty="0"/>
              <a:t>Answer: Step off the carousel</a:t>
            </a:r>
          </a:p>
          <a:p>
            <a:endParaRPr lang="en-US" sz="1800" dirty="0">
              <a:effectLst/>
              <a:latin typeface="Calibri" panose="020F0502020204030204" pitchFamily="34" charset="0"/>
            </a:endParaRPr>
          </a:p>
          <a:p>
            <a:r>
              <a:rPr lang="en-US" sz="1800" dirty="0">
                <a:effectLst/>
                <a:latin typeface="Calibri" panose="020F0502020204030204" pitchFamily="34" charset="0"/>
              </a:rPr>
              <a:t>1. different people think different things even when given the same scenario</a:t>
            </a:r>
          </a:p>
          <a:p>
            <a:pPr rtl="0" fontAlgn="ctr">
              <a:spcBef>
                <a:spcPts val="0"/>
              </a:spcBef>
              <a:spcAft>
                <a:spcPts val="0"/>
              </a:spcAft>
              <a:buFont typeface="+mj-lt"/>
              <a:buAutoNum type="arabicPeriod" startAt="2"/>
            </a:pPr>
            <a:r>
              <a:rPr lang="en-US" sz="1800" b="0" i="0" dirty="0">
                <a:effectLst/>
                <a:latin typeface="Calibri" panose="020F0502020204030204" pitchFamily="34" charset="0"/>
              </a:rPr>
              <a:t>So much of business is about creativity and thinking out of the box. </a:t>
            </a:r>
          </a:p>
          <a:p>
            <a:pPr rtl="0" fontAlgn="ctr">
              <a:spcBef>
                <a:spcPts val="0"/>
              </a:spcBef>
              <a:spcAft>
                <a:spcPts val="0"/>
              </a:spcAft>
              <a:buFont typeface="+mj-lt"/>
              <a:buNone/>
            </a:pPr>
            <a:r>
              <a:rPr lang="en-US" sz="1800" b="0" i="0" dirty="0">
                <a:effectLst/>
                <a:latin typeface="Calibri" panose="020F0502020204030204" pitchFamily="34" charset="0"/>
              </a:rPr>
              <a:t>3. There isn't always one right answer in business</a:t>
            </a:r>
          </a:p>
          <a:p>
            <a:endParaRPr lang="en-US" dirty="0"/>
          </a:p>
        </p:txBody>
      </p:sp>
      <p:sp>
        <p:nvSpPr>
          <p:cNvPr id="4" name="Slide Number Placeholder 3">
            <a:extLst>
              <a:ext uri="{FF2B5EF4-FFF2-40B4-BE49-F238E27FC236}">
                <a16:creationId xmlns:a16="http://schemas.microsoft.com/office/drawing/2014/main" id="{2B452D7C-C90E-471E-5735-D90ED7491103}"/>
              </a:ext>
            </a:extLst>
          </p:cNvPr>
          <p:cNvSpPr>
            <a:spLocks noGrp="1"/>
          </p:cNvSpPr>
          <p:nvPr>
            <p:ph type="sldNum" sz="quarter" idx="5"/>
          </p:nvPr>
        </p:nvSpPr>
        <p:spPr/>
        <p:txBody>
          <a:bodyPr/>
          <a:lstStyle/>
          <a:p>
            <a:fld id="{75EC4D74-3CE0-A14E-94A9-E88D6AC0C899}" type="slidenum">
              <a:rPr lang="en-US" smtClean="0"/>
              <a:t>10</a:t>
            </a:fld>
            <a:endParaRPr lang="en-US"/>
          </a:p>
        </p:txBody>
      </p:sp>
    </p:spTree>
    <p:extLst>
      <p:ext uri="{BB962C8B-B14F-4D97-AF65-F5344CB8AC3E}">
        <p14:creationId xmlns:p14="http://schemas.microsoft.com/office/powerpoint/2010/main" val="1202524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23</a:t>
            </a:fld>
            <a:endParaRPr lang="en-US"/>
          </a:p>
        </p:txBody>
      </p:sp>
    </p:spTree>
    <p:extLst>
      <p:ext uri="{BB962C8B-B14F-4D97-AF65-F5344CB8AC3E}">
        <p14:creationId xmlns:p14="http://schemas.microsoft.com/office/powerpoint/2010/main" val="1543713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75EC4D74-3CE0-A14E-94A9-E88D6AC0C89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20195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-employers look at this</a:t>
            </a:r>
          </a:p>
          <a:p>
            <a:r>
              <a:rPr lang="en-US" dirty="0"/>
              <a:t>-future spouses or friends may google you and make an impression of you before they even meet you</a:t>
            </a:r>
          </a:p>
          <a:p>
            <a:r>
              <a:rPr lang="en-US" dirty="0"/>
              <a:t>-stays with you forever</a:t>
            </a:r>
          </a:p>
          <a:p>
            <a:r>
              <a:rPr lang="en-US" dirty="0"/>
              <a:t>-hard to get rid of, stays with you forever</a:t>
            </a:r>
          </a:p>
          <a:p>
            <a:r>
              <a:rPr lang="en-US" dirty="0"/>
              <a:t>-want to hold a public office for the gov?</a:t>
            </a:r>
          </a:p>
          <a:p>
            <a:r>
              <a:rPr lang="en-US" dirty="0"/>
              <a:t>-There are big data algorithms that can connect your anonymous accounts to your real identity (simple searches can do this too—tell story of girl interviewing at Microsoft)</a:t>
            </a:r>
          </a:p>
          <a:p>
            <a:r>
              <a:rPr lang="en-US" dirty="0"/>
              <a:t>-privacy</a:t>
            </a:r>
          </a:p>
          <a:p>
            <a:r>
              <a:rPr lang="en-US" dirty="0"/>
              <a:t>-big data</a:t>
            </a:r>
          </a:p>
          <a:p>
            <a:r>
              <a:rPr lang="en-US" dirty="0"/>
              <a:t>-everything you do online is turned into a way to market to you, sell you things</a:t>
            </a:r>
          </a:p>
          <a:p>
            <a:r>
              <a:rPr lang="en-US" dirty="0"/>
              <a:t>-what can ppl piece together about you? </a:t>
            </a:r>
          </a:p>
          <a:p>
            <a:r>
              <a:rPr lang="en-US" dirty="0"/>
              <a:t>-safety (So excited to be going to India next week! – house vacant for a week/thieves see this)</a:t>
            </a:r>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75EC4D74-3CE0-A14E-94A9-E88D6AC0C89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56174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26</a:t>
            </a:fld>
            <a:endParaRPr lang="en-US"/>
          </a:p>
        </p:txBody>
      </p:sp>
    </p:spTree>
    <p:extLst>
      <p:ext uri="{BB962C8B-B14F-4D97-AF65-F5344CB8AC3E}">
        <p14:creationId xmlns:p14="http://schemas.microsoft.com/office/powerpoint/2010/main" val="37789877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E9E2BFF-0B83-4EEC-B349-6032F0DFE8E4}"/>
              </a:ext>
            </a:extLst>
          </p:cNvPr>
          <p:cNvSpPr/>
          <p:nvPr userDrawn="1"/>
        </p:nvSpPr>
        <p:spPr>
          <a:xfrm rot="10800000">
            <a:off x="0" y="0"/>
            <a:ext cx="9144000" cy="5143500"/>
          </a:xfrm>
          <a:prstGeom prst="rect">
            <a:avLst/>
          </a:prstGeom>
          <a:gradFill flip="none" rotWithShape="1">
            <a:gsLst>
              <a:gs pos="0">
                <a:schemeClr val="bg2">
                  <a:lumMod val="50000"/>
                </a:schemeClr>
              </a:gs>
              <a:gs pos="62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18"/>
          <p:cNvSpPr>
            <a:spLocks noGrp="1"/>
          </p:cNvSpPr>
          <p:nvPr>
            <p:ph type="body" sz="quarter" idx="10" hasCustomPrompt="1"/>
          </p:nvPr>
        </p:nvSpPr>
        <p:spPr>
          <a:xfrm>
            <a:off x="1728216" y="3295142"/>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a:t>Click to edit optional sub-header</a:t>
            </a:r>
            <a:br>
              <a:rPr lang="en-US"/>
            </a:br>
            <a:r>
              <a:rPr lang="en-US"/>
              <a:t>Arial, 12pt, sentence case</a:t>
            </a:r>
          </a:p>
        </p:txBody>
      </p:sp>
      <p:sp>
        <p:nvSpPr>
          <p:cNvPr id="9" name="Title 1"/>
          <p:cNvSpPr>
            <a:spLocks noGrp="1"/>
          </p:cNvSpPr>
          <p:nvPr>
            <p:ph type="title" hasCustomPrompt="1"/>
          </p:nvPr>
        </p:nvSpPr>
        <p:spPr>
          <a:xfrm>
            <a:off x="1728216" y="2230871"/>
            <a:ext cx="5687568" cy="952270"/>
          </a:xfrm>
          <a:prstGeom prst="rect">
            <a:avLst/>
          </a:prstGeom>
        </p:spPr>
        <p:txBody>
          <a:bodyPr anchor="b"/>
          <a:lstStyle>
            <a:lvl1pPr algn="ctr">
              <a:defRPr sz="2000" cap="all" baseline="0">
                <a:solidFill>
                  <a:schemeClr val="bg1"/>
                </a:solidFill>
              </a:defRPr>
            </a:lvl1pPr>
          </a:lstStyle>
          <a:p>
            <a:r>
              <a:rPr lang="en-US" dirty="0"/>
              <a:t>TITLE, ARIAL, 20PT, UPPERCASE</a:t>
            </a:r>
          </a:p>
        </p:txBody>
      </p:sp>
      <p:pic>
        <p:nvPicPr>
          <p:cNvPr id="4" name="Picture 3" descr="A picture containing drawing&#10;&#10;Description automatically generated">
            <a:extLst>
              <a:ext uri="{FF2B5EF4-FFF2-40B4-BE49-F238E27FC236}">
                <a16:creationId xmlns:a16="http://schemas.microsoft.com/office/drawing/2014/main" id="{68CD39B6-2E49-4642-967A-D62CD650C9F5}"/>
              </a:ext>
            </a:extLst>
          </p:cNvPr>
          <p:cNvPicPr>
            <a:picLocks noChangeAspect="1"/>
          </p:cNvPicPr>
          <p:nvPr userDrawn="1"/>
        </p:nvPicPr>
        <p:blipFill>
          <a:blip r:embed="rId2"/>
          <a:stretch>
            <a:fillRect/>
          </a:stretch>
        </p:blipFill>
        <p:spPr>
          <a:xfrm>
            <a:off x="4036022" y="424100"/>
            <a:ext cx="1071956" cy="137484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9970196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40087360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294737960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3" name="Picture 2" descr="A large building&#10;&#10;Description automatically generated">
            <a:extLst>
              <a:ext uri="{FF2B5EF4-FFF2-40B4-BE49-F238E27FC236}">
                <a16:creationId xmlns:a16="http://schemas.microsoft.com/office/drawing/2014/main" id="{0F5107FE-B099-49F5-9A06-956B06276127}"/>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36062824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2" name="Picture 1" descr="A large building&#10;&#10;Description automatically generated">
            <a:extLst>
              <a:ext uri="{FF2B5EF4-FFF2-40B4-BE49-F238E27FC236}">
                <a16:creationId xmlns:a16="http://schemas.microsoft.com/office/drawing/2014/main" id="{E1234ECC-ADCC-46AC-9691-CE80D2E9AC5F}"/>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14527766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bullet list">
    <p:spTree>
      <p:nvGrpSpPr>
        <p:cNvPr id="1" name=""/>
        <p:cNvGrpSpPr/>
        <p:nvPr/>
      </p:nvGrpSpPr>
      <p:grpSpPr>
        <a:xfrm>
          <a:off x="0" y="0"/>
          <a:ext cx="0" cy="0"/>
          <a:chOff x="0" y="0"/>
          <a:chExt cx="0" cy="0"/>
        </a:xfrm>
      </p:grpSpPr>
      <p:cxnSp>
        <p:nvCxnSpPr>
          <p:cNvPr id="13" name="Straight Connector 12"/>
          <p:cNvCxnSpPr/>
          <p:nvPr userDrawn="1"/>
        </p:nvCxnSpPr>
        <p:spPr>
          <a:xfrm>
            <a:off x="2793883" y="8682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2793883" y="10206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userDrawn="1"/>
        </p:nvSpPr>
        <p:spPr>
          <a:xfrm>
            <a:off x="509695" y="2243735"/>
            <a:ext cx="2098939" cy="584775"/>
          </a:xfrm>
          <a:prstGeom prst="rect">
            <a:avLst/>
          </a:prstGeom>
          <a:noFill/>
        </p:spPr>
        <p:txBody>
          <a:bodyPr wrap="square" rtlCol="0">
            <a:spAutoFit/>
          </a:bodyPr>
          <a:lstStyle/>
          <a:p>
            <a:pPr algn="ctr"/>
            <a:r>
              <a:rPr lang="en-US" sz="3200">
                <a:solidFill>
                  <a:srgbClr val="2597CB"/>
                </a:solidFill>
              </a:rPr>
              <a:t>AGENDA</a:t>
            </a:r>
            <a:endParaRPr lang="en-US" sz="3200">
              <a:solidFill>
                <a:srgbClr val="2597CB"/>
              </a:solidFill>
              <a:latin typeface="Arial" panose="020B0604020202020204" pitchFamily="34" charset="0"/>
            </a:endParaRPr>
          </a:p>
        </p:txBody>
      </p:sp>
      <p:sp>
        <p:nvSpPr>
          <p:cNvPr id="5" name="Text Placeholder 4"/>
          <p:cNvSpPr>
            <a:spLocks noGrp="1"/>
          </p:cNvSpPr>
          <p:nvPr>
            <p:ph type="body" sz="quarter" idx="13"/>
          </p:nvPr>
        </p:nvSpPr>
        <p:spPr>
          <a:xfrm>
            <a:off x="3233738" y="1075638"/>
            <a:ext cx="5203825" cy="3162035"/>
          </a:xfrm>
        </p:spPr>
        <p:txBody>
          <a:bodyPr/>
          <a:lstStyle>
            <a:lvl1pPr>
              <a:buClr>
                <a:srgbClr val="2597CB"/>
              </a:buClr>
              <a:defRPr>
                <a:solidFill>
                  <a:srgbClr val="414042"/>
                </a:solidFill>
              </a:defRPr>
            </a:lvl1pPr>
            <a:lvl2pPr>
              <a:buClr>
                <a:srgbClr val="2597CB"/>
              </a:buClr>
              <a:defRPr>
                <a:solidFill>
                  <a:srgbClr val="414042"/>
                </a:solidFill>
              </a:defRPr>
            </a:lvl2pPr>
            <a:lvl3pPr>
              <a:buClr>
                <a:srgbClr val="2597CB"/>
              </a:buClr>
              <a:defRPr>
                <a:solidFill>
                  <a:srgbClr val="414042"/>
                </a:solidFill>
              </a:defRPr>
            </a:lvl3pPr>
            <a:lvl4pPr>
              <a:buClr>
                <a:srgbClr val="2597CB"/>
              </a:buClr>
              <a:defRPr/>
            </a:lvl4pPr>
            <a:lvl5pPr>
              <a:buClr>
                <a:srgbClr val="2597CB"/>
              </a:buClr>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91587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col bullets">
    <p:spTree>
      <p:nvGrpSpPr>
        <p:cNvPr id="1" name=""/>
        <p:cNvGrpSpPr/>
        <p:nvPr/>
      </p:nvGrpSpPr>
      <p:grpSpPr>
        <a:xfrm>
          <a:off x="0" y="0"/>
          <a:ext cx="0" cy="0"/>
          <a:chOff x="0" y="0"/>
          <a:chExt cx="0" cy="0"/>
        </a:xfrm>
      </p:grpSpPr>
      <p:sp>
        <p:nvSpPr>
          <p:cNvPr id="4" name="Text Placeholder 3"/>
          <p:cNvSpPr>
            <a:spLocks noGrp="1"/>
          </p:cNvSpPr>
          <p:nvPr>
            <p:ph type="body" sz="quarter" idx="18" hasCustomPrompt="1"/>
          </p:nvPr>
        </p:nvSpPr>
        <p:spPr>
          <a:xfrm>
            <a:off x="692306" y="865565"/>
            <a:ext cx="7746421"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8" name="Straight Connector 7">
            <a:extLst>
              <a:ext uri="{FF2B5EF4-FFF2-40B4-BE49-F238E27FC236}">
                <a16:creationId xmlns:a16="http://schemas.microsoft.com/office/drawing/2014/main" id="{065853EB-037E-4664-B8C6-47A825981E1A}"/>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0037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 blue subtitle">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692306" y="866121"/>
            <a:ext cx="7765894" cy="237970"/>
          </a:xfrm>
          <a:prstGeom prst="rect">
            <a:avLst/>
          </a:prstGeom>
        </p:spPr>
        <p:txBody>
          <a:bodyPr>
            <a:noAutofit/>
          </a:bodyPr>
          <a:lstStyle>
            <a:lvl1pPr marL="0" indent="0">
              <a:spcBef>
                <a:spcPts val="0"/>
              </a:spcBef>
              <a:buNone/>
              <a:defRPr sz="1600" b="0">
                <a:solidFill>
                  <a:schemeClr val="accent3"/>
                </a:solidFill>
              </a:defRPr>
            </a:lvl1pPr>
          </a:lstStyle>
          <a:p>
            <a:pPr lvl="0"/>
            <a:r>
              <a:rPr lang="en-US" dirty="0"/>
              <a:t>Click to enter subtitle</a:t>
            </a:r>
          </a:p>
        </p:txBody>
      </p:sp>
      <p:sp>
        <p:nvSpPr>
          <p:cNvPr id="9" name="Text Placeholder 3">
            <a:extLst>
              <a:ext uri="{FF2B5EF4-FFF2-40B4-BE49-F238E27FC236}">
                <a16:creationId xmlns:a16="http://schemas.microsoft.com/office/drawing/2014/main" id="{FC134C1F-53DF-43C2-AF4D-EE37600EC2CB}"/>
              </a:ext>
            </a:extLst>
          </p:cNvPr>
          <p:cNvSpPr>
            <a:spLocks noGrp="1"/>
          </p:cNvSpPr>
          <p:nvPr>
            <p:ph type="body" sz="quarter" idx="18" hasCustomPrompt="1"/>
          </p:nvPr>
        </p:nvSpPr>
        <p:spPr>
          <a:xfrm>
            <a:off x="692306" y="1207501"/>
            <a:ext cx="7746421" cy="324522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Select &amp; type to begin bullet list</a:t>
            </a:r>
          </a:p>
          <a:p>
            <a:pPr lvl="1"/>
            <a:r>
              <a:rPr lang="en-US"/>
              <a:t>Second level</a:t>
            </a:r>
          </a:p>
          <a:p>
            <a:pPr lvl="2"/>
            <a:r>
              <a:rPr lang="en-US"/>
              <a:t>Third level</a:t>
            </a:r>
          </a:p>
        </p:txBody>
      </p:sp>
      <p:sp>
        <p:nvSpPr>
          <p:cNvPr id="1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11" name="Straight Connector 10">
            <a:extLst>
              <a:ext uri="{FF2B5EF4-FFF2-40B4-BE49-F238E27FC236}">
                <a16:creationId xmlns:a16="http://schemas.microsoft.com/office/drawing/2014/main" id="{AFDCBBB4-8E3B-4C61-976E-98D52FE44A29}"/>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419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sp>
        <p:nvSpPr>
          <p:cNvPr id="15" name="Text Placeholder 3">
            <a:extLst>
              <a:ext uri="{FF2B5EF4-FFF2-40B4-BE49-F238E27FC236}">
                <a16:creationId xmlns:a16="http://schemas.microsoft.com/office/drawing/2014/main" id="{DAC10F0B-0123-4229-8555-D91EFBF8221C}"/>
              </a:ext>
            </a:extLst>
          </p:cNvPr>
          <p:cNvSpPr>
            <a:spLocks noGrp="1"/>
          </p:cNvSpPr>
          <p:nvPr>
            <p:ph type="body" sz="quarter" idx="18" hasCustomPrompt="1"/>
          </p:nvPr>
        </p:nvSpPr>
        <p:spPr>
          <a:xfrm>
            <a:off x="692307" y="865565"/>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16" name="Text Placeholder 3">
            <a:extLst>
              <a:ext uri="{FF2B5EF4-FFF2-40B4-BE49-F238E27FC236}">
                <a16:creationId xmlns:a16="http://schemas.microsoft.com/office/drawing/2014/main" id="{C0598F9A-D406-4367-9FD6-44DB1EEC8496}"/>
              </a:ext>
            </a:extLst>
          </p:cNvPr>
          <p:cNvSpPr>
            <a:spLocks noGrp="1"/>
          </p:cNvSpPr>
          <p:nvPr>
            <p:ph type="body" sz="quarter" idx="19" hasCustomPrompt="1"/>
          </p:nvPr>
        </p:nvSpPr>
        <p:spPr>
          <a:xfrm>
            <a:off x="4652151" y="857250"/>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Click to edit Master text styles</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70343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384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9144000" cy="51435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p>
        </p:txBody>
      </p:sp>
      <p:sp useBgFill="1">
        <p:nvSpPr>
          <p:cNvPr id="10" name="Rectangle 9"/>
          <p:cNvSpPr/>
          <p:nvPr/>
        </p:nvSpPr>
        <p:spPr>
          <a:xfrm>
            <a:off x="980902" y="950797"/>
            <a:ext cx="7182197" cy="3230963"/>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5851" y="1058711"/>
            <a:ext cx="6972300" cy="3026078"/>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3851910" y="950798"/>
            <a:ext cx="1440180"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3937635" y="950797"/>
            <a:ext cx="1268730" cy="461951"/>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221827" y="1683623"/>
            <a:ext cx="6700347" cy="1827924"/>
          </a:xfrm>
        </p:spPr>
        <p:txBody>
          <a:bodyPr tIns="45720" bIns="45720" anchor="ctr">
            <a:normAutofit/>
          </a:bodyPr>
          <a:lstStyle>
            <a:lvl1pPr algn="ctr">
              <a:lnSpc>
                <a:spcPct val="83000"/>
              </a:lnSpc>
              <a:defRPr lang="en-US" sz="5100" b="0" kern="1200" cap="all" spc="-75"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221826" y="3511547"/>
            <a:ext cx="6702635" cy="342901"/>
          </a:xfrm>
        </p:spPr>
        <p:txBody>
          <a:bodyPr>
            <a:normAutofit/>
          </a:bodyPr>
          <a:lstStyle>
            <a:lvl1pPr marL="0" indent="0" algn="ctr">
              <a:spcBef>
                <a:spcPts val="0"/>
              </a:spcBef>
              <a:buNone/>
              <a:defRPr sz="1350" spc="60" baseline="0">
                <a:solidFill>
                  <a:schemeClr val="tx1">
                    <a:lumMod val="95000"/>
                    <a:lumOff val="5000"/>
                  </a:schemeClr>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20" name="Date Placeholder 19"/>
          <p:cNvSpPr>
            <a:spLocks noGrp="1"/>
          </p:cNvSpPr>
          <p:nvPr>
            <p:ph type="dt" sz="half" idx="10"/>
          </p:nvPr>
        </p:nvSpPr>
        <p:spPr>
          <a:xfrm>
            <a:off x="3989070" y="1005942"/>
            <a:ext cx="1165860" cy="364160"/>
          </a:xfrm>
        </p:spPr>
        <p:txBody>
          <a:bodyPr/>
          <a:lstStyle>
            <a:lvl1pPr algn="ctr">
              <a:defRPr sz="975" spc="0" baseline="0">
                <a:solidFill>
                  <a:srgbClr val="FFFFFF"/>
                </a:solidFill>
                <a:latin typeface="+mn-lt"/>
              </a:defRPr>
            </a:lvl1pPr>
          </a:lstStyle>
          <a:p>
            <a:fld id="{EA0C0817-A112-4847-8014-A94B7D2A4EA3}" type="datetime1">
              <a:rPr lang="en-US" smtClean="0"/>
              <a:t>9/9/2025</a:t>
            </a:fld>
            <a:endParaRPr lang="en-US" dirty="0"/>
          </a:p>
        </p:txBody>
      </p:sp>
      <p:sp>
        <p:nvSpPr>
          <p:cNvPr id="21" name="Footer Placeholder 20"/>
          <p:cNvSpPr>
            <a:spLocks noGrp="1"/>
          </p:cNvSpPr>
          <p:nvPr>
            <p:ph type="ftr" sz="quarter" idx="11"/>
          </p:nvPr>
        </p:nvSpPr>
        <p:spPr>
          <a:xfrm>
            <a:off x="1221826" y="3883056"/>
            <a:ext cx="4297721" cy="17145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6455190" y="3883056"/>
            <a:ext cx="1466985" cy="17145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727979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9/9/2025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0270480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9144000" cy="51435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p>
        </p:txBody>
      </p:sp>
      <p:sp useBgFill="1">
        <p:nvSpPr>
          <p:cNvPr id="23" name="Rectangle 22"/>
          <p:cNvSpPr/>
          <p:nvPr/>
        </p:nvSpPr>
        <p:spPr>
          <a:xfrm>
            <a:off x="980902" y="950797"/>
            <a:ext cx="7182197" cy="3230963"/>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5851" y="1058711"/>
            <a:ext cx="6972300" cy="302607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851910" y="950798"/>
            <a:ext cx="144018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21867" y="1706374"/>
            <a:ext cx="6700266" cy="1805171"/>
          </a:xfrm>
        </p:spPr>
        <p:txBody>
          <a:bodyPr anchor="ctr">
            <a:normAutofit/>
          </a:bodyPr>
          <a:lstStyle>
            <a:lvl1pPr algn="ctr">
              <a:lnSpc>
                <a:spcPct val="83000"/>
              </a:lnSpc>
              <a:defRPr lang="en-US" sz="5100" kern="1200" cap="all" spc="-75"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3937635" y="950797"/>
            <a:ext cx="1268730" cy="461951"/>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221867" y="3511547"/>
            <a:ext cx="6704838" cy="342900"/>
          </a:xfrm>
        </p:spPr>
        <p:txBody>
          <a:bodyPr anchor="t">
            <a:normAutofit/>
          </a:bodyPr>
          <a:lstStyle>
            <a:lvl1pPr marL="0" indent="0" algn="ctr">
              <a:buNone/>
              <a:tabLst>
                <a:tab pos="1975247" algn="l"/>
              </a:tabLst>
              <a:defRPr sz="1350">
                <a:solidFill>
                  <a:schemeClr val="tx1">
                    <a:lumMod val="95000"/>
                    <a:lumOff val="5000"/>
                  </a:schemeClr>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989070" y="1008377"/>
            <a:ext cx="1165860" cy="374086"/>
          </a:xfrm>
        </p:spPr>
        <p:txBody>
          <a:bodyPr/>
          <a:lstStyle>
            <a:lvl1pPr algn="ctr">
              <a:defRPr lang="en-US" sz="975" kern="1200" spc="0" baseline="0">
                <a:solidFill>
                  <a:srgbClr val="FFFFFF"/>
                </a:solidFill>
                <a:latin typeface="+mn-lt"/>
                <a:ea typeface="+mn-ea"/>
                <a:cs typeface="+mn-cs"/>
              </a:defRPr>
            </a:lvl1pPr>
          </a:lstStyle>
          <a:p>
            <a:fld id="{D9C646AA-F36E-4540-911D-FFFC0A0EF24A}" type="datetime1">
              <a:rPr lang="en-US" smtClean="0"/>
              <a:t>9/9/2025</a:t>
            </a:fld>
            <a:endParaRPr lang="en-US" dirty="0"/>
          </a:p>
        </p:txBody>
      </p:sp>
      <p:sp>
        <p:nvSpPr>
          <p:cNvPr id="5" name="Footer Placeholder 4"/>
          <p:cNvSpPr>
            <a:spLocks noGrp="1"/>
          </p:cNvSpPr>
          <p:nvPr>
            <p:ph type="ftr" sz="quarter" idx="11"/>
          </p:nvPr>
        </p:nvSpPr>
        <p:spPr>
          <a:xfrm>
            <a:off x="1221868" y="3883056"/>
            <a:ext cx="4245101" cy="17145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6453379" y="3883056"/>
            <a:ext cx="1468754" cy="17145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52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0100" y="1577340"/>
            <a:ext cx="349758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46320" y="1577340"/>
            <a:ext cx="349758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9/9/2025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4726990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02386" y="1555751"/>
            <a:ext cx="3497580" cy="480060"/>
          </a:xfrm>
        </p:spPr>
        <p:txBody>
          <a:bodyPr anchor="ctr">
            <a:normAutofit/>
          </a:bodyPr>
          <a:lstStyle>
            <a:lvl1pPr marL="0" indent="0" algn="l">
              <a:spcBef>
                <a:spcPts val="0"/>
              </a:spcBef>
              <a:buNone/>
              <a:defRPr sz="1425" b="1" i="0">
                <a:solidFill>
                  <a:schemeClr val="tx1"/>
                </a:solidFill>
                <a:latin typeface="+mn-lt"/>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02386" y="2094354"/>
            <a:ext cx="3497580" cy="2372869"/>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44034" y="1555751"/>
            <a:ext cx="3497580" cy="480060"/>
          </a:xfrm>
        </p:spPr>
        <p:txBody>
          <a:bodyPr anchor="ctr">
            <a:normAutofit/>
          </a:bodyPr>
          <a:lstStyle>
            <a:lvl1pPr marL="0" indent="0" algn="l">
              <a:spcBef>
                <a:spcPts val="0"/>
              </a:spcBef>
              <a:buNone/>
              <a:defRPr sz="1425" b="1">
                <a:solidFill>
                  <a:schemeClr val="tx1"/>
                </a:solidFill>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44034" y="2094354"/>
            <a:ext cx="3497580" cy="2373382"/>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9/9/2025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4327293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9/9/2025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8249023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9/9/2025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444210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6089903" y="178308"/>
            <a:ext cx="2869947" cy="4786884"/>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6190995" y="281178"/>
            <a:ext cx="2667762" cy="4581144"/>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343651" y="455544"/>
            <a:ext cx="2371472" cy="1234440"/>
          </a:xfrm>
        </p:spPr>
        <p:txBody>
          <a:bodyPr anchor="b">
            <a:normAutofit/>
          </a:bodyPr>
          <a:lstStyle>
            <a:lvl1pPr algn="l" defTabSz="685800" rtl="0" eaLnBrk="1" latinLnBrk="0" hangingPunct="1">
              <a:lnSpc>
                <a:spcPct val="100000"/>
              </a:lnSpc>
              <a:spcBef>
                <a:spcPct val="0"/>
              </a:spcBef>
              <a:buNone/>
              <a:defRPr lang="en-US" sz="24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514350" y="457200"/>
            <a:ext cx="5143500" cy="4000500"/>
          </a:xfrm>
        </p:spPr>
        <p:txBody>
          <a:bodyPr/>
          <a:lstStyle>
            <a:lvl1pPr>
              <a:defRPr sz="1425"/>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43651" y="1752600"/>
            <a:ext cx="2371472" cy="2705100"/>
          </a:xfrm>
        </p:spPr>
        <p:txBody>
          <a:bodyPr>
            <a:normAutofit/>
          </a:bodyPr>
          <a:lstStyle>
            <a:lvl1pPr marL="0" indent="0">
              <a:lnSpc>
                <a:spcPct val="110000"/>
              </a:lnSpc>
              <a:spcBef>
                <a:spcPts val="600"/>
              </a:spcBef>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Date Placeholder 7"/>
          <p:cNvSpPr>
            <a:spLocks noGrp="1"/>
          </p:cNvSpPr>
          <p:nvPr>
            <p:ph type="dt" sz="half" idx="10"/>
          </p:nvPr>
        </p:nvSpPr>
        <p:spPr>
          <a:xfrm>
            <a:off x="4191000" y="4526280"/>
            <a:ext cx="1466850" cy="274320"/>
          </a:xfrm>
        </p:spPr>
        <p:txBody>
          <a:bodyPr/>
          <a:lstStyle>
            <a:lvl1pPr>
              <a:defRPr>
                <a:solidFill>
                  <a:schemeClr val="tx1">
                    <a:lumMod val="85000"/>
                    <a:lumOff val="15000"/>
                  </a:schemeClr>
                </a:solidFill>
              </a:defRPr>
            </a:lvl1pPr>
          </a:lstStyle>
          <a:p>
            <a:fld id="{7E8D12A6-918A-48BD-8CB9-CA713993B0EA}" type="datetime1">
              <a:rPr lang="en-US" smtClean="0"/>
              <a:t>9/9/2025</a:t>
            </a:fld>
            <a:endParaRPr lang="en-US" dirty="0"/>
          </a:p>
        </p:txBody>
      </p:sp>
      <p:sp>
        <p:nvSpPr>
          <p:cNvPr id="9" name="Footer Placeholder 8"/>
          <p:cNvSpPr>
            <a:spLocks noGrp="1"/>
          </p:cNvSpPr>
          <p:nvPr>
            <p:ph type="ftr" sz="quarter" idx="11"/>
          </p:nvPr>
        </p:nvSpPr>
        <p:spPr>
          <a:xfrm>
            <a:off x="514351" y="4526280"/>
            <a:ext cx="3438525" cy="27432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7797547" y="4526280"/>
            <a:ext cx="917576" cy="27432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635291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6089903" y="178308"/>
            <a:ext cx="2869947" cy="4786884"/>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71450" y="178308"/>
            <a:ext cx="5772151" cy="4786884"/>
          </a:xfrm>
          <a:solidFill>
            <a:schemeClr val="accent1">
              <a:lumMod val="60000"/>
              <a:lumOff val="40000"/>
            </a:schemeClr>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5" name="Date Placeholder 4"/>
          <p:cNvSpPr>
            <a:spLocks noGrp="1"/>
          </p:cNvSpPr>
          <p:nvPr>
            <p:ph type="dt" sz="half" idx="10"/>
          </p:nvPr>
        </p:nvSpPr>
        <p:spPr>
          <a:xfrm>
            <a:off x="4246753" y="4526280"/>
            <a:ext cx="1553972" cy="27432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9/9/2025</a:t>
            </a:fld>
            <a:endParaRPr lang="en-US" dirty="0"/>
          </a:p>
        </p:txBody>
      </p:sp>
      <p:sp>
        <p:nvSpPr>
          <p:cNvPr id="6" name="Footer Placeholder 5"/>
          <p:cNvSpPr>
            <a:spLocks noGrp="1"/>
          </p:cNvSpPr>
          <p:nvPr>
            <p:ph type="ftr" sz="quarter" idx="11"/>
          </p:nvPr>
        </p:nvSpPr>
        <p:spPr>
          <a:xfrm>
            <a:off x="459486" y="4526280"/>
            <a:ext cx="3441002" cy="274320"/>
          </a:xfrm>
        </p:spPr>
        <p:txBody>
          <a:bodyPr/>
          <a:lstStyle>
            <a:lvl1pPr marL="0" algn="r" defTabSz="685800" rtl="0" eaLnBrk="1" latinLnBrk="0" hangingPunct="1">
              <a:defRPr lang="en-US" sz="75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7797546" y="4526280"/>
            <a:ext cx="918972" cy="27432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6190995" y="281178"/>
            <a:ext cx="2667762" cy="4581144"/>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357937" y="452628"/>
            <a:ext cx="2358581" cy="1234440"/>
          </a:xfrm>
        </p:spPr>
        <p:txBody>
          <a:bodyPr anchor="b">
            <a:noAutofit/>
          </a:bodyPr>
          <a:lstStyle>
            <a:lvl1pPr algn="l">
              <a:lnSpc>
                <a:spcPct val="100000"/>
              </a:lnSpc>
              <a:defRPr sz="24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6357937" y="1789938"/>
            <a:ext cx="2358581" cy="2633472"/>
          </a:xfrm>
        </p:spPr>
        <p:txBody>
          <a:bodyPr>
            <a:normAutofit/>
          </a:bodyPr>
          <a:lstStyle>
            <a:lvl1pPr marL="0" indent="0" algn="l">
              <a:lnSpc>
                <a:spcPct val="110000"/>
              </a:lnSpc>
              <a:spcBef>
                <a:spcPts val="600"/>
              </a:spcBef>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2950288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DFE816-852F-4EC5-8BA8-2C49BCA56D83}"/>
              </a:ext>
            </a:extLst>
          </p:cNvPr>
          <p:cNvSpPr/>
          <p:nvPr userDrawn="1"/>
        </p:nvSpPr>
        <p:spPr>
          <a:xfrm>
            <a:off x="0" y="4827579"/>
            <a:ext cx="9144000" cy="323236"/>
          </a:xfrm>
          <a:prstGeom prst="rect">
            <a:avLst/>
          </a:prstGeom>
          <a:solidFill>
            <a:srgbClr val="DBD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94944" y="164592"/>
            <a:ext cx="7735824" cy="384048"/>
          </a:xfrm>
          <a:prstGeom prst="rect">
            <a:avLst/>
          </a:prstGeom>
        </p:spPr>
        <p:txBody>
          <a:bodyPr vert="horz" lIns="0" tIns="0" rIns="0" bIns="0" rtlCol="0" anchor="ctr">
            <a:noAutofit/>
          </a:bodyPr>
          <a:lstStyle/>
          <a:p>
            <a:r>
              <a:rPr lang="en-US" dirty="0"/>
              <a:t>Click to edit Master title style42</a:t>
            </a:r>
          </a:p>
        </p:txBody>
      </p:sp>
      <p:sp>
        <p:nvSpPr>
          <p:cNvPr id="24" name="Text Placeholder 23"/>
          <p:cNvSpPr>
            <a:spLocks noGrp="1"/>
          </p:cNvSpPr>
          <p:nvPr>
            <p:ph type="body" idx="1"/>
          </p:nvPr>
        </p:nvSpPr>
        <p:spPr>
          <a:xfrm>
            <a:off x="685800" y="865565"/>
            <a:ext cx="7759699" cy="376676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TextBox 5">
            <a:extLst>
              <a:ext uri="{FF2B5EF4-FFF2-40B4-BE49-F238E27FC236}">
                <a16:creationId xmlns:a16="http://schemas.microsoft.com/office/drawing/2014/main" id="{ED650B3E-7DA0-47E4-9748-B24A0208F1CA}"/>
              </a:ext>
            </a:extLst>
          </p:cNvPr>
          <p:cNvSpPr txBox="1"/>
          <p:nvPr userDrawn="1"/>
        </p:nvSpPr>
        <p:spPr>
          <a:xfrm>
            <a:off x="8360163" y="4923587"/>
            <a:ext cx="496793" cy="110639"/>
          </a:xfrm>
          <a:prstGeom prst="rect">
            <a:avLst/>
          </a:prstGeom>
          <a:noFill/>
        </p:spPr>
        <p:txBody>
          <a:bodyPr wrap="square" lIns="0" tIns="0" rIns="0" bIns="0" rtlCol="0">
            <a:spAutoFit/>
          </a:bodyPr>
          <a:lstStyle/>
          <a:p>
            <a:pPr algn="r"/>
            <a:fld id="{198DCDC1-55DC-4367-A313-31C40E88617A}" type="slidenum">
              <a:rPr lang="en-US" sz="700" smtClean="0">
                <a:solidFill>
                  <a:srgbClr val="414042"/>
                </a:solidFill>
              </a:rPr>
              <a:t>‹#›</a:t>
            </a:fld>
            <a:endParaRPr lang="en-US" sz="700" dirty="0">
              <a:solidFill>
                <a:srgbClr val="414042"/>
              </a:solidFill>
            </a:endParaRPr>
          </a:p>
        </p:txBody>
      </p:sp>
      <p:sp>
        <p:nvSpPr>
          <p:cNvPr id="4" name="TextBox 3">
            <a:extLst>
              <a:ext uri="{FF2B5EF4-FFF2-40B4-BE49-F238E27FC236}">
                <a16:creationId xmlns:a16="http://schemas.microsoft.com/office/drawing/2014/main" id="{BCE7DAE6-672D-4E30-B617-4C20C7FB20BD}"/>
              </a:ext>
            </a:extLst>
          </p:cNvPr>
          <p:cNvSpPr txBox="1"/>
          <p:nvPr userDrawn="1"/>
        </p:nvSpPr>
        <p:spPr>
          <a:xfrm>
            <a:off x="194553" y="4260715"/>
            <a:ext cx="184731" cy="276999"/>
          </a:xfrm>
          <a:prstGeom prst="rect">
            <a:avLst/>
          </a:prstGeom>
          <a:noFill/>
        </p:spPr>
        <p:txBody>
          <a:bodyPr wrap="none" rtlCol="0">
            <a:spAutoFit/>
          </a:bodyPr>
          <a:lstStyle/>
          <a:p>
            <a:endParaRPr lang="en-US" sz="1200" dirty="0" err="1">
              <a:latin typeface="Arial" panose="020B0604020202020204" pitchFamily="34" charset="0"/>
            </a:endParaRPr>
          </a:p>
        </p:txBody>
      </p:sp>
      <p:sp>
        <p:nvSpPr>
          <p:cNvPr id="10" name="TextBox 9">
            <a:extLst>
              <a:ext uri="{FF2B5EF4-FFF2-40B4-BE49-F238E27FC236}">
                <a16:creationId xmlns:a16="http://schemas.microsoft.com/office/drawing/2014/main" id="{86686789-9FDA-46BC-9875-217FC8534140}"/>
              </a:ext>
            </a:extLst>
          </p:cNvPr>
          <p:cNvSpPr txBox="1"/>
          <p:nvPr userDrawn="1"/>
        </p:nvSpPr>
        <p:spPr>
          <a:xfrm>
            <a:off x="694944" y="4866086"/>
            <a:ext cx="3384260"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Business &amp; Marketing, Economics, and Digital Marketing</a:t>
            </a:r>
          </a:p>
        </p:txBody>
      </p:sp>
      <p:sp>
        <p:nvSpPr>
          <p:cNvPr id="11" name="TextBox 10">
            <a:extLst>
              <a:ext uri="{FF2B5EF4-FFF2-40B4-BE49-F238E27FC236}">
                <a16:creationId xmlns:a16="http://schemas.microsoft.com/office/drawing/2014/main" id="{AAB75B59-9310-4D12-B8AB-3D539D27C359}"/>
              </a:ext>
            </a:extLst>
          </p:cNvPr>
          <p:cNvSpPr txBox="1"/>
          <p:nvPr userDrawn="1"/>
        </p:nvSpPr>
        <p:spPr>
          <a:xfrm>
            <a:off x="7774169" y="4855795"/>
            <a:ext cx="784189"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2020/2021</a:t>
            </a:r>
          </a:p>
        </p:txBody>
      </p:sp>
      <p:pic>
        <p:nvPicPr>
          <p:cNvPr id="21" name="Picture 20" descr="A picture containing drawing&#10;&#10;Description automatically generated">
            <a:extLst>
              <a:ext uri="{FF2B5EF4-FFF2-40B4-BE49-F238E27FC236}">
                <a16:creationId xmlns:a16="http://schemas.microsoft.com/office/drawing/2014/main" id="{F4D7F0F3-F14F-4231-B370-8C5A4CDF590F}"/>
              </a:ext>
            </a:extLst>
          </p:cNvPr>
          <p:cNvPicPr>
            <a:picLocks noChangeAspect="1"/>
          </p:cNvPicPr>
          <p:nvPr userDrawn="1"/>
        </p:nvPicPr>
        <p:blipFill>
          <a:blip r:embed="rId14"/>
          <a:stretch>
            <a:fillRect/>
          </a:stretch>
        </p:blipFill>
        <p:spPr>
          <a:xfrm>
            <a:off x="130075" y="4500484"/>
            <a:ext cx="416155" cy="53374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85382473"/>
      </p:ext>
    </p:extLst>
  </p:cSld>
  <p:clrMap bg1="lt1" tx1="dk1" bg2="lt2" tx2="dk2" accent1="accent1" accent2="accent2" accent3="accent3" accent4="accent4" accent5="accent5" accent6="accent6" hlink="hlink" folHlink="folHlink"/>
  <p:sldLayoutIdLst>
    <p:sldLayoutId id="2147483831" r:id="rId1"/>
    <p:sldLayoutId id="2147483846" r:id="rId2"/>
    <p:sldLayoutId id="2147483847" r:id="rId3"/>
    <p:sldLayoutId id="2147483844" r:id="rId4"/>
    <p:sldLayoutId id="2147483845" r:id="rId5"/>
    <p:sldLayoutId id="2147483834" r:id="rId6"/>
    <p:sldLayoutId id="2147483836" r:id="rId7"/>
    <p:sldLayoutId id="2147483839" r:id="rId8"/>
    <p:sldLayoutId id="2147483782" r:id="rId9"/>
    <p:sldLayoutId id="2147483848" r:id="rId10"/>
    <p:sldLayoutId id="2147483818" r:id="rId11"/>
  </p:sldLayoutIdLst>
  <p:hf hdr="0" ftr="0" dt="0"/>
  <p:txStyles>
    <p:titleStyle>
      <a:lvl1pPr algn="l" defTabSz="914400" rtl="0" eaLnBrk="1" latinLnBrk="0" hangingPunct="1">
        <a:lnSpc>
          <a:spcPct val="90000"/>
        </a:lnSpc>
        <a:spcBef>
          <a:spcPct val="0"/>
        </a:spcBef>
        <a:buNone/>
        <a:defRPr sz="2000" kern="1200">
          <a:solidFill>
            <a:schemeClr val="bg1"/>
          </a:solidFill>
          <a:latin typeface="Arial" charset="0"/>
          <a:ea typeface="Arial" charset="0"/>
          <a:cs typeface="Arial" charset="0"/>
        </a:defRPr>
      </a:lvl1pPr>
    </p:titleStyle>
    <p:bodyStyle>
      <a:lvl1pPr marL="228600" indent="-228600" algn="l" defTabSz="914400" rtl="0" eaLnBrk="1" latinLnBrk="0" hangingPunct="1">
        <a:lnSpc>
          <a:spcPct val="90000"/>
        </a:lnSpc>
        <a:spcBef>
          <a:spcPts val="1000"/>
        </a:spcBef>
        <a:buClr>
          <a:srgbClr val="2597CB"/>
        </a:buClr>
        <a:buSzPct val="140000"/>
        <a:buFont typeface="Arial"/>
        <a:buChar char="•"/>
        <a:defRPr sz="1600" kern="1200">
          <a:solidFill>
            <a:srgbClr val="414042"/>
          </a:solidFill>
          <a:latin typeface="Arial" charset="0"/>
          <a:ea typeface="Arial" charset="0"/>
          <a:cs typeface="Arial" charset="0"/>
        </a:defRPr>
      </a:lvl1pPr>
      <a:lvl2pPr marL="687388" indent="-234950" algn="l" defTabSz="914400" rtl="0" eaLnBrk="1" latinLnBrk="0" hangingPunct="1">
        <a:lnSpc>
          <a:spcPct val="90000"/>
        </a:lnSpc>
        <a:spcBef>
          <a:spcPts val="500"/>
        </a:spcBef>
        <a:buClr>
          <a:srgbClr val="2597CB"/>
        </a:buClr>
        <a:buFont typeface="Courier New" charset="0"/>
        <a:buChar char="o"/>
        <a:defRPr sz="1400" kern="1200">
          <a:solidFill>
            <a:srgbClr val="414042"/>
          </a:solidFill>
          <a:latin typeface="Arial" charset="0"/>
          <a:ea typeface="Arial" charset="0"/>
          <a:cs typeface="Arial" charset="0"/>
        </a:defRPr>
      </a:lvl2pPr>
      <a:lvl3pPr marL="1141413" indent="-230188" algn="l" defTabSz="914400" rtl="0" eaLnBrk="1" latinLnBrk="0" hangingPunct="1">
        <a:lnSpc>
          <a:spcPct val="90000"/>
        </a:lnSpc>
        <a:spcBef>
          <a:spcPts val="500"/>
        </a:spcBef>
        <a:buClr>
          <a:srgbClr val="2597CB"/>
        </a:buClr>
        <a:buFont typeface="Arial"/>
        <a:buChar char="•"/>
        <a:defRPr sz="1200" kern="1200">
          <a:solidFill>
            <a:srgbClr val="414042"/>
          </a:solidFill>
          <a:latin typeface="Arial" charset="0"/>
          <a:ea typeface="Arial" charset="0"/>
          <a:cs typeface="Arial" charset="0"/>
        </a:defRPr>
      </a:lvl3pPr>
      <a:lvl4pPr marL="1601788" indent="-228600" algn="l" defTabSz="914400" rtl="0" eaLnBrk="1" latinLnBrk="0" hangingPunct="1">
        <a:lnSpc>
          <a:spcPct val="90000"/>
        </a:lnSpc>
        <a:spcBef>
          <a:spcPts val="500"/>
        </a:spcBef>
        <a:buClr>
          <a:srgbClr val="703F85"/>
        </a:buClr>
        <a:buSzPct val="60000"/>
        <a:buFont typeface="Courier New" charset="0"/>
        <a:buChar char="o"/>
        <a:defRPr sz="1100" kern="1200">
          <a:solidFill>
            <a:schemeClr val="tx1"/>
          </a:solidFill>
          <a:latin typeface="Arial" charset="0"/>
          <a:ea typeface="Arial" charset="0"/>
          <a:cs typeface="Arial" charset="0"/>
        </a:defRPr>
      </a:lvl4pPr>
      <a:lvl5pPr marL="2055813" indent="-230188" algn="l" defTabSz="914400" rtl="0" eaLnBrk="1" latinLnBrk="0" hangingPunct="1">
        <a:lnSpc>
          <a:spcPct val="90000"/>
        </a:lnSpc>
        <a:spcBef>
          <a:spcPts val="500"/>
        </a:spcBef>
        <a:buClr>
          <a:srgbClr val="703F85"/>
        </a:buClr>
        <a:buFont typeface="Arial"/>
        <a:buChar char="•"/>
        <a:defRPr sz="11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p15:clr>
            <a:srgbClr val="F26B43"/>
          </p15:clr>
        </p15:guide>
        <p15:guide id="2" pos="5328" userDrawn="1">
          <p15:clr>
            <a:srgbClr val="F26B43"/>
          </p15:clr>
        </p15:guide>
        <p15:guide id="4" orient="horz" pos="540">
          <p15:clr>
            <a:srgbClr val="F26B43"/>
          </p15:clr>
        </p15:guide>
        <p15:guide id="5" orient="horz" pos="3156" userDrawn="1">
          <p15:clr>
            <a:srgbClr val="F26B43"/>
          </p15:clr>
        </p15:guide>
        <p15:guide id="6" pos="2880" userDrawn="1">
          <p15:clr>
            <a:srgbClr val="F26B43"/>
          </p15:clr>
        </p15:guide>
        <p15:guide id="7" orient="horz" pos="171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p>
        </p:txBody>
      </p:sp>
      <p:sp>
        <p:nvSpPr>
          <p:cNvPr id="7" name="Rectangle 6"/>
          <p:cNvSpPr/>
          <p:nvPr/>
        </p:nvSpPr>
        <p:spPr>
          <a:xfrm>
            <a:off x="176022" y="178308"/>
            <a:ext cx="8791956" cy="4786884"/>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278892" y="281178"/>
            <a:ext cx="8586216" cy="4581144"/>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0100" y="1577340"/>
            <a:ext cx="7543800" cy="28872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42596" y="4526280"/>
            <a:ext cx="2169784" cy="274320"/>
          </a:xfrm>
          <a:prstGeom prst="rect">
            <a:avLst/>
          </a:prstGeom>
        </p:spPr>
        <p:txBody>
          <a:bodyPr vert="horz" lIns="91440" tIns="45720" rIns="91440" bIns="45720" rtlCol="0" anchor="b"/>
          <a:lstStyle>
            <a:lvl1pPr algn="r">
              <a:defRPr sz="600">
                <a:solidFill>
                  <a:schemeClr val="tx1">
                    <a:lumMod val="75000"/>
                    <a:lumOff val="25000"/>
                  </a:schemeClr>
                </a:solidFill>
              </a:defRPr>
            </a:lvl1pPr>
          </a:lstStyle>
          <a:p>
            <a:fld id="{F6FA2B21-3FCD-4721-B95C-427943F61125}" type="datetime1">
              <a:rPr lang="en-US" smtClean="0"/>
              <a:t>9/9/2025</a:t>
            </a:fld>
            <a:endParaRPr lang="en-US" dirty="0"/>
          </a:p>
        </p:txBody>
      </p:sp>
      <p:sp>
        <p:nvSpPr>
          <p:cNvPr id="5" name="Footer Placeholder 4"/>
          <p:cNvSpPr>
            <a:spLocks noGrp="1"/>
          </p:cNvSpPr>
          <p:nvPr>
            <p:ph type="ftr" sz="quarter" idx="3"/>
          </p:nvPr>
        </p:nvSpPr>
        <p:spPr>
          <a:xfrm>
            <a:off x="800100" y="4526280"/>
            <a:ext cx="4362450" cy="274320"/>
          </a:xfrm>
          <a:prstGeom prst="rect">
            <a:avLst/>
          </a:prstGeom>
        </p:spPr>
        <p:txBody>
          <a:bodyPr vert="horz" lIns="91440" tIns="45720" rIns="91440" bIns="45720" rtlCol="0" anchor="b"/>
          <a:lstStyle>
            <a:lvl1pPr algn="l">
              <a:defRPr sz="6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7715250" y="4526280"/>
            <a:ext cx="628650" cy="274320"/>
          </a:xfrm>
          <a:prstGeom prst="rect">
            <a:avLst/>
          </a:prstGeom>
        </p:spPr>
        <p:txBody>
          <a:bodyPr vert="horz" lIns="91440" tIns="45720" rIns="91440" bIns="45720" rtlCol="0" anchor="b"/>
          <a:lstStyle>
            <a:lvl1pPr algn="r">
              <a:defRPr sz="6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592579687"/>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Lst>
  <p:hf sldNum="0" hdr="0" ftr="0" dt="0"/>
  <p:txStyles>
    <p:titleStyle>
      <a:lvl1pPr algn="l" defTabSz="685800" rtl="0" eaLnBrk="1" latinLnBrk="0" hangingPunct="1">
        <a:lnSpc>
          <a:spcPct val="90000"/>
        </a:lnSpc>
        <a:spcBef>
          <a:spcPct val="0"/>
        </a:spcBef>
        <a:buNone/>
        <a:defRPr lang="en-US" sz="3000" i="0" kern="1200" cap="none" spc="0" baseline="0" dirty="0">
          <a:solidFill>
            <a:schemeClr val="tx1">
              <a:lumMod val="85000"/>
              <a:lumOff val="15000"/>
            </a:schemeClr>
          </a:solidFill>
          <a:effectLst/>
          <a:latin typeface="+mj-lt"/>
          <a:ea typeface="+mn-ea"/>
          <a:cs typeface="+mn-cs"/>
        </a:defRPr>
      </a:lvl1pPr>
    </p:titleStyle>
    <p:bodyStyle>
      <a:lvl1pPr marL="137160" indent="-137160" algn="l" defTabSz="685800" rtl="0" eaLnBrk="1" latinLnBrk="0" hangingPunct="1">
        <a:lnSpc>
          <a:spcPct val="110000"/>
        </a:lnSpc>
        <a:spcBef>
          <a:spcPts val="675"/>
        </a:spcBef>
        <a:spcAft>
          <a:spcPts val="0"/>
        </a:spcAft>
        <a:buClr>
          <a:schemeClr val="tx1">
            <a:lumMod val="85000"/>
            <a:lumOff val="15000"/>
          </a:schemeClr>
        </a:buClr>
        <a:buFont typeface="Garamond" pitchFamily="18" charset="0"/>
        <a:buChar char="◦"/>
        <a:defRPr sz="1125"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1">
            <a:lumMod val="85000"/>
            <a:lumOff val="15000"/>
          </a:schemeClr>
        </a:buClr>
        <a:buFont typeface="Garamond" pitchFamily="18" charset="0"/>
        <a:buChar char="◦"/>
        <a:defRPr sz="975"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1">
            <a:lumMod val="85000"/>
            <a:lumOff val="15000"/>
          </a:schemeClr>
        </a:buClr>
        <a:buFont typeface="Garamond" pitchFamily="18" charset="0"/>
        <a:buChar char="◦"/>
        <a:defRPr sz="90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1">
            <a:lumMod val="85000"/>
            <a:lumOff val="15000"/>
          </a:schemeClr>
        </a:buClr>
        <a:buFont typeface="Garamond" pitchFamily="18" charset="0"/>
        <a:buChar char="◦"/>
        <a:defRPr sz="90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1">
            <a:lumMod val="85000"/>
            <a:lumOff val="15000"/>
          </a:schemeClr>
        </a:buClr>
        <a:buFont typeface="Garamond" pitchFamily="18" charset="0"/>
        <a:buChar char="◦"/>
        <a:defRPr sz="90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6pPr>
      <a:lvl7pPr marL="1425000" indent="-17145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7pPr>
      <a:lvl8pPr marL="1650000" indent="-17145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8pPr>
      <a:lvl9pPr marL="1875000" indent="-17145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hyperlink" Target="https://tuckdbephemera.org/items/29050"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5.jpg"/><Relationship Id="rId5" Type="http://schemas.openxmlformats.org/officeDocument/2006/relationships/tags" Target="../tags/tag5.xml"/><Relationship Id="rId10"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www.pngall.com/networking-png" TargetMode="Externa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0.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hyperlink" Target="http://www.volkside.com/2009/05/workshop-name-plate-template/" TargetMode="External"/><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commons.wikimedia.org/wiki/File:Hello_my_name_is_sticker.svg" TargetMode="Externa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www.pickpik.com/horse-gallop-run-play-photo-running-151301"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www.pickpik.com/horse-gallop-run-play-photo-running-151301"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www.seankheraj.com/why-do-we-still-print-the-course-syllabus/" TargetMode="External"/><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pexels.com/photo/internship-practice-learning-experience-success-551888/" TargetMode="External"/><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chinesegrandma.com/2017/10/better-peanut-butter-jelly-sandwiches/" TargetMode="External"/><Relationship Id="rId2" Type="http://schemas.openxmlformats.org/officeDocument/2006/relationships/image" Target="../media/image13.jp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www.flickr.com/photos/jeepersmedia/14986237910" TargetMode="External"/><Relationship Id="rId2" Type="http://schemas.openxmlformats.org/officeDocument/2006/relationships/image" Target="../media/image14.jpg"/><Relationship Id="rId1" Type="http://schemas.openxmlformats.org/officeDocument/2006/relationships/slideLayout" Target="../slideLayouts/slideLayout9.xml"/><Relationship Id="rId4" Type="http://schemas.openxmlformats.org/officeDocument/2006/relationships/hyperlink" Target="https://creativecommons.org/licenses/by/3.0/"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slideLayout" Target="../slideLayouts/slideLayout7.xml"/><Relationship Id="rId1" Type="http://schemas.openxmlformats.org/officeDocument/2006/relationships/tags" Target="../tags/tag11.xml"/><Relationship Id="rId6" Type="http://schemas.openxmlformats.org/officeDocument/2006/relationships/hyperlink" Target="https://www.foodista.com/blog/2012/11/01/mcdonalds-mccafe-ground-coffee-available-to-purchase-in-canada" TargetMode="External"/><Relationship Id="rId5" Type="http://schemas.openxmlformats.org/officeDocument/2006/relationships/image" Target="../media/image16.jpg"/><Relationship Id="rId4" Type="http://schemas.openxmlformats.org/officeDocument/2006/relationships/hyperlink" Target="https://mynormas.com/2012/02/05/mowers-for-home-lawns/"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Bellevue_College" TargetMode="External"/><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hyperlink" Target="https://creativecommons.org/licenses/by-nc-sa/3.0/" TargetMode="External"/><Relationship Id="rId4" Type="http://schemas.openxmlformats.org/officeDocument/2006/relationships/hyperlink" Target="http://misslwholebrainteaching.blogspot.com/2013_03_01_archive.html"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people.com/tag/paris-hilton/" TargetMode="External"/><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2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76F389E-DF5C-41EB-9EED-BCA8E7DFEF8A}"/>
              </a:ext>
            </a:extLst>
          </p:cNvPr>
          <p:cNvSpPr>
            <a:spLocks noGrp="1"/>
          </p:cNvSpPr>
          <p:nvPr>
            <p:ph type="body" sz="quarter" idx="10"/>
          </p:nvPr>
        </p:nvSpPr>
        <p:spPr/>
        <p:txBody>
          <a:bodyPr/>
          <a:lstStyle/>
          <a:p>
            <a:r>
              <a:rPr lang="en-US" dirty="0"/>
              <a:t>Mrs. Ryfka Schafer</a:t>
            </a:r>
          </a:p>
        </p:txBody>
      </p:sp>
      <p:sp>
        <p:nvSpPr>
          <p:cNvPr id="4" name="Title 3">
            <a:extLst>
              <a:ext uri="{FF2B5EF4-FFF2-40B4-BE49-F238E27FC236}">
                <a16:creationId xmlns:a16="http://schemas.microsoft.com/office/drawing/2014/main" id="{DABA2A26-3540-40B1-B7BC-7586323523F3}"/>
              </a:ext>
            </a:extLst>
          </p:cNvPr>
          <p:cNvSpPr>
            <a:spLocks noGrp="1"/>
          </p:cNvSpPr>
          <p:nvPr>
            <p:ph type="title"/>
          </p:nvPr>
        </p:nvSpPr>
        <p:spPr/>
        <p:txBody>
          <a:bodyPr/>
          <a:lstStyle/>
          <a:p>
            <a:r>
              <a:rPr lang="en-US" dirty="0"/>
              <a:t>Welcome to Business &amp; Marketing &amp; Economics</a:t>
            </a:r>
          </a:p>
        </p:txBody>
      </p:sp>
    </p:spTree>
    <p:extLst>
      <p:ext uri="{BB962C8B-B14F-4D97-AF65-F5344CB8AC3E}">
        <p14:creationId xmlns:p14="http://schemas.microsoft.com/office/powerpoint/2010/main" val="314979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7A99E-5480-455D-96FA-A1423C8B8C28}"/>
              </a:ext>
            </a:extLst>
          </p:cNvPr>
          <p:cNvSpPr>
            <a:spLocks noGrp="1"/>
          </p:cNvSpPr>
          <p:nvPr>
            <p:ph type="title"/>
          </p:nvPr>
        </p:nvSpPr>
        <p:spPr>
          <a:xfrm>
            <a:off x="6343651" y="593333"/>
            <a:ext cx="2371472" cy="403146"/>
          </a:xfrm>
        </p:spPr>
        <p:txBody>
          <a:bodyPr anchor="b">
            <a:normAutofit fontScale="90000"/>
          </a:bodyPr>
          <a:lstStyle/>
          <a:p>
            <a:r>
              <a:rPr lang="en-US" dirty="0"/>
              <a:t>Mad Tea Party</a:t>
            </a:r>
          </a:p>
        </p:txBody>
      </p:sp>
      <p:pic>
        <p:nvPicPr>
          <p:cNvPr id="6" name="Content Placeholder 5">
            <a:extLst>
              <a:ext uri="{FF2B5EF4-FFF2-40B4-BE49-F238E27FC236}">
                <a16:creationId xmlns:a16="http://schemas.microsoft.com/office/drawing/2014/main" id="{001B207E-96FD-41EE-8E0F-9869382BEFF0}"/>
              </a:ext>
            </a:extLst>
          </p:cNvPr>
          <p:cNvPicPr>
            <a:picLocks noGrp="1" noChangeAspect="1"/>
          </p:cNvPicPr>
          <p:nvPr>
            <p:ph idx="1"/>
          </p:nvPr>
        </p:nvPicPr>
        <p:blipFill rotWithShape="1">
          <a:blip r:embed="rId11">
            <a:extLst>
              <a:ext uri="{837473B0-CC2E-450A-ABE3-18F120FF3D39}">
                <a1611:picAttrSrcUrl xmlns:a1611="http://schemas.microsoft.com/office/drawing/2016/11/main" r:id="rId12"/>
              </a:ext>
            </a:extLst>
          </a:blip>
          <a:srcRect r="2285"/>
          <a:stretch/>
        </p:blipFill>
        <p:spPr>
          <a:xfrm>
            <a:off x="514350" y="457200"/>
            <a:ext cx="5143500" cy="4000500"/>
          </a:xfrm>
          <a:noFill/>
        </p:spPr>
      </p:pic>
      <p:sp>
        <p:nvSpPr>
          <p:cNvPr id="3" name="Content Placeholder 2">
            <a:extLst>
              <a:ext uri="{FF2B5EF4-FFF2-40B4-BE49-F238E27FC236}">
                <a16:creationId xmlns:a16="http://schemas.microsoft.com/office/drawing/2014/main" id="{B680781C-08F6-4C69-BF88-F72B9D04784A}"/>
              </a:ext>
            </a:extLst>
          </p:cNvPr>
          <p:cNvSpPr>
            <a:spLocks noGrp="1"/>
          </p:cNvSpPr>
          <p:nvPr>
            <p:ph type="body" sz="half" idx="2"/>
          </p:nvPr>
        </p:nvSpPr>
        <p:spPr>
          <a:xfrm>
            <a:off x="6343651" y="1074934"/>
            <a:ext cx="2371472" cy="3652463"/>
          </a:xfrm>
        </p:spPr>
        <p:txBody>
          <a:bodyPr>
            <a:normAutofit/>
          </a:bodyPr>
          <a:lstStyle/>
          <a:p>
            <a:pPr marL="171450" indent="-171450">
              <a:lnSpc>
                <a:spcPct val="100000"/>
              </a:lnSpc>
              <a:buFont typeface="+mj-lt"/>
              <a:buAutoNum type="arabicPeriod"/>
            </a:pPr>
            <a:r>
              <a:rPr lang="en-US" sz="1050" dirty="0"/>
              <a:t>Form two concentric circle, with each student facing one other student.  </a:t>
            </a:r>
          </a:p>
          <a:p>
            <a:pPr marL="171450" indent="-171450">
              <a:lnSpc>
                <a:spcPct val="100000"/>
              </a:lnSpc>
              <a:buFont typeface="+mj-lt"/>
              <a:buAutoNum type="arabicPeriod"/>
            </a:pPr>
            <a:r>
              <a:rPr lang="en-US" sz="1050" dirty="0"/>
              <a:t>Begin by greeting each other by name and giving an elbow bump.</a:t>
            </a:r>
          </a:p>
          <a:p>
            <a:pPr marL="171450" indent="-171450">
              <a:lnSpc>
                <a:spcPct val="100000"/>
              </a:lnSpc>
              <a:buFont typeface="+mj-lt"/>
              <a:buAutoNum type="arabicPeriod"/>
            </a:pPr>
            <a:r>
              <a:rPr lang="en-US" sz="1050" dirty="0"/>
              <a:t>Mrs. Schafer reads one question and each pair has 1 minute to share their answers with each other</a:t>
            </a:r>
          </a:p>
          <a:p>
            <a:pPr marL="171450" indent="-171450">
              <a:lnSpc>
                <a:spcPct val="100000"/>
              </a:lnSpc>
              <a:buFont typeface="+mj-lt"/>
              <a:buAutoNum type="arabicPeriod"/>
            </a:pPr>
            <a:r>
              <a:rPr lang="en-US" sz="1050" dirty="0"/>
              <a:t>Mrs. Schafer signals the end of conversation and asks students to thank their partner</a:t>
            </a:r>
          </a:p>
          <a:p>
            <a:pPr marL="171450" indent="-171450">
              <a:lnSpc>
                <a:spcPct val="100000"/>
              </a:lnSpc>
              <a:buFont typeface="+mj-lt"/>
              <a:buAutoNum type="arabicPeriod"/>
            </a:pPr>
            <a:r>
              <a:rPr lang="en-US" sz="1050" dirty="0"/>
              <a:t>Outer circle spins one partner to the left. (Inner circle stays fixed)</a:t>
            </a:r>
          </a:p>
          <a:p>
            <a:pPr marL="171450" indent="-171450">
              <a:lnSpc>
                <a:spcPct val="100000"/>
              </a:lnSpc>
              <a:buFont typeface="+mj-lt"/>
              <a:buAutoNum type="arabicPeriod"/>
            </a:pPr>
            <a:r>
              <a:rPr lang="en-US" sz="1050" dirty="0"/>
              <a:t>Students greet their new partner </a:t>
            </a:r>
          </a:p>
          <a:p>
            <a:pPr marL="171450" indent="-171450">
              <a:lnSpc>
                <a:spcPct val="100000"/>
              </a:lnSpc>
              <a:buFont typeface="+mj-lt"/>
              <a:buAutoNum type="arabicPeriod"/>
            </a:pPr>
            <a:r>
              <a:rPr lang="en-US" sz="1050" dirty="0"/>
              <a:t>Repeat with a new question. </a:t>
            </a:r>
            <a:endParaRPr lang="en-US" sz="825" dirty="0"/>
          </a:p>
        </p:txBody>
      </p:sp>
      <p:grpSp>
        <p:nvGrpSpPr>
          <p:cNvPr id="29" name="SMARTInkShape-Group6">
            <a:extLst>
              <a:ext uri="{FF2B5EF4-FFF2-40B4-BE49-F238E27FC236}">
                <a16:creationId xmlns:a16="http://schemas.microsoft.com/office/drawing/2014/main" id="{FD29325D-09E8-D65E-88A9-BBF7BD9297A5}"/>
              </a:ext>
            </a:extLst>
          </p:cNvPr>
          <p:cNvGrpSpPr/>
          <p:nvPr/>
        </p:nvGrpSpPr>
        <p:grpSpPr>
          <a:xfrm>
            <a:off x="4895850" y="2924175"/>
            <a:ext cx="252414" cy="304801"/>
            <a:chOff x="4895850" y="2924175"/>
            <a:chExt cx="252414" cy="304801"/>
          </a:xfrm>
        </p:grpSpPr>
        <p:sp>
          <p:nvSpPr>
            <p:cNvPr id="27" name="SMARTInkShape-11">
              <a:extLst>
                <a:ext uri="{FF2B5EF4-FFF2-40B4-BE49-F238E27FC236}">
                  <a16:creationId xmlns:a16="http://schemas.microsoft.com/office/drawing/2014/main" id="{08B01733-48E6-D1DE-0C1C-859D51BA283D}"/>
                </a:ext>
              </a:extLst>
            </p:cNvPr>
            <p:cNvSpPr/>
            <p:nvPr>
              <p:custDataLst>
                <p:tags r:id="rId7"/>
              </p:custDataLst>
            </p:nvPr>
          </p:nvSpPr>
          <p:spPr>
            <a:xfrm>
              <a:off x="4895850" y="2924175"/>
              <a:ext cx="7145" cy="1"/>
            </a:xfrm>
            <a:custGeom>
              <a:avLst/>
              <a:gdLst/>
              <a:ahLst/>
              <a:cxnLst/>
              <a:rect l="0" t="0" r="0" b="0"/>
              <a:pathLst>
                <a:path w="7145" h="1">
                  <a:moveTo>
                    <a:pt x="0" y="0"/>
                  </a:moveTo>
                  <a:lnTo>
                    <a:pt x="0" y="0"/>
                  </a:lnTo>
                  <a:lnTo>
                    <a:pt x="7144"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SMARTInkShape-12">
              <a:extLst>
                <a:ext uri="{FF2B5EF4-FFF2-40B4-BE49-F238E27FC236}">
                  <a16:creationId xmlns:a16="http://schemas.microsoft.com/office/drawing/2014/main" id="{37B8A520-1BC6-5671-53DA-5E6321FC2679}"/>
                </a:ext>
              </a:extLst>
            </p:cNvPr>
            <p:cNvSpPr/>
            <p:nvPr>
              <p:custDataLst>
                <p:tags r:id="rId8"/>
              </p:custDataLst>
            </p:nvPr>
          </p:nvSpPr>
          <p:spPr>
            <a:xfrm>
              <a:off x="5010150" y="3214688"/>
              <a:ext cx="138114" cy="14288"/>
            </a:xfrm>
            <a:custGeom>
              <a:avLst/>
              <a:gdLst/>
              <a:ahLst/>
              <a:cxnLst/>
              <a:rect l="0" t="0" r="0" b="0"/>
              <a:pathLst>
                <a:path w="138114" h="14288">
                  <a:moveTo>
                    <a:pt x="0" y="14287"/>
                  </a:moveTo>
                  <a:lnTo>
                    <a:pt x="0" y="14287"/>
                  </a:lnTo>
                  <a:lnTo>
                    <a:pt x="35395" y="11759"/>
                  </a:lnTo>
                  <a:lnTo>
                    <a:pt x="53760" y="9956"/>
                  </a:lnTo>
                  <a:lnTo>
                    <a:pt x="138113"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0" name="SMARTInkShape-13">
            <a:extLst>
              <a:ext uri="{FF2B5EF4-FFF2-40B4-BE49-F238E27FC236}">
                <a16:creationId xmlns:a16="http://schemas.microsoft.com/office/drawing/2014/main" id="{39A3F658-F6B8-61D9-BE5D-D1F999C84F2D}"/>
              </a:ext>
            </a:extLst>
          </p:cNvPr>
          <p:cNvSpPr/>
          <p:nvPr>
            <p:custDataLst>
              <p:tags r:id="rId1"/>
            </p:custDataLst>
          </p:nvPr>
        </p:nvSpPr>
        <p:spPr>
          <a:xfrm>
            <a:off x="4643438" y="3681413"/>
            <a:ext cx="7144" cy="1"/>
          </a:xfrm>
          <a:custGeom>
            <a:avLst/>
            <a:gdLst/>
            <a:ahLst/>
            <a:cxnLst/>
            <a:rect l="0" t="0" r="0" b="0"/>
            <a:pathLst>
              <a:path w="7144" h="1">
                <a:moveTo>
                  <a:pt x="0" y="0"/>
                </a:moveTo>
                <a:lnTo>
                  <a:pt x="0" y="0"/>
                </a:lnTo>
                <a:lnTo>
                  <a:pt x="7143"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33" name="SMARTInkShape-Group8">
            <a:extLst>
              <a:ext uri="{FF2B5EF4-FFF2-40B4-BE49-F238E27FC236}">
                <a16:creationId xmlns:a16="http://schemas.microsoft.com/office/drawing/2014/main" id="{748E8793-2B20-15CE-6874-DFD2B24895DB}"/>
              </a:ext>
            </a:extLst>
          </p:cNvPr>
          <p:cNvGrpSpPr/>
          <p:nvPr/>
        </p:nvGrpSpPr>
        <p:grpSpPr>
          <a:xfrm>
            <a:off x="5081588" y="2762250"/>
            <a:ext cx="202407" cy="33339"/>
            <a:chOff x="5081588" y="2762250"/>
            <a:chExt cx="202407" cy="33339"/>
          </a:xfrm>
        </p:grpSpPr>
        <p:sp>
          <p:nvSpPr>
            <p:cNvPr id="31" name="SMARTInkShape-14">
              <a:extLst>
                <a:ext uri="{FF2B5EF4-FFF2-40B4-BE49-F238E27FC236}">
                  <a16:creationId xmlns:a16="http://schemas.microsoft.com/office/drawing/2014/main" id="{DB16A31D-0A7E-7C27-3B84-8F653D306196}"/>
                </a:ext>
              </a:extLst>
            </p:cNvPr>
            <p:cNvSpPr/>
            <p:nvPr>
              <p:custDataLst>
                <p:tags r:id="rId5"/>
              </p:custDataLst>
            </p:nvPr>
          </p:nvSpPr>
          <p:spPr>
            <a:xfrm>
              <a:off x="5276850" y="2762250"/>
              <a:ext cx="7145" cy="1"/>
            </a:xfrm>
            <a:custGeom>
              <a:avLst/>
              <a:gdLst/>
              <a:ahLst/>
              <a:cxnLst/>
              <a:rect l="0" t="0" r="0" b="0"/>
              <a:pathLst>
                <a:path w="7145" h="1">
                  <a:moveTo>
                    <a:pt x="0" y="0"/>
                  </a:moveTo>
                  <a:lnTo>
                    <a:pt x="0" y="0"/>
                  </a:lnTo>
                  <a:lnTo>
                    <a:pt x="7144"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SMARTInkShape-15">
              <a:extLst>
                <a:ext uri="{FF2B5EF4-FFF2-40B4-BE49-F238E27FC236}">
                  <a16:creationId xmlns:a16="http://schemas.microsoft.com/office/drawing/2014/main" id="{B25E0A25-65D4-2E3D-DD9D-23DC559BFAEE}"/>
                </a:ext>
              </a:extLst>
            </p:cNvPr>
            <p:cNvSpPr/>
            <p:nvPr>
              <p:custDataLst>
                <p:tags r:id="rId6"/>
              </p:custDataLst>
            </p:nvPr>
          </p:nvSpPr>
          <p:spPr>
            <a:xfrm>
              <a:off x="5081588" y="2795588"/>
              <a:ext cx="7144" cy="1"/>
            </a:xfrm>
            <a:custGeom>
              <a:avLst/>
              <a:gdLst/>
              <a:ahLst/>
              <a:cxnLst/>
              <a:rect l="0" t="0" r="0" b="0"/>
              <a:pathLst>
                <a:path w="7144" h="1">
                  <a:moveTo>
                    <a:pt x="0" y="0"/>
                  </a:moveTo>
                  <a:lnTo>
                    <a:pt x="0" y="0"/>
                  </a:lnTo>
                  <a:lnTo>
                    <a:pt x="7143"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7" name="SMARTInkShape-Group9">
            <a:extLst>
              <a:ext uri="{FF2B5EF4-FFF2-40B4-BE49-F238E27FC236}">
                <a16:creationId xmlns:a16="http://schemas.microsoft.com/office/drawing/2014/main" id="{4371B826-6411-82DF-93CC-2B7755490744}"/>
              </a:ext>
            </a:extLst>
          </p:cNvPr>
          <p:cNvGrpSpPr/>
          <p:nvPr/>
        </p:nvGrpSpPr>
        <p:grpSpPr>
          <a:xfrm>
            <a:off x="4500563" y="2657475"/>
            <a:ext cx="242888" cy="100014"/>
            <a:chOff x="4500563" y="2657475"/>
            <a:chExt cx="242888" cy="100014"/>
          </a:xfrm>
        </p:grpSpPr>
        <p:sp>
          <p:nvSpPr>
            <p:cNvPr id="34" name="SMARTInkShape-16">
              <a:extLst>
                <a:ext uri="{FF2B5EF4-FFF2-40B4-BE49-F238E27FC236}">
                  <a16:creationId xmlns:a16="http://schemas.microsoft.com/office/drawing/2014/main" id="{E1742F6B-1C64-5E3C-4F23-99568FE8B1FF}"/>
                </a:ext>
              </a:extLst>
            </p:cNvPr>
            <p:cNvSpPr/>
            <p:nvPr>
              <p:custDataLst>
                <p:tags r:id="rId2"/>
              </p:custDataLst>
            </p:nvPr>
          </p:nvSpPr>
          <p:spPr>
            <a:xfrm>
              <a:off x="4652963" y="2757488"/>
              <a:ext cx="7144" cy="1"/>
            </a:xfrm>
            <a:custGeom>
              <a:avLst/>
              <a:gdLst/>
              <a:ahLst/>
              <a:cxnLst/>
              <a:rect l="0" t="0" r="0" b="0"/>
              <a:pathLst>
                <a:path w="7144" h="1">
                  <a:moveTo>
                    <a:pt x="0" y="0"/>
                  </a:moveTo>
                  <a:lnTo>
                    <a:pt x="0" y="0"/>
                  </a:lnTo>
                  <a:lnTo>
                    <a:pt x="7143"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SMARTInkShape-17">
              <a:extLst>
                <a:ext uri="{FF2B5EF4-FFF2-40B4-BE49-F238E27FC236}">
                  <a16:creationId xmlns:a16="http://schemas.microsoft.com/office/drawing/2014/main" id="{E263A1AD-B253-348F-5427-3184CF5DE32F}"/>
                </a:ext>
              </a:extLst>
            </p:cNvPr>
            <p:cNvSpPr/>
            <p:nvPr>
              <p:custDataLst>
                <p:tags r:id="rId3"/>
              </p:custDataLst>
            </p:nvPr>
          </p:nvSpPr>
          <p:spPr>
            <a:xfrm>
              <a:off x="4714875" y="2714625"/>
              <a:ext cx="28576" cy="4764"/>
            </a:xfrm>
            <a:custGeom>
              <a:avLst/>
              <a:gdLst/>
              <a:ahLst/>
              <a:cxnLst/>
              <a:rect l="0" t="0" r="0" b="0"/>
              <a:pathLst>
                <a:path w="28576" h="4764">
                  <a:moveTo>
                    <a:pt x="0" y="4763"/>
                  </a:moveTo>
                  <a:lnTo>
                    <a:pt x="0" y="4763"/>
                  </a:lnTo>
                  <a:lnTo>
                    <a:pt x="5057" y="2234"/>
                  </a:lnTo>
                  <a:lnTo>
                    <a:pt x="28575"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SMARTInkShape-18">
              <a:extLst>
                <a:ext uri="{FF2B5EF4-FFF2-40B4-BE49-F238E27FC236}">
                  <a16:creationId xmlns:a16="http://schemas.microsoft.com/office/drawing/2014/main" id="{2256D8E5-7E1B-0F95-1D9A-9A4FA4806D87}"/>
                </a:ext>
              </a:extLst>
            </p:cNvPr>
            <p:cNvSpPr/>
            <p:nvPr>
              <p:custDataLst>
                <p:tags r:id="rId4"/>
              </p:custDataLst>
            </p:nvPr>
          </p:nvSpPr>
          <p:spPr>
            <a:xfrm>
              <a:off x="4500563" y="2657475"/>
              <a:ext cx="7144" cy="1"/>
            </a:xfrm>
            <a:custGeom>
              <a:avLst/>
              <a:gdLst/>
              <a:ahLst/>
              <a:cxnLst/>
              <a:rect l="0" t="0" r="0" b="0"/>
              <a:pathLst>
                <a:path w="7144" h="1">
                  <a:moveTo>
                    <a:pt x="0" y="0"/>
                  </a:moveTo>
                  <a:lnTo>
                    <a:pt x="0" y="0"/>
                  </a:lnTo>
                  <a:lnTo>
                    <a:pt x="7143"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542513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8D070-8DE7-4027-97DD-6D20ED4E7E58}"/>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479375F2-E78C-4F42-918C-41532AAA17F9}"/>
              </a:ext>
            </a:extLst>
          </p:cNvPr>
          <p:cNvSpPr>
            <a:spLocks noGrp="1"/>
          </p:cNvSpPr>
          <p:nvPr>
            <p:ph idx="1"/>
          </p:nvPr>
        </p:nvSpPr>
        <p:spPr/>
        <p:txBody>
          <a:bodyPr>
            <a:normAutofit/>
          </a:bodyPr>
          <a:lstStyle/>
          <a:p>
            <a:pPr marL="257175" indent="-257175">
              <a:buFont typeface="+mj-lt"/>
              <a:buAutoNum type="arabicPeriod"/>
            </a:pPr>
            <a:r>
              <a:rPr lang="en-US" dirty="0"/>
              <a:t>What is one thing you did during summer break?</a:t>
            </a:r>
          </a:p>
          <a:p>
            <a:pPr marL="257175" indent="-257175">
              <a:buFont typeface="+mj-lt"/>
              <a:buAutoNum type="arabicPeriod"/>
            </a:pPr>
            <a:r>
              <a:rPr lang="en-US" dirty="0"/>
              <a:t>Where is one place you went during summer break?</a:t>
            </a:r>
          </a:p>
          <a:p>
            <a:pPr marL="257175" indent="-257175">
              <a:buFont typeface="+mj-lt"/>
              <a:buAutoNum type="arabicPeriod"/>
            </a:pPr>
            <a:r>
              <a:rPr lang="en-US" dirty="0"/>
              <a:t>Who is one person you saw during summer break that meant something special to you?</a:t>
            </a:r>
          </a:p>
          <a:p>
            <a:pPr marL="257175" indent="-257175">
              <a:buFont typeface="+mj-lt"/>
              <a:buAutoNum type="arabicPeriod"/>
            </a:pPr>
            <a:r>
              <a:rPr lang="en-US" dirty="0"/>
              <a:t>What is one thing you watched on a screen during break?</a:t>
            </a:r>
          </a:p>
          <a:p>
            <a:pPr marL="257175" indent="-257175">
              <a:buFont typeface="+mj-lt"/>
              <a:buAutoNum type="arabicPeriod"/>
            </a:pPr>
            <a:r>
              <a:rPr lang="en-US" dirty="0"/>
              <a:t>What are you looking forward to doing in this class?</a:t>
            </a:r>
          </a:p>
          <a:p>
            <a:pPr marL="257175" indent="-257175">
              <a:buFont typeface="+mj-lt"/>
              <a:buAutoNum type="arabicPeriod"/>
            </a:pPr>
            <a:r>
              <a:rPr lang="en-US" dirty="0"/>
              <a:t>What is society’s biggest challenge in this day and age?</a:t>
            </a:r>
          </a:p>
          <a:p>
            <a:pPr marL="257175" indent="-257175">
              <a:buFont typeface="+mj-lt"/>
              <a:buAutoNum type="arabicPeriod"/>
            </a:pPr>
            <a:r>
              <a:rPr lang="en-US" dirty="0"/>
              <a:t>What is something businesses could do to help fix this challenge?</a:t>
            </a:r>
          </a:p>
          <a:p>
            <a:pPr marL="257175" indent="-257175">
              <a:buFont typeface="+mj-lt"/>
              <a:buAutoNum type="arabicPeriod"/>
            </a:pPr>
            <a:r>
              <a:rPr lang="en-US" dirty="0"/>
              <a:t>If you made money during break, how did you do it? Job? Internship?</a:t>
            </a:r>
          </a:p>
          <a:p>
            <a:pPr marL="257175" indent="-257175">
              <a:buFont typeface="+mj-lt"/>
              <a:buAutoNum type="arabicPeriod"/>
            </a:pPr>
            <a:r>
              <a:rPr lang="en-US" dirty="0"/>
              <a:t>Which class are you most looking forward to being in this year, besides business of course?</a:t>
            </a:r>
          </a:p>
          <a:p>
            <a:pPr marL="257175" indent="-257175">
              <a:buFont typeface="+mj-lt"/>
              <a:buAutoNum type="arabicPeriod"/>
            </a:pPr>
            <a:r>
              <a:rPr lang="en-US" dirty="0"/>
              <a:t>Dream Big! If you could have one superpower what would it be and why?</a:t>
            </a:r>
          </a:p>
        </p:txBody>
      </p:sp>
    </p:spTree>
    <p:extLst>
      <p:ext uri="{BB962C8B-B14F-4D97-AF65-F5344CB8AC3E}">
        <p14:creationId xmlns:p14="http://schemas.microsoft.com/office/powerpoint/2010/main" val="1066080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0D45F6-156E-47F8-9A97-7B3DD6F5E44C}"/>
              </a:ext>
            </a:extLst>
          </p:cNvPr>
          <p:cNvSpPr>
            <a:spLocks noGrp="1"/>
          </p:cNvSpPr>
          <p:nvPr>
            <p:ph type="body" sz="quarter" idx="18"/>
          </p:nvPr>
        </p:nvSpPr>
        <p:spPr/>
        <p:txBody>
          <a:bodyPr/>
          <a:lstStyle/>
          <a:p>
            <a:r>
              <a:rPr lang="en-US" dirty="0"/>
              <a:t>You’ll be working closely with each other this year/need to know who each other are</a:t>
            </a:r>
          </a:p>
          <a:p>
            <a:pPr lvl="1"/>
            <a:r>
              <a:rPr lang="en-US" dirty="0"/>
              <a:t>Group projects with different people each time</a:t>
            </a:r>
          </a:p>
          <a:p>
            <a:r>
              <a:rPr lang="en-US" dirty="0"/>
              <a:t>Networking, keeping these contacts potentially for the rest of your life</a:t>
            </a:r>
          </a:p>
          <a:p>
            <a:pPr lvl="1"/>
            <a:r>
              <a:rPr lang="en-US" dirty="0"/>
              <a:t>You’re all going places--best way to get a job is through who you know</a:t>
            </a:r>
          </a:p>
          <a:p>
            <a:pPr marL="457200" lvl="1" indent="0">
              <a:buNone/>
            </a:pPr>
            <a:endParaRPr lang="en-US" dirty="0"/>
          </a:p>
        </p:txBody>
      </p:sp>
      <p:sp>
        <p:nvSpPr>
          <p:cNvPr id="3" name="Title 2">
            <a:extLst>
              <a:ext uri="{FF2B5EF4-FFF2-40B4-BE49-F238E27FC236}">
                <a16:creationId xmlns:a16="http://schemas.microsoft.com/office/drawing/2014/main" id="{AA5D5C53-1E1B-4D49-9EFD-06A0DF96FA88}"/>
              </a:ext>
            </a:extLst>
          </p:cNvPr>
          <p:cNvSpPr>
            <a:spLocks noGrp="1"/>
          </p:cNvSpPr>
          <p:nvPr>
            <p:ph type="title"/>
          </p:nvPr>
        </p:nvSpPr>
        <p:spPr/>
        <p:txBody>
          <a:bodyPr/>
          <a:lstStyle/>
          <a:p>
            <a:r>
              <a:rPr lang="en-US" dirty="0"/>
              <a:t>Why do you think we just had the mad hatter tea party?</a:t>
            </a:r>
          </a:p>
        </p:txBody>
      </p:sp>
      <p:pic>
        <p:nvPicPr>
          <p:cNvPr id="5" name="Picture 4" descr="A picture containing indoor, mouse, blue, set&#10;&#10;Description automatically generated">
            <a:extLst>
              <a:ext uri="{FF2B5EF4-FFF2-40B4-BE49-F238E27FC236}">
                <a16:creationId xmlns:a16="http://schemas.microsoft.com/office/drawing/2014/main" id="{0EA4A4FA-120A-426C-AE09-722392DA08B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62000" y="1913885"/>
            <a:ext cx="7620000" cy="3171825"/>
          </a:xfrm>
          <a:prstGeom prst="rect">
            <a:avLst/>
          </a:prstGeom>
        </p:spPr>
      </p:pic>
    </p:spTree>
    <p:extLst>
      <p:ext uri="{BB962C8B-B14F-4D97-AF65-F5344CB8AC3E}">
        <p14:creationId xmlns:p14="http://schemas.microsoft.com/office/powerpoint/2010/main" val="71189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4AADD7-387E-4013-8C84-380563E11459}"/>
              </a:ext>
            </a:extLst>
          </p:cNvPr>
          <p:cNvSpPr>
            <a:spLocks noGrp="1"/>
          </p:cNvSpPr>
          <p:nvPr>
            <p:ph type="body" sz="quarter" idx="13"/>
          </p:nvPr>
        </p:nvSpPr>
        <p:spPr>
          <a:xfrm>
            <a:off x="3125429" y="1213082"/>
            <a:ext cx="5203825" cy="3162035"/>
          </a:xfrm>
        </p:spPr>
        <p:txBody>
          <a:bodyPr/>
          <a:lstStyle/>
          <a:p>
            <a:r>
              <a:rPr lang="en-US" dirty="0"/>
              <a:t>Attendance &amp; Name Preferences &amp; Pronouns</a:t>
            </a:r>
          </a:p>
          <a:p>
            <a:r>
              <a:rPr lang="en-US" dirty="0"/>
              <a:t>Class Admin</a:t>
            </a:r>
          </a:p>
          <a:p>
            <a:r>
              <a:rPr lang="en-US" dirty="0"/>
              <a:t>Sandwich Making</a:t>
            </a:r>
          </a:p>
          <a:p>
            <a:r>
              <a:rPr lang="en-US" dirty="0"/>
              <a:t>Dual Credit</a:t>
            </a:r>
          </a:p>
          <a:p>
            <a:r>
              <a:rPr lang="en-US" dirty="0"/>
              <a:t>Instructor Introduction</a:t>
            </a:r>
          </a:p>
          <a:p>
            <a:r>
              <a:rPr lang="en-US" dirty="0"/>
              <a:t>Syllabus &amp; Grades</a:t>
            </a:r>
          </a:p>
          <a:p>
            <a:r>
              <a:rPr lang="en-US" dirty="0"/>
              <a:t>Expectations</a:t>
            </a:r>
          </a:p>
          <a:p>
            <a:r>
              <a:rPr lang="en-US" dirty="0"/>
              <a:t>Digital Reputation</a:t>
            </a:r>
          </a:p>
          <a:p>
            <a:pPr marL="0" indent="0">
              <a:buNone/>
            </a:pPr>
            <a:endParaRPr lang="en-US" dirty="0"/>
          </a:p>
          <a:p>
            <a:pPr marL="0" indent="0">
              <a:buNone/>
            </a:pPr>
            <a:endParaRPr lang="en-US" dirty="0"/>
          </a:p>
          <a:p>
            <a:endParaRPr lang="en-US" dirty="0"/>
          </a:p>
        </p:txBody>
      </p:sp>
      <p:grpSp>
        <p:nvGrpSpPr>
          <p:cNvPr id="8" name="SMARTInkShape-Group10">
            <a:extLst>
              <a:ext uri="{FF2B5EF4-FFF2-40B4-BE49-F238E27FC236}">
                <a16:creationId xmlns:a16="http://schemas.microsoft.com/office/drawing/2014/main" id="{C1EA9AD3-F461-320A-F35C-2052C993CAAB}"/>
              </a:ext>
            </a:extLst>
          </p:cNvPr>
          <p:cNvGrpSpPr/>
          <p:nvPr/>
        </p:nvGrpSpPr>
        <p:grpSpPr>
          <a:xfrm>
            <a:off x="0" y="3929063"/>
            <a:ext cx="1" cy="85726"/>
            <a:chOff x="0" y="3929063"/>
            <a:chExt cx="1" cy="85726"/>
          </a:xfrm>
        </p:grpSpPr>
        <p:sp>
          <p:nvSpPr>
            <p:cNvPr id="6" name="SMARTInkShape-19">
              <a:extLst>
                <a:ext uri="{FF2B5EF4-FFF2-40B4-BE49-F238E27FC236}">
                  <a16:creationId xmlns:a16="http://schemas.microsoft.com/office/drawing/2014/main" id="{890D0866-3662-4878-06E1-00BDC004FC3B}"/>
                </a:ext>
              </a:extLst>
            </p:cNvPr>
            <p:cNvSpPr/>
            <p:nvPr>
              <p:custDataLst>
                <p:tags r:id="rId1"/>
              </p:custDataLst>
            </p:nvPr>
          </p:nvSpPr>
          <p:spPr>
            <a:xfrm>
              <a:off x="0" y="3929063"/>
              <a:ext cx="1" cy="17859"/>
            </a:xfrm>
            <a:custGeom>
              <a:avLst/>
              <a:gdLst/>
              <a:ahLst/>
              <a:cxnLst/>
              <a:rect l="0" t="0" r="0" b="0"/>
              <a:pathLst>
                <a:path w="1" h="17859">
                  <a:moveTo>
                    <a:pt x="0" y="14287"/>
                  </a:moveTo>
                  <a:lnTo>
                    <a:pt x="0" y="14287"/>
                  </a:lnTo>
                  <a:lnTo>
                    <a:pt x="0" y="17858"/>
                  </a:lnTo>
                  <a:lnTo>
                    <a:pt x="0" y="0"/>
                  </a:lnTo>
                  <a:lnTo>
                    <a:pt x="0" y="3571"/>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SMARTInkShape-20">
              <a:extLst>
                <a:ext uri="{FF2B5EF4-FFF2-40B4-BE49-F238E27FC236}">
                  <a16:creationId xmlns:a16="http://schemas.microsoft.com/office/drawing/2014/main" id="{D237E65E-65DF-C0B9-7C26-61BA0DEDB942}"/>
                </a:ext>
              </a:extLst>
            </p:cNvPr>
            <p:cNvSpPr/>
            <p:nvPr>
              <p:custDataLst>
                <p:tags r:id="rId2"/>
              </p:custDataLst>
            </p:nvPr>
          </p:nvSpPr>
          <p:spPr>
            <a:xfrm>
              <a:off x="0" y="4000500"/>
              <a:ext cx="1" cy="14289"/>
            </a:xfrm>
            <a:custGeom>
              <a:avLst/>
              <a:gdLst/>
              <a:ahLst/>
              <a:cxnLst/>
              <a:rect l="0" t="0" r="0" b="0"/>
              <a:pathLst>
                <a:path w="1" h="14289">
                  <a:moveTo>
                    <a:pt x="0" y="14288"/>
                  </a:moveTo>
                  <a:lnTo>
                    <a:pt x="0" y="14288"/>
                  </a:lnTo>
                  <a:lnTo>
                    <a:pt x="0"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098443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F642C3-0B00-4340-9B3E-52F629D67928}"/>
              </a:ext>
            </a:extLst>
          </p:cNvPr>
          <p:cNvSpPr>
            <a:spLocks noGrp="1"/>
          </p:cNvSpPr>
          <p:nvPr>
            <p:ph type="body" sz="quarter" idx="18"/>
          </p:nvPr>
        </p:nvSpPr>
        <p:spPr/>
        <p:txBody>
          <a:bodyPr/>
          <a:lstStyle/>
          <a:p>
            <a:r>
              <a:rPr lang="en-US" dirty="0"/>
              <a:t>Please take a piece of paper, fold it in half, and write your name on it in marker.</a:t>
            </a:r>
          </a:p>
          <a:p>
            <a:r>
              <a:rPr lang="en-US" dirty="0"/>
              <a:t>Write or draw pictures of three things that you like next to your name</a:t>
            </a:r>
          </a:p>
          <a:p>
            <a:r>
              <a:rPr lang="en-US" dirty="0"/>
              <a:t>You need to use each other’s names when calling on each other in class. We’ll use these for semester 1 and guest speakers. </a:t>
            </a:r>
          </a:p>
        </p:txBody>
      </p:sp>
      <p:sp>
        <p:nvSpPr>
          <p:cNvPr id="3" name="Title 2">
            <a:extLst>
              <a:ext uri="{FF2B5EF4-FFF2-40B4-BE49-F238E27FC236}">
                <a16:creationId xmlns:a16="http://schemas.microsoft.com/office/drawing/2014/main" id="{B1FAA0B7-C8F6-4AD4-8A4F-84C49A590057}"/>
              </a:ext>
            </a:extLst>
          </p:cNvPr>
          <p:cNvSpPr>
            <a:spLocks noGrp="1"/>
          </p:cNvSpPr>
          <p:nvPr>
            <p:ph type="title"/>
          </p:nvPr>
        </p:nvSpPr>
        <p:spPr/>
        <p:txBody>
          <a:bodyPr/>
          <a:lstStyle/>
          <a:p>
            <a:pPr algn="ctr"/>
            <a:r>
              <a:rPr lang="en-US" dirty="0"/>
              <a:t>WELCOME TO BUSINESS CLASS!</a:t>
            </a:r>
          </a:p>
        </p:txBody>
      </p:sp>
      <p:pic>
        <p:nvPicPr>
          <p:cNvPr id="5" name="Picture 4" descr="Arrow&#10;&#10;Description automatically generated">
            <a:extLst>
              <a:ext uri="{FF2B5EF4-FFF2-40B4-BE49-F238E27FC236}">
                <a16:creationId xmlns:a16="http://schemas.microsoft.com/office/drawing/2014/main" id="{185B7093-2237-4F69-99FF-692287DFC19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938666" y="2314101"/>
            <a:ext cx="3266668" cy="2450001"/>
          </a:xfrm>
          <a:prstGeom prst="rect">
            <a:avLst/>
          </a:prstGeom>
        </p:spPr>
      </p:pic>
    </p:spTree>
    <p:extLst>
      <p:ext uri="{BB962C8B-B14F-4D97-AF65-F5344CB8AC3E}">
        <p14:creationId xmlns:p14="http://schemas.microsoft.com/office/powerpoint/2010/main" val="1219927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000D20-7892-355D-E295-AC67E938359B}"/>
              </a:ext>
            </a:extLst>
          </p:cNvPr>
          <p:cNvSpPr>
            <a:spLocks noGrp="1"/>
          </p:cNvSpPr>
          <p:nvPr>
            <p:ph type="body" sz="quarter" idx="18"/>
          </p:nvPr>
        </p:nvSpPr>
        <p:spPr>
          <a:xfrm>
            <a:off x="692307" y="865565"/>
            <a:ext cx="5082852" cy="3554299"/>
          </a:xfrm>
        </p:spPr>
        <p:txBody>
          <a:bodyPr/>
          <a:lstStyle/>
          <a:p>
            <a:r>
              <a:rPr lang="en-US" dirty="0"/>
              <a:t>Grab your name tag and put it on your desk (put it away at the end of the period/leave it in this classroom)</a:t>
            </a:r>
          </a:p>
          <a:p>
            <a:r>
              <a:rPr lang="en-US" dirty="0"/>
              <a:t>Put your cell phone in the pockets</a:t>
            </a:r>
          </a:p>
          <a:p>
            <a:r>
              <a:rPr lang="en-US" dirty="0"/>
              <a:t>I’ll sometimes take attendance via the phone chart, sometimes call out names, sometimes use the seating chart</a:t>
            </a:r>
          </a:p>
          <a:p>
            <a:endParaRPr lang="en-US" dirty="0"/>
          </a:p>
        </p:txBody>
      </p:sp>
      <p:sp>
        <p:nvSpPr>
          <p:cNvPr id="3" name="Title 2">
            <a:extLst>
              <a:ext uri="{FF2B5EF4-FFF2-40B4-BE49-F238E27FC236}">
                <a16:creationId xmlns:a16="http://schemas.microsoft.com/office/drawing/2014/main" id="{81B8BABA-1914-7A9A-457F-A360AE686CB1}"/>
              </a:ext>
            </a:extLst>
          </p:cNvPr>
          <p:cNvSpPr>
            <a:spLocks noGrp="1"/>
          </p:cNvSpPr>
          <p:nvPr>
            <p:ph type="title"/>
          </p:nvPr>
        </p:nvSpPr>
        <p:spPr/>
        <p:txBody>
          <a:bodyPr/>
          <a:lstStyle/>
          <a:p>
            <a:r>
              <a:rPr lang="en-US" dirty="0"/>
              <a:t>When you get into class each day…</a:t>
            </a:r>
          </a:p>
        </p:txBody>
      </p:sp>
      <p:pic>
        <p:nvPicPr>
          <p:cNvPr id="1026" name="Picture 2" descr="MISSLO Classroom Cell Phone Calculator Holder Numbered 30 Pockets Chart  Hanging Wall Door Storage Organizer (Blue)">
            <a:extLst>
              <a:ext uri="{FF2B5EF4-FFF2-40B4-BE49-F238E27FC236}">
                <a16:creationId xmlns:a16="http://schemas.microsoft.com/office/drawing/2014/main" id="{BECBB796-F3D2-F36B-1668-026F7187AB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6161" y="865564"/>
            <a:ext cx="2553295" cy="3916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352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2AAF65-7963-4A2D-7AB6-9DC8359D45AA}"/>
              </a:ext>
            </a:extLst>
          </p:cNvPr>
          <p:cNvSpPr>
            <a:spLocks noGrp="1"/>
          </p:cNvSpPr>
          <p:nvPr>
            <p:ph type="body" sz="quarter" idx="18"/>
          </p:nvPr>
        </p:nvSpPr>
        <p:spPr/>
        <p:txBody>
          <a:bodyPr/>
          <a:lstStyle/>
          <a:p>
            <a:r>
              <a:rPr lang="en-US" dirty="0"/>
              <a:t>What do you want to be called</a:t>
            </a:r>
          </a:p>
          <a:p>
            <a:r>
              <a:rPr lang="en-US" dirty="0"/>
              <a:t>How to pronounce your name</a:t>
            </a:r>
          </a:p>
          <a:p>
            <a:r>
              <a:rPr lang="en-US" dirty="0"/>
              <a:t>(Optional) she/he/they pronoun if you want to tell us</a:t>
            </a:r>
          </a:p>
        </p:txBody>
      </p:sp>
      <p:sp>
        <p:nvSpPr>
          <p:cNvPr id="3" name="Title 2">
            <a:extLst>
              <a:ext uri="{FF2B5EF4-FFF2-40B4-BE49-F238E27FC236}">
                <a16:creationId xmlns:a16="http://schemas.microsoft.com/office/drawing/2014/main" id="{90E57969-1CC5-2DFC-8CE1-4B4F93C20582}"/>
              </a:ext>
            </a:extLst>
          </p:cNvPr>
          <p:cNvSpPr>
            <a:spLocks noGrp="1"/>
          </p:cNvSpPr>
          <p:nvPr>
            <p:ph type="title"/>
          </p:nvPr>
        </p:nvSpPr>
        <p:spPr/>
        <p:txBody>
          <a:bodyPr/>
          <a:lstStyle/>
          <a:p>
            <a:r>
              <a:rPr lang="en-US" dirty="0"/>
              <a:t>Names</a:t>
            </a:r>
          </a:p>
        </p:txBody>
      </p:sp>
      <p:pic>
        <p:nvPicPr>
          <p:cNvPr id="8" name="Picture 7" descr="A picture containing text, font, screenshot, graphics&#10;&#10;Description automatically generated">
            <a:extLst>
              <a:ext uri="{FF2B5EF4-FFF2-40B4-BE49-F238E27FC236}">
                <a16:creationId xmlns:a16="http://schemas.microsoft.com/office/drawing/2014/main" id="{15A92DCA-B55F-DEAF-2DD7-FADC06A838E7}"/>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656965" y="1858292"/>
            <a:ext cx="3961781" cy="2832054"/>
          </a:xfrm>
          <a:prstGeom prst="rect">
            <a:avLst/>
          </a:prstGeom>
        </p:spPr>
      </p:pic>
    </p:spTree>
    <p:extLst>
      <p:ext uri="{BB962C8B-B14F-4D97-AF65-F5344CB8AC3E}">
        <p14:creationId xmlns:p14="http://schemas.microsoft.com/office/powerpoint/2010/main" val="3115023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A6C5139-9569-47E0-A4CB-D1E2703A7787}"/>
              </a:ext>
            </a:extLst>
          </p:cNvPr>
          <p:cNvSpPr>
            <a:spLocks noGrp="1"/>
          </p:cNvSpPr>
          <p:nvPr>
            <p:ph type="body" sz="quarter" idx="18"/>
          </p:nvPr>
        </p:nvSpPr>
        <p:spPr>
          <a:xfrm>
            <a:off x="692306" y="861951"/>
            <a:ext cx="4753039" cy="2366559"/>
          </a:xfrm>
          <a:solidFill>
            <a:schemeClr val="tx2">
              <a:lumMod val="20000"/>
              <a:lumOff val="80000"/>
              <a:alpha val="88000"/>
            </a:schemeClr>
          </a:solidFill>
        </p:spPr>
        <p:txBody>
          <a:bodyPr/>
          <a:lstStyle/>
          <a:p>
            <a:pPr marL="0" indent="0">
              <a:buNone/>
            </a:pPr>
            <a:r>
              <a:rPr lang="en-US" dirty="0"/>
              <a:t>You are on a Horse that is running at a high speed.</a:t>
            </a:r>
          </a:p>
          <a:p>
            <a:pPr marL="0" indent="0">
              <a:buNone/>
            </a:pPr>
            <a:r>
              <a:rPr lang="en-US" dirty="0"/>
              <a:t>To the right of you is a steep drop-off.</a:t>
            </a:r>
          </a:p>
          <a:p>
            <a:pPr marL="0" indent="0">
              <a:buNone/>
            </a:pPr>
            <a:r>
              <a:rPr lang="en-US" dirty="0"/>
              <a:t>In front of you is a Kangaroo that is also running at a very high speed.</a:t>
            </a:r>
          </a:p>
          <a:p>
            <a:pPr marL="0" indent="0">
              <a:buNone/>
            </a:pPr>
            <a:r>
              <a:rPr lang="en-US" dirty="0"/>
              <a:t>To the left of you is a very large, glaring Elephant that is jogging--but seems to be keeping up with you.</a:t>
            </a:r>
          </a:p>
          <a:p>
            <a:pPr marL="0" indent="0">
              <a:buNone/>
            </a:pPr>
            <a:r>
              <a:rPr lang="en-US" dirty="0"/>
              <a:t>Behind you is a roaring Lion that may or may not be catching up to you. </a:t>
            </a:r>
          </a:p>
          <a:p>
            <a:pPr marL="0" indent="0" algn="ctr">
              <a:buNone/>
            </a:pPr>
            <a:endParaRPr lang="en-US" dirty="0"/>
          </a:p>
          <a:p>
            <a:pPr marL="0" indent="0">
              <a:buNone/>
            </a:pPr>
            <a:endParaRPr lang="en-US" dirty="0"/>
          </a:p>
        </p:txBody>
      </p:sp>
      <p:sp>
        <p:nvSpPr>
          <p:cNvPr id="4" name="Title 3">
            <a:extLst>
              <a:ext uri="{FF2B5EF4-FFF2-40B4-BE49-F238E27FC236}">
                <a16:creationId xmlns:a16="http://schemas.microsoft.com/office/drawing/2014/main" id="{6576C8A0-8BA9-415B-9D91-CDC82DF1E7DF}"/>
              </a:ext>
            </a:extLst>
          </p:cNvPr>
          <p:cNvSpPr>
            <a:spLocks noGrp="1"/>
          </p:cNvSpPr>
          <p:nvPr>
            <p:ph type="title"/>
          </p:nvPr>
        </p:nvSpPr>
        <p:spPr/>
        <p:txBody>
          <a:bodyPr/>
          <a:lstStyle/>
          <a:p>
            <a:r>
              <a:rPr lang="en-US" sz="2800" dirty="0"/>
              <a:t>Riddle</a:t>
            </a:r>
          </a:p>
        </p:txBody>
      </p:sp>
      <p:pic>
        <p:nvPicPr>
          <p:cNvPr id="3" name="Picture 2" descr="A horse running in a grassy field&#10;&#10;Description automatically generated">
            <a:extLst>
              <a:ext uri="{FF2B5EF4-FFF2-40B4-BE49-F238E27FC236}">
                <a16:creationId xmlns:a16="http://schemas.microsoft.com/office/drawing/2014/main" id="{D4F8D672-19AC-4606-9DB6-BB3CA05EA0E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445345" y="865565"/>
            <a:ext cx="3336848" cy="2366559"/>
          </a:xfrm>
          <a:prstGeom prst="rect">
            <a:avLst/>
          </a:prstGeom>
        </p:spPr>
      </p:pic>
      <p:sp>
        <p:nvSpPr>
          <p:cNvPr id="6" name="TextBox 5">
            <a:extLst>
              <a:ext uri="{FF2B5EF4-FFF2-40B4-BE49-F238E27FC236}">
                <a16:creationId xmlns:a16="http://schemas.microsoft.com/office/drawing/2014/main" id="{36D3A125-FB76-4458-BAEF-C2C8A466F8C3}"/>
              </a:ext>
            </a:extLst>
          </p:cNvPr>
          <p:cNvSpPr txBox="1"/>
          <p:nvPr/>
        </p:nvSpPr>
        <p:spPr>
          <a:xfrm>
            <a:off x="692306" y="3631604"/>
            <a:ext cx="8089887" cy="646331"/>
          </a:xfrm>
          <a:prstGeom prst="rect">
            <a:avLst/>
          </a:prstGeom>
          <a:noFill/>
        </p:spPr>
        <p:txBody>
          <a:bodyPr wrap="square" rtlCol="0">
            <a:spAutoFit/>
          </a:bodyPr>
          <a:lstStyle/>
          <a:p>
            <a:pPr algn="ctr"/>
            <a:r>
              <a:rPr lang="en-US" sz="1800" b="1" dirty="0">
                <a:latin typeface="Arial" panose="020B0604020202020204" pitchFamily="34" charset="0"/>
              </a:rPr>
              <a:t>How do you get out of this dire situation?</a:t>
            </a:r>
          </a:p>
          <a:p>
            <a:pPr algn="ctr"/>
            <a:r>
              <a:rPr lang="en-US" sz="1800" b="1" dirty="0">
                <a:latin typeface="Arial" panose="020B0604020202020204" pitchFamily="34" charset="0"/>
              </a:rPr>
              <a:t>Write your answer on a post-it note. Sign your name.</a:t>
            </a:r>
            <a:endParaRPr lang="en-US" sz="1200" dirty="0">
              <a:latin typeface="Arial" panose="020B0604020202020204" pitchFamily="34" charset="0"/>
            </a:endParaRPr>
          </a:p>
        </p:txBody>
      </p:sp>
    </p:spTree>
    <p:extLst>
      <p:ext uri="{BB962C8B-B14F-4D97-AF65-F5344CB8AC3E}">
        <p14:creationId xmlns:p14="http://schemas.microsoft.com/office/powerpoint/2010/main" val="1901023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45DD7-D7BC-3D49-B159-00C3762DAD74}"/>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1B021C8-0AFC-273E-2A0B-40FFE1CB9D1C}"/>
              </a:ext>
            </a:extLst>
          </p:cNvPr>
          <p:cNvSpPr>
            <a:spLocks noGrp="1"/>
          </p:cNvSpPr>
          <p:nvPr>
            <p:ph type="body" sz="quarter" idx="18"/>
          </p:nvPr>
        </p:nvSpPr>
        <p:spPr>
          <a:xfrm>
            <a:off x="692306" y="861951"/>
            <a:ext cx="4753039" cy="3515739"/>
          </a:xfrm>
          <a:solidFill>
            <a:schemeClr val="tx2">
              <a:lumMod val="20000"/>
              <a:lumOff val="80000"/>
              <a:alpha val="88000"/>
            </a:schemeClr>
          </a:solidFill>
        </p:spPr>
        <p:txBody>
          <a:bodyPr/>
          <a:lstStyle/>
          <a:p>
            <a:pPr marL="342900" indent="-342900">
              <a:buAutoNum type="arabicPeriod"/>
            </a:pPr>
            <a:r>
              <a:rPr lang="en-US" sz="2800" dirty="0">
                <a:latin typeface="Calibri" panose="020F0502020204030204" pitchFamily="34" charset="0"/>
              </a:rPr>
              <a:t>Different people think different things, even when given the same scenario</a:t>
            </a:r>
          </a:p>
          <a:p>
            <a:pPr marL="342900" indent="-342900">
              <a:buAutoNum type="arabicPeriod"/>
            </a:pPr>
            <a:r>
              <a:rPr lang="en-US" sz="2800" dirty="0">
                <a:latin typeface="Calibri" panose="020F0502020204030204" pitchFamily="34" charset="0"/>
              </a:rPr>
              <a:t>So much of business is about creativity and thinking out of the box. </a:t>
            </a:r>
          </a:p>
          <a:p>
            <a:pPr marL="342900" indent="-342900">
              <a:buAutoNum type="arabicPeriod"/>
            </a:pPr>
            <a:r>
              <a:rPr lang="en-US" sz="2800" dirty="0">
                <a:latin typeface="Calibri" panose="020F0502020204030204" pitchFamily="34" charset="0"/>
              </a:rPr>
              <a:t>There isn't always one right answer in business</a:t>
            </a:r>
          </a:p>
        </p:txBody>
      </p:sp>
      <p:sp>
        <p:nvSpPr>
          <p:cNvPr id="4" name="Title 3">
            <a:extLst>
              <a:ext uri="{FF2B5EF4-FFF2-40B4-BE49-F238E27FC236}">
                <a16:creationId xmlns:a16="http://schemas.microsoft.com/office/drawing/2014/main" id="{40DEBD92-4AF9-8D3C-E676-2F261B1B8610}"/>
              </a:ext>
            </a:extLst>
          </p:cNvPr>
          <p:cNvSpPr>
            <a:spLocks noGrp="1"/>
          </p:cNvSpPr>
          <p:nvPr>
            <p:ph type="title"/>
          </p:nvPr>
        </p:nvSpPr>
        <p:spPr/>
        <p:txBody>
          <a:bodyPr/>
          <a:lstStyle/>
          <a:p>
            <a:r>
              <a:rPr lang="en-US" sz="2800" dirty="0"/>
              <a:t>What does this riddle showcase?</a:t>
            </a:r>
          </a:p>
        </p:txBody>
      </p:sp>
      <p:pic>
        <p:nvPicPr>
          <p:cNvPr id="3" name="Picture 2" descr="A horse running in a grassy field&#10;&#10;Description automatically generated">
            <a:extLst>
              <a:ext uri="{FF2B5EF4-FFF2-40B4-BE49-F238E27FC236}">
                <a16:creationId xmlns:a16="http://schemas.microsoft.com/office/drawing/2014/main" id="{D137E078-DC8D-BA3F-C146-9276E5D4F7F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445345" y="865565"/>
            <a:ext cx="3336848" cy="2366559"/>
          </a:xfrm>
          <a:prstGeom prst="rect">
            <a:avLst/>
          </a:prstGeom>
        </p:spPr>
      </p:pic>
    </p:spTree>
    <p:extLst>
      <p:ext uri="{BB962C8B-B14F-4D97-AF65-F5344CB8AC3E}">
        <p14:creationId xmlns:p14="http://schemas.microsoft.com/office/powerpoint/2010/main" val="2414304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A8119A-8482-40C6-A927-9BF64708D070}"/>
              </a:ext>
            </a:extLst>
          </p:cNvPr>
          <p:cNvSpPr>
            <a:spLocks noGrp="1"/>
          </p:cNvSpPr>
          <p:nvPr>
            <p:ph type="body" sz="quarter" idx="18"/>
          </p:nvPr>
        </p:nvSpPr>
        <p:spPr/>
        <p:txBody>
          <a:bodyPr/>
          <a:lstStyle/>
          <a:p>
            <a:r>
              <a:rPr lang="en-US" sz="1400" dirty="0"/>
              <a:t>Cell phones in phone chart, other electronic rules (laptops, headphones away)</a:t>
            </a:r>
          </a:p>
          <a:p>
            <a:r>
              <a:rPr lang="en-US" sz="1400" dirty="0"/>
              <a:t>Name tags for semester 1</a:t>
            </a:r>
          </a:p>
          <a:p>
            <a:r>
              <a:rPr lang="en-US" sz="1400" dirty="0"/>
              <a:t>Treat like a college class as much as I can, taking a lot of ideas from graduate school classes</a:t>
            </a:r>
          </a:p>
          <a:p>
            <a:r>
              <a:rPr lang="en-US" sz="1400" dirty="0"/>
              <a:t>Use of laptops sometimes, so bring them charged and ready to use </a:t>
            </a:r>
          </a:p>
          <a:p>
            <a:r>
              <a:rPr lang="en-US" sz="1400" dirty="0"/>
              <a:t>Can use written notebook to take notes/not electronic, can use your handwritten notes on all exams</a:t>
            </a:r>
          </a:p>
          <a:p>
            <a:r>
              <a:rPr lang="en-US" sz="1400" dirty="0"/>
              <a:t>Exams are different in this class</a:t>
            </a:r>
          </a:p>
          <a:p>
            <a:r>
              <a:rPr lang="en-US" sz="1400" dirty="0"/>
              <a:t>Restroom </a:t>
            </a:r>
            <a:r>
              <a:rPr lang="en-US" sz="1400" strike="sngStrike" dirty="0"/>
              <a:t>requests</a:t>
            </a:r>
          </a:p>
          <a:p>
            <a:r>
              <a:rPr lang="en-US" sz="1400" dirty="0"/>
              <a:t>Student/teacher communication</a:t>
            </a:r>
          </a:p>
          <a:p>
            <a:pPr lvl="1"/>
            <a:r>
              <a:rPr lang="en-US" sz="1200" dirty="0"/>
              <a:t>Students advocating for themselves</a:t>
            </a:r>
          </a:p>
          <a:p>
            <a:pPr lvl="1"/>
            <a:r>
              <a:rPr lang="en-US" sz="1200" dirty="0"/>
              <a:t>Office hours after school Mon-Thurs and by appointment (real-world style)</a:t>
            </a:r>
          </a:p>
        </p:txBody>
      </p:sp>
      <p:sp>
        <p:nvSpPr>
          <p:cNvPr id="3" name="Title 2">
            <a:extLst>
              <a:ext uri="{FF2B5EF4-FFF2-40B4-BE49-F238E27FC236}">
                <a16:creationId xmlns:a16="http://schemas.microsoft.com/office/drawing/2014/main" id="{AF6D2936-859C-424C-AE26-143C5E566DB0}"/>
              </a:ext>
            </a:extLst>
          </p:cNvPr>
          <p:cNvSpPr>
            <a:spLocks noGrp="1"/>
          </p:cNvSpPr>
          <p:nvPr>
            <p:ph type="title"/>
          </p:nvPr>
        </p:nvSpPr>
        <p:spPr/>
        <p:txBody>
          <a:bodyPr/>
          <a:lstStyle/>
          <a:p>
            <a:r>
              <a:rPr lang="en-US" dirty="0"/>
              <a:t>Class Admin</a:t>
            </a:r>
          </a:p>
        </p:txBody>
      </p:sp>
    </p:spTree>
    <p:extLst>
      <p:ext uri="{BB962C8B-B14F-4D97-AF65-F5344CB8AC3E}">
        <p14:creationId xmlns:p14="http://schemas.microsoft.com/office/powerpoint/2010/main" val="3733809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F00CBBC-945C-4FC9-A647-B6E670AB01FF}"/>
              </a:ext>
            </a:extLst>
          </p:cNvPr>
          <p:cNvSpPr>
            <a:spLocks noGrp="1"/>
          </p:cNvSpPr>
          <p:nvPr>
            <p:ph type="body" sz="quarter" idx="18"/>
          </p:nvPr>
        </p:nvSpPr>
        <p:spPr>
          <a:xfrm>
            <a:off x="692305" y="900292"/>
            <a:ext cx="7797520" cy="3245229"/>
          </a:xfrm>
        </p:spPr>
        <p:txBody>
          <a:bodyPr/>
          <a:lstStyle/>
          <a:p>
            <a:r>
              <a:rPr lang="en-US" dirty="0"/>
              <a:t>Let’s look at it together</a:t>
            </a:r>
          </a:p>
          <a:p>
            <a:pPr lvl="1"/>
            <a:r>
              <a:rPr lang="en-US" dirty="0"/>
              <a:t>Where will you find my </a:t>
            </a:r>
            <a:r>
              <a:rPr lang="en-US" dirty="0" err="1"/>
              <a:t>powerpoints</a:t>
            </a:r>
            <a:endParaRPr lang="en-US" dirty="0"/>
          </a:p>
          <a:p>
            <a:pPr lvl="1"/>
            <a:r>
              <a:rPr lang="en-US" dirty="0"/>
              <a:t>Assignments</a:t>
            </a:r>
          </a:p>
          <a:p>
            <a:pPr lvl="1"/>
            <a:r>
              <a:rPr lang="en-US" dirty="0"/>
              <a:t>Announcements</a:t>
            </a:r>
          </a:p>
          <a:p>
            <a:pPr lvl="1"/>
            <a:r>
              <a:rPr lang="en-US" dirty="0"/>
              <a:t>Office Hours/Contact me</a:t>
            </a:r>
          </a:p>
          <a:p>
            <a:pPr lvl="1"/>
            <a:r>
              <a:rPr lang="en-US"/>
              <a:t>Syllabus</a:t>
            </a:r>
          </a:p>
          <a:p>
            <a:endParaRPr lang="en-US" dirty="0"/>
          </a:p>
          <a:p>
            <a:pPr lvl="1"/>
            <a:endParaRPr lang="en-US" dirty="0"/>
          </a:p>
        </p:txBody>
      </p:sp>
      <p:sp>
        <p:nvSpPr>
          <p:cNvPr id="4" name="Title 3">
            <a:extLst>
              <a:ext uri="{FF2B5EF4-FFF2-40B4-BE49-F238E27FC236}">
                <a16:creationId xmlns:a16="http://schemas.microsoft.com/office/drawing/2014/main" id="{CA81D6E6-7C88-4D7C-A0F7-BCD7AC8ACE26}"/>
              </a:ext>
            </a:extLst>
          </p:cNvPr>
          <p:cNvSpPr>
            <a:spLocks noGrp="1"/>
          </p:cNvSpPr>
          <p:nvPr>
            <p:ph type="title"/>
          </p:nvPr>
        </p:nvSpPr>
        <p:spPr/>
        <p:txBody>
          <a:bodyPr/>
          <a:lstStyle/>
          <a:p>
            <a:r>
              <a:rPr lang="en-US" dirty="0"/>
              <a:t>Using Canvas This Year</a:t>
            </a:r>
          </a:p>
        </p:txBody>
      </p:sp>
    </p:spTree>
    <p:extLst>
      <p:ext uri="{BB962C8B-B14F-4D97-AF65-F5344CB8AC3E}">
        <p14:creationId xmlns:p14="http://schemas.microsoft.com/office/powerpoint/2010/main" val="1647082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91852B-C83D-491D-BD4B-3BD3B336174A}"/>
              </a:ext>
            </a:extLst>
          </p:cNvPr>
          <p:cNvSpPr>
            <a:spLocks noGrp="1"/>
          </p:cNvSpPr>
          <p:nvPr>
            <p:ph type="body" sz="quarter" idx="18"/>
          </p:nvPr>
        </p:nvSpPr>
        <p:spPr>
          <a:xfrm>
            <a:off x="692306" y="865565"/>
            <a:ext cx="3354177" cy="3554299"/>
          </a:xfrm>
        </p:spPr>
        <p:txBody>
          <a:bodyPr/>
          <a:lstStyle/>
          <a:p>
            <a:r>
              <a:rPr lang="en-US" dirty="0">
                <a:sym typeface="Wingdings" panose="05000000000000000000" pitchFamily="2" charset="2"/>
              </a:rPr>
              <a:t>Assignment and grade breakdown for the year</a:t>
            </a:r>
          </a:p>
          <a:p>
            <a:r>
              <a:rPr lang="en-US" dirty="0">
                <a:sym typeface="Wingdings" panose="05000000000000000000" pitchFamily="2" charset="2"/>
              </a:rPr>
              <a:t>Unlimited extra credit on participation grade each quarter</a:t>
            </a:r>
          </a:p>
          <a:p>
            <a:pPr marL="0" indent="0">
              <a:buNone/>
            </a:pPr>
            <a:endParaRPr lang="en-US" dirty="0"/>
          </a:p>
        </p:txBody>
      </p:sp>
      <p:sp>
        <p:nvSpPr>
          <p:cNvPr id="3" name="Title 2">
            <a:extLst>
              <a:ext uri="{FF2B5EF4-FFF2-40B4-BE49-F238E27FC236}">
                <a16:creationId xmlns:a16="http://schemas.microsoft.com/office/drawing/2014/main" id="{92CEDA18-24F0-40B3-9C44-C6A273C7095B}"/>
              </a:ext>
            </a:extLst>
          </p:cNvPr>
          <p:cNvSpPr>
            <a:spLocks noGrp="1"/>
          </p:cNvSpPr>
          <p:nvPr>
            <p:ph type="title"/>
          </p:nvPr>
        </p:nvSpPr>
        <p:spPr/>
        <p:txBody>
          <a:bodyPr/>
          <a:lstStyle/>
          <a:p>
            <a:r>
              <a:rPr lang="en-US" dirty="0"/>
              <a:t>Syllabus &amp; Grading	</a:t>
            </a:r>
          </a:p>
        </p:txBody>
      </p:sp>
      <p:pic>
        <p:nvPicPr>
          <p:cNvPr id="5" name="Picture 4">
            <a:extLst>
              <a:ext uri="{FF2B5EF4-FFF2-40B4-BE49-F238E27FC236}">
                <a16:creationId xmlns:a16="http://schemas.microsoft.com/office/drawing/2014/main" id="{DCE82976-45BF-47B8-BBFC-0124EB45AF09}"/>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432397" y="1581806"/>
            <a:ext cx="4545804" cy="2557015"/>
          </a:xfrm>
          <a:prstGeom prst="rect">
            <a:avLst/>
          </a:prstGeom>
        </p:spPr>
      </p:pic>
    </p:spTree>
    <p:extLst>
      <p:ext uri="{BB962C8B-B14F-4D97-AF65-F5344CB8AC3E}">
        <p14:creationId xmlns:p14="http://schemas.microsoft.com/office/powerpoint/2010/main" val="3193164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270750-BB5D-7BBD-A721-8D9A4571D7AC}"/>
              </a:ext>
            </a:extLst>
          </p:cNvPr>
          <p:cNvSpPr>
            <a:spLocks noGrp="1"/>
          </p:cNvSpPr>
          <p:nvPr>
            <p:ph type="body" sz="quarter" idx="18"/>
          </p:nvPr>
        </p:nvSpPr>
        <p:spPr>
          <a:xfrm>
            <a:off x="692306" y="931780"/>
            <a:ext cx="7207677" cy="1486063"/>
          </a:xfrm>
        </p:spPr>
        <p:txBody>
          <a:bodyPr/>
          <a:lstStyle/>
          <a:p>
            <a:r>
              <a:rPr lang="en-US" dirty="0"/>
              <a:t>Unlimited on the quarterly participation grade</a:t>
            </a:r>
          </a:p>
          <a:p>
            <a:r>
              <a:rPr lang="en-US" dirty="0"/>
              <a:t>Can negotiate with me for what extra thing(s) you want to do and for how many points</a:t>
            </a:r>
          </a:p>
        </p:txBody>
      </p:sp>
      <p:sp>
        <p:nvSpPr>
          <p:cNvPr id="3" name="Title 2">
            <a:extLst>
              <a:ext uri="{FF2B5EF4-FFF2-40B4-BE49-F238E27FC236}">
                <a16:creationId xmlns:a16="http://schemas.microsoft.com/office/drawing/2014/main" id="{7FAB54B7-DC3B-0729-03E1-F32719B77C65}"/>
              </a:ext>
            </a:extLst>
          </p:cNvPr>
          <p:cNvSpPr>
            <a:spLocks noGrp="1"/>
          </p:cNvSpPr>
          <p:nvPr>
            <p:ph type="title"/>
          </p:nvPr>
        </p:nvSpPr>
        <p:spPr/>
        <p:txBody>
          <a:bodyPr/>
          <a:lstStyle/>
          <a:p>
            <a:r>
              <a:rPr lang="en-US" dirty="0"/>
              <a:t>How Extra Credit Works In This Class</a:t>
            </a:r>
          </a:p>
        </p:txBody>
      </p:sp>
    </p:spTree>
    <p:extLst>
      <p:ext uri="{BB962C8B-B14F-4D97-AF65-F5344CB8AC3E}">
        <p14:creationId xmlns:p14="http://schemas.microsoft.com/office/powerpoint/2010/main" val="15256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DACD7F-67C4-4385-98C3-C39A4BC9EB55}"/>
              </a:ext>
            </a:extLst>
          </p:cNvPr>
          <p:cNvSpPr>
            <a:spLocks noGrp="1"/>
          </p:cNvSpPr>
          <p:nvPr>
            <p:ph type="body" sz="quarter" idx="18"/>
          </p:nvPr>
        </p:nvSpPr>
        <p:spPr/>
        <p:txBody>
          <a:bodyPr/>
          <a:lstStyle/>
          <a:p>
            <a:r>
              <a:rPr lang="en-US" dirty="0"/>
              <a:t>All business students will do an internship during Q1, mostly during class time</a:t>
            </a:r>
          </a:p>
          <a:p>
            <a:r>
              <a:rPr lang="en-US" dirty="0"/>
              <a:t>SWOT analysis on a small business or non-profit</a:t>
            </a:r>
          </a:p>
          <a:p>
            <a:r>
              <a:rPr lang="en-US" dirty="0"/>
              <a:t>You can write this on your resume</a:t>
            </a:r>
          </a:p>
          <a:p>
            <a:r>
              <a:rPr lang="en-US" dirty="0"/>
              <a:t>You can use the experience for college essays/interviews</a:t>
            </a:r>
          </a:p>
        </p:txBody>
      </p:sp>
      <p:sp>
        <p:nvSpPr>
          <p:cNvPr id="3" name="Title 2">
            <a:extLst>
              <a:ext uri="{FF2B5EF4-FFF2-40B4-BE49-F238E27FC236}">
                <a16:creationId xmlns:a16="http://schemas.microsoft.com/office/drawing/2014/main" id="{F62AD7F5-7431-42F0-9745-2434C4FD7733}"/>
              </a:ext>
            </a:extLst>
          </p:cNvPr>
          <p:cNvSpPr>
            <a:spLocks noGrp="1"/>
          </p:cNvSpPr>
          <p:nvPr>
            <p:ph type="title"/>
          </p:nvPr>
        </p:nvSpPr>
        <p:spPr/>
        <p:txBody>
          <a:bodyPr/>
          <a:lstStyle/>
          <a:p>
            <a:r>
              <a:rPr lang="en-US" dirty="0"/>
              <a:t>Internship</a:t>
            </a:r>
          </a:p>
        </p:txBody>
      </p:sp>
      <p:pic>
        <p:nvPicPr>
          <p:cNvPr id="6" name="Picture 5" descr="A whiteboard with writing on it&#10;&#10;Description automatically generated">
            <a:extLst>
              <a:ext uri="{FF2B5EF4-FFF2-40B4-BE49-F238E27FC236}">
                <a16:creationId xmlns:a16="http://schemas.microsoft.com/office/drawing/2014/main" id="{242F3742-8C75-CECC-730D-BB7B264632E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252066" y="2263274"/>
            <a:ext cx="4620126" cy="2500828"/>
          </a:xfrm>
          <a:prstGeom prst="rect">
            <a:avLst/>
          </a:prstGeom>
        </p:spPr>
      </p:pic>
    </p:spTree>
    <p:extLst>
      <p:ext uri="{BB962C8B-B14F-4D97-AF65-F5344CB8AC3E}">
        <p14:creationId xmlns:p14="http://schemas.microsoft.com/office/powerpoint/2010/main" val="2356705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B39E1BB-964D-8415-2D27-3A26ADFC260F}"/>
              </a:ext>
            </a:extLst>
          </p:cNvPr>
          <p:cNvSpPr>
            <a:spLocks noGrp="1"/>
          </p:cNvSpPr>
          <p:nvPr>
            <p:ph type="body" sz="quarter" idx="18"/>
          </p:nvPr>
        </p:nvSpPr>
        <p:spPr>
          <a:xfrm>
            <a:off x="698789" y="794600"/>
            <a:ext cx="7746421" cy="3554299"/>
          </a:xfrm>
        </p:spPr>
        <p:txBody>
          <a:bodyPr/>
          <a:lstStyle/>
          <a:p>
            <a:r>
              <a:rPr lang="en-US" dirty="0"/>
              <a:t>Equal Employment Opportunity</a:t>
            </a:r>
          </a:p>
          <a:p>
            <a:r>
              <a:rPr lang="en-US" b="0" i="0" dirty="0">
                <a:solidFill>
                  <a:srgbClr val="111111"/>
                </a:solidFill>
                <a:effectLst/>
                <a:latin typeface="Roboto" panose="02000000000000000000" pitchFamily="2" charset="0"/>
              </a:rPr>
              <a:t>EEO laws </a:t>
            </a:r>
            <a:r>
              <a:rPr lang="en-US" b="1" i="0" dirty="0">
                <a:solidFill>
                  <a:srgbClr val="111111"/>
                </a:solidFill>
                <a:effectLst/>
                <a:latin typeface="Roboto" panose="02000000000000000000" pitchFamily="2" charset="0"/>
              </a:rPr>
              <a:t>prohibit discrimination</a:t>
            </a:r>
            <a:r>
              <a:rPr lang="en-US" b="0" i="0" dirty="0">
                <a:solidFill>
                  <a:srgbClr val="111111"/>
                </a:solidFill>
                <a:effectLst/>
                <a:latin typeface="Roboto" panose="02000000000000000000" pitchFamily="2" charset="0"/>
              </a:rPr>
              <a:t> against a job applicant or employee based on their race, color, religion, sex, sexual orientation, age, national origin, and physical or mental disability in all aspects of employment, including promotion, training, and other personnel actions.</a:t>
            </a:r>
          </a:p>
          <a:p>
            <a:r>
              <a:rPr lang="en-US" u="sng" dirty="0">
                <a:solidFill>
                  <a:srgbClr val="111111"/>
                </a:solidFill>
                <a:latin typeface="Roboto" panose="02000000000000000000" pitchFamily="2" charset="0"/>
              </a:rPr>
              <a:t>How to get a 0 on your group project</a:t>
            </a:r>
            <a:r>
              <a:rPr lang="en-US" dirty="0">
                <a:solidFill>
                  <a:srgbClr val="111111"/>
                </a:solidFill>
                <a:latin typeface="Roboto" panose="02000000000000000000" pitchFamily="2" charset="0"/>
              </a:rPr>
              <a:t>: discriminate against a group member based on any of the aforementioned protected classes</a:t>
            </a:r>
          </a:p>
          <a:p>
            <a:pPr lvl="1"/>
            <a:r>
              <a:rPr lang="en-US" dirty="0">
                <a:solidFill>
                  <a:srgbClr val="111111"/>
                </a:solidFill>
                <a:latin typeface="Roboto" panose="02000000000000000000" pitchFamily="2" charset="0"/>
              </a:rPr>
              <a:t>Real life examples from our school:</a:t>
            </a:r>
          </a:p>
          <a:p>
            <a:pPr lvl="2"/>
            <a:r>
              <a:rPr lang="en-US" dirty="0">
                <a:solidFill>
                  <a:srgbClr val="111111"/>
                </a:solidFill>
                <a:latin typeface="Roboto" panose="02000000000000000000" pitchFamily="2" charset="0"/>
              </a:rPr>
              <a:t>not listening to a female student’s ideas because “girls aren’t as smart”</a:t>
            </a:r>
          </a:p>
          <a:p>
            <a:r>
              <a:rPr lang="en-US" dirty="0">
                <a:solidFill>
                  <a:srgbClr val="111111"/>
                </a:solidFill>
                <a:latin typeface="Roboto" panose="02000000000000000000" pitchFamily="2" charset="0"/>
              </a:rPr>
              <a:t>Group projects are all about collaboration and being able to find each person’s individual strengths and figuring out how best to utilize that for the success of the group </a:t>
            </a:r>
            <a:r>
              <a:rPr lang="en-US" sz="1200" dirty="0">
                <a:solidFill>
                  <a:srgbClr val="111111"/>
                </a:solidFill>
                <a:latin typeface="Roboto" panose="02000000000000000000" pitchFamily="2" charset="0"/>
              </a:rPr>
              <a:t>(maybe someone isn’t great with numbers, but they’re the artist in the group who can make the slides look professional. Or maybe someone isn’t great with keeping the team on track, but they’re the best at public speaking. Or maybe someone isn’t great at research but they’re the best at finding a business contact—all of these skills are crucial to the team’s success!)</a:t>
            </a:r>
            <a:endParaRPr lang="en-US" dirty="0">
              <a:solidFill>
                <a:srgbClr val="111111"/>
              </a:solidFill>
              <a:latin typeface="Roboto" panose="02000000000000000000" pitchFamily="2" charset="0"/>
            </a:endParaRPr>
          </a:p>
        </p:txBody>
      </p:sp>
      <p:sp>
        <p:nvSpPr>
          <p:cNvPr id="3" name="Title 2">
            <a:extLst>
              <a:ext uri="{FF2B5EF4-FFF2-40B4-BE49-F238E27FC236}">
                <a16:creationId xmlns:a16="http://schemas.microsoft.com/office/drawing/2014/main" id="{EAD99C97-C540-948E-FF58-9AA5873D021D}"/>
              </a:ext>
            </a:extLst>
          </p:cNvPr>
          <p:cNvSpPr>
            <a:spLocks noGrp="1"/>
          </p:cNvSpPr>
          <p:nvPr>
            <p:ph type="title"/>
          </p:nvPr>
        </p:nvSpPr>
        <p:spPr/>
        <p:txBody>
          <a:bodyPr/>
          <a:lstStyle/>
          <a:p>
            <a:r>
              <a:rPr lang="en-US" dirty="0"/>
              <a:t>EEO Violations</a:t>
            </a:r>
          </a:p>
        </p:txBody>
      </p:sp>
    </p:spTree>
    <p:extLst>
      <p:ext uri="{BB962C8B-B14F-4D97-AF65-F5344CB8AC3E}">
        <p14:creationId xmlns:p14="http://schemas.microsoft.com/office/powerpoint/2010/main" val="4082825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79EDC6-F88F-471A-8C04-5CD056C04E39}"/>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310158" y="220166"/>
            <a:ext cx="6523683" cy="4344773"/>
          </a:xfrm>
          <a:prstGeom prst="rect">
            <a:avLst/>
          </a:prstGeom>
        </p:spPr>
      </p:pic>
    </p:spTree>
    <p:extLst>
      <p:ext uri="{BB962C8B-B14F-4D97-AF65-F5344CB8AC3E}">
        <p14:creationId xmlns:p14="http://schemas.microsoft.com/office/powerpoint/2010/main" val="4291151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95AD61-7131-46DC-B26D-AA49530FBC19}"/>
              </a:ext>
            </a:extLst>
          </p:cNvPr>
          <p:cNvSpPr>
            <a:spLocks noGrp="1"/>
          </p:cNvSpPr>
          <p:nvPr>
            <p:ph type="body" sz="quarter" idx="18"/>
          </p:nvPr>
        </p:nvSpPr>
        <p:spPr/>
        <p:txBody>
          <a:bodyPr/>
          <a:lstStyle/>
          <a:p>
            <a:r>
              <a:rPr lang="en-US" dirty="0"/>
              <a:t>Assignment of team</a:t>
            </a:r>
          </a:p>
          <a:p>
            <a:pPr marL="0" indent="0">
              <a:buNone/>
            </a:pPr>
            <a:endParaRPr lang="en-US" dirty="0"/>
          </a:p>
          <a:p>
            <a:r>
              <a:rPr lang="en-US" dirty="0"/>
              <a:t>On a piece of paper, write:</a:t>
            </a:r>
          </a:p>
          <a:p>
            <a:pPr marL="800100" lvl="1" indent="-342900">
              <a:buFont typeface="+mj-lt"/>
              <a:buAutoNum type="arabicPeriod"/>
            </a:pPr>
            <a:r>
              <a:rPr lang="en-US" dirty="0"/>
              <a:t>All names (first and last) of people in your group</a:t>
            </a:r>
          </a:p>
          <a:p>
            <a:pPr marL="800100" lvl="1" indent="-342900">
              <a:buFont typeface="+mj-lt"/>
              <a:buAutoNum type="arabicPeriod"/>
            </a:pPr>
            <a:r>
              <a:rPr lang="en-US" dirty="0"/>
              <a:t>Catchy name of this sandwich</a:t>
            </a:r>
          </a:p>
          <a:p>
            <a:pPr marL="800100" lvl="1" indent="-342900">
              <a:buFont typeface="+mj-lt"/>
              <a:buAutoNum type="arabicPeriod"/>
            </a:pPr>
            <a:r>
              <a:rPr lang="en-US" dirty="0"/>
              <a:t>3 sentence or less description of the sandwich that makes it sound good</a:t>
            </a:r>
          </a:p>
          <a:p>
            <a:pPr marL="800100" lvl="1" indent="-342900">
              <a:buFont typeface="+mj-lt"/>
              <a:buAutoNum type="arabicPeriod"/>
            </a:pPr>
            <a:r>
              <a:rPr lang="en-US" dirty="0"/>
              <a:t>Instructions on how to make this sandwich using the materials you know are available</a:t>
            </a:r>
          </a:p>
          <a:p>
            <a:pPr marL="457200" lvl="1" indent="0">
              <a:buNone/>
            </a:pPr>
            <a:endParaRPr lang="en-US" dirty="0"/>
          </a:p>
          <a:p>
            <a:r>
              <a:rPr lang="en-US" dirty="0"/>
              <a:t>Sandwich that looks the best at the end-whole team wins a pick through the “bag of good or bad” </a:t>
            </a:r>
            <a:endParaRPr lang="en-US" dirty="0">
              <a:highlight>
                <a:srgbClr val="FFFF00"/>
              </a:highlight>
            </a:endParaRPr>
          </a:p>
          <a:p>
            <a:r>
              <a:rPr lang="en-US" dirty="0"/>
              <a:t>Worth 40 pts in gradebook (you’ll have about 500 pts the first quarter)</a:t>
            </a:r>
          </a:p>
          <a:p>
            <a:pPr marL="457200" lvl="1" indent="0">
              <a:buNone/>
            </a:pPr>
            <a:endParaRPr lang="en-US" dirty="0"/>
          </a:p>
        </p:txBody>
      </p:sp>
      <p:sp>
        <p:nvSpPr>
          <p:cNvPr id="3" name="Title 2">
            <a:extLst>
              <a:ext uri="{FF2B5EF4-FFF2-40B4-BE49-F238E27FC236}">
                <a16:creationId xmlns:a16="http://schemas.microsoft.com/office/drawing/2014/main" id="{02512CBB-802D-4EA5-A1E3-D64310B66A64}"/>
              </a:ext>
            </a:extLst>
          </p:cNvPr>
          <p:cNvSpPr>
            <a:spLocks noGrp="1"/>
          </p:cNvSpPr>
          <p:nvPr>
            <p:ph type="title"/>
          </p:nvPr>
        </p:nvSpPr>
        <p:spPr/>
        <p:txBody>
          <a:bodyPr/>
          <a:lstStyle/>
          <a:p>
            <a:r>
              <a:rPr lang="en-US" dirty="0"/>
              <a:t>Sandwich Making	</a:t>
            </a:r>
          </a:p>
        </p:txBody>
      </p:sp>
    </p:spTree>
    <p:extLst>
      <p:ext uri="{BB962C8B-B14F-4D97-AF65-F5344CB8AC3E}">
        <p14:creationId xmlns:p14="http://schemas.microsoft.com/office/powerpoint/2010/main" val="4173674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7E3FE-AD34-0D0E-7A4F-35DD4D0041A9}"/>
              </a:ext>
            </a:extLst>
          </p:cNvPr>
          <p:cNvSpPr>
            <a:spLocks noGrp="1"/>
          </p:cNvSpPr>
          <p:nvPr>
            <p:ph type="title"/>
          </p:nvPr>
        </p:nvSpPr>
        <p:spPr/>
        <p:txBody>
          <a:bodyPr/>
          <a:lstStyle/>
          <a:p>
            <a:r>
              <a:rPr lang="en-US" dirty="0"/>
              <a:t>What you’ll have for the sandwiches</a:t>
            </a:r>
          </a:p>
        </p:txBody>
      </p:sp>
      <p:sp>
        <p:nvSpPr>
          <p:cNvPr id="3" name="Text Placeholder 2">
            <a:extLst>
              <a:ext uri="{FF2B5EF4-FFF2-40B4-BE49-F238E27FC236}">
                <a16:creationId xmlns:a16="http://schemas.microsoft.com/office/drawing/2014/main" id="{77C2C320-33FB-4647-C7A2-6354AC1A794B}"/>
              </a:ext>
            </a:extLst>
          </p:cNvPr>
          <p:cNvSpPr>
            <a:spLocks noGrp="1"/>
          </p:cNvSpPr>
          <p:nvPr>
            <p:ph type="body" sz="quarter" idx="18"/>
          </p:nvPr>
        </p:nvSpPr>
        <p:spPr/>
        <p:txBody>
          <a:bodyPr/>
          <a:lstStyle/>
          <a:p>
            <a:r>
              <a:rPr lang="en-US" dirty="0"/>
              <a:t>Bread</a:t>
            </a:r>
          </a:p>
          <a:p>
            <a:r>
              <a:rPr lang="en-US" dirty="0"/>
              <a:t>Cream cheese</a:t>
            </a:r>
          </a:p>
          <a:p>
            <a:r>
              <a:rPr lang="en-US" dirty="0"/>
              <a:t>Jelly</a:t>
            </a:r>
          </a:p>
          <a:p>
            <a:r>
              <a:rPr lang="en-US" dirty="0"/>
              <a:t>Spoon</a:t>
            </a:r>
          </a:p>
          <a:p>
            <a:r>
              <a:rPr lang="en-US" dirty="0"/>
              <a:t>Knife</a:t>
            </a:r>
          </a:p>
          <a:p>
            <a:pPr marL="0" indent="0">
              <a:buNone/>
            </a:pPr>
            <a:endParaRPr lang="en-US" dirty="0"/>
          </a:p>
        </p:txBody>
      </p:sp>
      <p:pic>
        <p:nvPicPr>
          <p:cNvPr id="6" name="Picture 5" descr="A group of boxes of food&#10;&#10;Description automatically generated">
            <a:extLst>
              <a:ext uri="{FF2B5EF4-FFF2-40B4-BE49-F238E27FC236}">
                <a16:creationId xmlns:a16="http://schemas.microsoft.com/office/drawing/2014/main" id="{9E42CC37-3C73-32CE-ED1E-43989CB5F9C3}"/>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042611" y="1029982"/>
            <a:ext cx="4647394" cy="3225464"/>
          </a:xfrm>
          <a:prstGeom prst="rect">
            <a:avLst/>
          </a:prstGeom>
        </p:spPr>
      </p:pic>
      <p:sp>
        <p:nvSpPr>
          <p:cNvPr id="7" name="TextBox 6">
            <a:extLst>
              <a:ext uri="{FF2B5EF4-FFF2-40B4-BE49-F238E27FC236}">
                <a16:creationId xmlns:a16="http://schemas.microsoft.com/office/drawing/2014/main" id="{0FDDFC09-C4E9-C137-1B75-52C20291C5F2}"/>
              </a:ext>
            </a:extLst>
          </p:cNvPr>
          <p:cNvSpPr txBox="1"/>
          <p:nvPr/>
        </p:nvSpPr>
        <p:spPr>
          <a:xfrm>
            <a:off x="3630099" y="5246302"/>
            <a:ext cx="4647394" cy="230832"/>
          </a:xfrm>
          <a:prstGeom prst="rect">
            <a:avLst/>
          </a:prstGeom>
          <a:noFill/>
        </p:spPr>
        <p:txBody>
          <a:bodyPr wrap="square" rtlCol="0">
            <a:spAutoFit/>
          </a:bodyPr>
          <a:lstStyle/>
          <a:p>
            <a:r>
              <a:rPr lang="en-US" sz="900">
                <a:hlinkClick r:id="rId3" tooltip="https://www.flickr.com/photos/jeepersmedia/14986237910"/>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2375377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E3C7CB-8404-4116-9F29-92FC44415728}"/>
              </a:ext>
            </a:extLst>
          </p:cNvPr>
          <p:cNvSpPr>
            <a:spLocks noGrp="1"/>
          </p:cNvSpPr>
          <p:nvPr>
            <p:ph type="body" sz="quarter" idx="18"/>
          </p:nvPr>
        </p:nvSpPr>
        <p:spPr>
          <a:xfrm>
            <a:off x="692306" y="865565"/>
            <a:ext cx="3499005" cy="3554299"/>
          </a:xfrm>
        </p:spPr>
        <p:txBody>
          <a:bodyPr/>
          <a:lstStyle/>
          <a:p>
            <a:r>
              <a:rPr lang="en-US" sz="1400" dirty="0"/>
              <a:t>People interpret things differently, how can you make things clear enough for everyone</a:t>
            </a:r>
          </a:p>
          <a:p>
            <a:r>
              <a:rPr lang="en-US" sz="1400" dirty="0"/>
              <a:t>Must give people more warnings than you initially think (Black &amp; Decker, McDonalds coffee)</a:t>
            </a:r>
          </a:p>
          <a:p>
            <a:r>
              <a:rPr lang="en-US" sz="1400" dirty="0"/>
              <a:t>The words you use to describe something’s worth is crucial in marketing</a:t>
            </a:r>
          </a:p>
          <a:p>
            <a:r>
              <a:rPr lang="en-US" sz="1400" dirty="0"/>
              <a:t>Liability drives a lot of things in business</a:t>
            </a:r>
          </a:p>
        </p:txBody>
      </p:sp>
      <p:sp>
        <p:nvSpPr>
          <p:cNvPr id="3" name="Title 2">
            <a:extLst>
              <a:ext uri="{FF2B5EF4-FFF2-40B4-BE49-F238E27FC236}">
                <a16:creationId xmlns:a16="http://schemas.microsoft.com/office/drawing/2014/main" id="{8C0ABAB9-92C6-4240-8524-7384FC783251}"/>
              </a:ext>
            </a:extLst>
          </p:cNvPr>
          <p:cNvSpPr>
            <a:spLocks noGrp="1"/>
          </p:cNvSpPr>
          <p:nvPr>
            <p:ph type="title"/>
          </p:nvPr>
        </p:nvSpPr>
        <p:spPr/>
        <p:txBody>
          <a:bodyPr/>
          <a:lstStyle/>
          <a:p>
            <a:r>
              <a:rPr lang="en-US" dirty="0"/>
              <a:t>Why did we do this in-class activity?</a:t>
            </a:r>
          </a:p>
        </p:txBody>
      </p:sp>
      <p:pic>
        <p:nvPicPr>
          <p:cNvPr id="5" name="Picture 4" descr="A picture containing text, grass, lawn mower, transport&#10;&#10;Description automatically generated">
            <a:extLst>
              <a:ext uri="{FF2B5EF4-FFF2-40B4-BE49-F238E27FC236}">
                <a16:creationId xmlns:a16="http://schemas.microsoft.com/office/drawing/2014/main" id="{28BD55B2-1515-46F7-851E-53C0A3F3A77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572000" y="1231641"/>
            <a:ext cx="4384765" cy="3288574"/>
          </a:xfrm>
          <a:prstGeom prst="rect">
            <a:avLst/>
          </a:prstGeom>
        </p:spPr>
      </p:pic>
      <p:pic>
        <p:nvPicPr>
          <p:cNvPr id="8" name="Picture 7">
            <a:extLst>
              <a:ext uri="{FF2B5EF4-FFF2-40B4-BE49-F238E27FC236}">
                <a16:creationId xmlns:a16="http://schemas.microsoft.com/office/drawing/2014/main" id="{816B9317-40C2-4A4F-BCD9-B51F4449E3D7}"/>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1278785" y="3088657"/>
            <a:ext cx="2297803" cy="1514203"/>
          </a:xfrm>
          <a:prstGeom prst="rect">
            <a:avLst/>
          </a:prstGeom>
        </p:spPr>
      </p:pic>
      <p:sp>
        <p:nvSpPr>
          <p:cNvPr id="4" name="SMARTInkShape-1">
            <a:extLst>
              <a:ext uri="{FF2B5EF4-FFF2-40B4-BE49-F238E27FC236}">
                <a16:creationId xmlns:a16="http://schemas.microsoft.com/office/drawing/2014/main" id="{5CF5452E-CF10-A2CD-ACF4-67893752AAF9}"/>
              </a:ext>
            </a:extLst>
          </p:cNvPr>
          <p:cNvSpPr/>
          <p:nvPr>
            <p:custDataLst>
              <p:tags r:id="rId1"/>
            </p:custDataLst>
          </p:nvPr>
        </p:nvSpPr>
        <p:spPr>
          <a:xfrm>
            <a:off x="0" y="4371975"/>
            <a:ext cx="7145" cy="1"/>
          </a:xfrm>
          <a:custGeom>
            <a:avLst/>
            <a:gdLst/>
            <a:ahLst/>
            <a:cxnLst/>
            <a:rect l="0" t="0" r="0" b="0"/>
            <a:pathLst>
              <a:path w="7145" h="1">
                <a:moveTo>
                  <a:pt x="0" y="0"/>
                </a:moveTo>
                <a:lnTo>
                  <a:pt x="0" y="0"/>
                </a:lnTo>
                <a:lnTo>
                  <a:pt x="7144"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27470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FFE1333-A668-460A-818D-204253B72A6B}"/>
              </a:ext>
            </a:extLst>
          </p:cNvPr>
          <p:cNvSpPr>
            <a:spLocks noGrp="1"/>
          </p:cNvSpPr>
          <p:nvPr>
            <p:ph type="body" sz="quarter" idx="10"/>
          </p:nvPr>
        </p:nvSpPr>
        <p:spPr/>
        <p:txBody>
          <a:bodyPr/>
          <a:lstStyle/>
          <a:p>
            <a:r>
              <a:rPr lang="en-US" dirty="0"/>
              <a:t>21 years of experience in the corporate world before joining Tesla STEM </a:t>
            </a:r>
          </a:p>
        </p:txBody>
      </p:sp>
      <p:sp>
        <p:nvSpPr>
          <p:cNvPr id="6" name="Text Placeholder 5">
            <a:extLst>
              <a:ext uri="{FF2B5EF4-FFF2-40B4-BE49-F238E27FC236}">
                <a16:creationId xmlns:a16="http://schemas.microsoft.com/office/drawing/2014/main" id="{6F00CBBC-945C-4FC9-A647-B6E670AB01FF}"/>
              </a:ext>
            </a:extLst>
          </p:cNvPr>
          <p:cNvSpPr>
            <a:spLocks noGrp="1"/>
          </p:cNvSpPr>
          <p:nvPr>
            <p:ph type="body" sz="quarter" idx="18"/>
          </p:nvPr>
        </p:nvSpPr>
        <p:spPr>
          <a:xfrm>
            <a:off x="692307" y="1207501"/>
            <a:ext cx="5432308" cy="3245229"/>
          </a:xfrm>
        </p:spPr>
        <p:txBody>
          <a:bodyPr/>
          <a:lstStyle/>
          <a:p>
            <a:r>
              <a:rPr lang="en-US" b="1" dirty="0"/>
              <a:t>Resume </a:t>
            </a:r>
            <a:r>
              <a:rPr lang="en-US" dirty="0"/>
              <a:t>in Canvas so that you know what background/experience of mine that you have at your disposal. </a:t>
            </a:r>
          </a:p>
          <a:p>
            <a:r>
              <a:rPr lang="en-US" dirty="0"/>
              <a:t>My high school entrepreneurship class with Mr. </a:t>
            </a:r>
            <a:r>
              <a:rPr lang="en-US" dirty="0" err="1"/>
              <a:t>Capano</a:t>
            </a:r>
            <a:endParaRPr lang="en-US" dirty="0"/>
          </a:p>
          <a:p>
            <a:r>
              <a:rPr lang="en-US" dirty="0"/>
              <a:t>This class will be an amalgamation of:</a:t>
            </a:r>
          </a:p>
          <a:p>
            <a:pPr lvl="1"/>
            <a:r>
              <a:rPr lang="en-US" dirty="0"/>
              <a:t>My high school class that inspired me to go into business</a:t>
            </a:r>
          </a:p>
          <a:p>
            <a:pPr lvl="1"/>
            <a:r>
              <a:rPr lang="en-US" dirty="0"/>
              <a:t>Undergrad business classes</a:t>
            </a:r>
          </a:p>
          <a:p>
            <a:pPr lvl="1"/>
            <a:r>
              <a:rPr lang="en-US" dirty="0"/>
              <a:t>MBA program classes</a:t>
            </a:r>
          </a:p>
          <a:p>
            <a:pPr lvl="1"/>
            <a:r>
              <a:rPr lang="en-US" dirty="0"/>
              <a:t>Real-world experience consulting fed gov to tech to fortune 500 companies</a:t>
            </a:r>
          </a:p>
          <a:p>
            <a:pPr lvl="1"/>
            <a:r>
              <a:rPr lang="en-US" dirty="0"/>
              <a:t>Books read</a:t>
            </a:r>
          </a:p>
          <a:p>
            <a:pPr lvl="1"/>
            <a:r>
              <a:rPr lang="en-US" dirty="0"/>
              <a:t>Guest Speakers</a:t>
            </a:r>
          </a:p>
          <a:p>
            <a:pPr marL="457200" lvl="1" indent="0">
              <a:buNone/>
            </a:pPr>
            <a:endParaRPr lang="en-US" dirty="0"/>
          </a:p>
        </p:txBody>
      </p:sp>
      <p:sp>
        <p:nvSpPr>
          <p:cNvPr id="4" name="Title 3">
            <a:extLst>
              <a:ext uri="{FF2B5EF4-FFF2-40B4-BE49-F238E27FC236}">
                <a16:creationId xmlns:a16="http://schemas.microsoft.com/office/drawing/2014/main" id="{CA81D6E6-7C88-4D7C-A0F7-BCD7AC8ACE26}"/>
              </a:ext>
            </a:extLst>
          </p:cNvPr>
          <p:cNvSpPr>
            <a:spLocks noGrp="1"/>
          </p:cNvSpPr>
          <p:nvPr>
            <p:ph type="title"/>
          </p:nvPr>
        </p:nvSpPr>
        <p:spPr/>
        <p:txBody>
          <a:bodyPr/>
          <a:lstStyle/>
          <a:p>
            <a:r>
              <a:rPr lang="en-US" dirty="0"/>
              <a:t>Who is this new teacher of yours?</a:t>
            </a:r>
          </a:p>
        </p:txBody>
      </p:sp>
      <p:pic>
        <p:nvPicPr>
          <p:cNvPr id="3" name="Picture 2" descr="A close up of a newspaper&#10;&#10;Description automatically generated">
            <a:extLst>
              <a:ext uri="{FF2B5EF4-FFF2-40B4-BE49-F238E27FC236}">
                <a16:creationId xmlns:a16="http://schemas.microsoft.com/office/drawing/2014/main" id="{61EE9068-0CA7-475C-99E7-ADC7A1E456B1}"/>
              </a:ext>
            </a:extLst>
          </p:cNvPr>
          <p:cNvPicPr>
            <a:picLocks noChangeAspect="1"/>
          </p:cNvPicPr>
          <p:nvPr/>
        </p:nvPicPr>
        <p:blipFill>
          <a:blip r:embed="rId2"/>
          <a:stretch>
            <a:fillRect/>
          </a:stretch>
        </p:blipFill>
        <p:spPr>
          <a:xfrm>
            <a:off x="6124615" y="1154891"/>
            <a:ext cx="2672370" cy="3563159"/>
          </a:xfrm>
          <a:prstGeom prst="rect">
            <a:avLst/>
          </a:prstGeom>
        </p:spPr>
      </p:pic>
    </p:spTree>
    <p:extLst>
      <p:ext uri="{BB962C8B-B14F-4D97-AF65-F5344CB8AC3E}">
        <p14:creationId xmlns:p14="http://schemas.microsoft.com/office/powerpoint/2010/main" val="2965901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DACD7F-67C4-4385-98C3-C39A4BC9EB55}"/>
              </a:ext>
            </a:extLst>
          </p:cNvPr>
          <p:cNvSpPr>
            <a:spLocks noGrp="1"/>
          </p:cNvSpPr>
          <p:nvPr>
            <p:ph type="body" sz="quarter" idx="18"/>
          </p:nvPr>
        </p:nvSpPr>
        <p:spPr/>
        <p:txBody>
          <a:bodyPr/>
          <a:lstStyle/>
          <a:p>
            <a:r>
              <a:rPr lang="en-US" dirty="0"/>
              <a:t>Earn 10 college credits if you get A or B in this class</a:t>
            </a:r>
          </a:p>
          <a:p>
            <a:r>
              <a:rPr lang="en-US" dirty="0"/>
              <a:t>$50 to register so you can have a transcript at Bellevue College</a:t>
            </a:r>
          </a:p>
          <a:p>
            <a:r>
              <a:rPr lang="en-US" dirty="0"/>
              <a:t>You transfer those credits to whatever college you’d like (</a:t>
            </a:r>
            <a:r>
              <a:rPr lang="en-US" dirty="0" err="1"/>
              <a:t>mktg</a:t>
            </a:r>
            <a:r>
              <a:rPr lang="en-US" dirty="0"/>
              <a:t> 101 and </a:t>
            </a:r>
            <a:r>
              <a:rPr lang="en-US" dirty="0" err="1"/>
              <a:t>busm</a:t>
            </a:r>
            <a:r>
              <a:rPr lang="en-US" dirty="0"/>
              <a:t> 101)</a:t>
            </a:r>
          </a:p>
          <a:p>
            <a:r>
              <a:rPr lang="en-US" dirty="0"/>
              <a:t>Saves you thousands of dollars in college</a:t>
            </a:r>
          </a:p>
          <a:p>
            <a:r>
              <a:rPr lang="en-US" dirty="0"/>
              <a:t>Link in syllabus and in Canvas announcements</a:t>
            </a:r>
          </a:p>
          <a:p>
            <a:r>
              <a:rPr lang="en-US" dirty="0"/>
              <a:t>Application not due until June; I’ll remind you before then</a:t>
            </a:r>
          </a:p>
        </p:txBody>
      </p:sp>
      <p:sp>
        <p:nvSpPr>
          <p:cNvPr id="3" name="Title 2">
            <a:extLst>
              <a:ext uri="{FF2B5EF4-FFF2-40B4-BE49-F238E27FC236}">
                <a16:creationId xmlns:a16="http://schemas.microsoft.com/office/drawing/2014/main" id="{F62AD7F5-7431-42F0-9745-2434C4FD7733}"/>
              </a:ext>
            </a:extLst>
          </p:cNvPr>
          <p:cNvSpPr>
            <a:spLocks noGrp="1"/>
          </p:cNvSpPr>
          <p:nvPr>
            <p:ph type="title"/>
          </p:nvPr>
        </p:nvSpPr>
        <p:spPr/>
        <p:txBody>
          <a:bodyPr/>
          <a:lstStyle/>
          <a:p>
            <a:r>
              <a:rPr lang="en-US" dirty="0"/>
              <a:t>Dual Credit</a:t>
            </a:r>
          </a:p>
        </p:txBody>
      </p:sp>
      <p:pic>
        <p:nvPicPr>
          <p:cNvPr id="5" name="Picture 4" descr="A picture containing text, sign, outdoor&#10;&#10;Description automatically generated">
            <a:extLst>
              <a:ext uri="{FF2B5EF4-FFF2-40B4-BE49-F238E27FC236}">
                <a16:creationId xmlns:a16="http://schemas.microsoft.com/office/drawing/2014/main" id="{889A13C6-4739-4F5F-8FAB-D94DA429002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159953" y="2211402"/>
            <a:ext cx="2571750" cy="2552700"/>
          </a:xfrm>
          <a:prstGeom prst="rect">
            <a:avLst/>
          </a:prstGeom>
        </p:spPr>
      </p:pic>
    </p:spTree>
    <p:extLst>
      <p:ext uri="{BB962C8B-B14F-4D97-AF65-F5344CB8AC3E}">
        <p14:creationId xmlns:p14="http://schemas.microsoft.com/office/powerpoint/2010/main" val="1645596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F00CBBC-945C-4FC9-A647-B6E670AB01FF}"/>
              </a:ext>
            </a:extLst>
          </p:cNvPr>
          <p:cNvSpPr>
            <a:spLocks noGrp="1"/>
          </p:cNvSpPr>
          <p:nvPr>
            <p:ph type="body" sz="quarter" idx="18"/>
          </p:nvPr>
        </p:nvSpPr>
        <p:spPr>
          <a:xfrm>
            <a:off x="692305" y="1054327"/>
            <a:ext cx="5883911" cy="3245229"/>
          </a:xfrm>
        </p:spPr>
        <p:txBody>
          <a:bodyPr/>
          <a:lstStyle/>
          <a:p>
            <a:r>
              <a:rPr lang="en-US" dirty="0"/>
              <a:t>Search for Ryfka Schafer on internet. What interesting clues can you find out about me that’s not on my resume? </a:t>
            </a:r>
          </a:p>
          <a:p>
            <a:r>
              <a:rPr lang="en-US" dirty="0"/>
              <a:t>Nothing to submit. However, please be prepared to talk about what you found next class.</a:t>
            </a:r>
          </a:p>
          <a:p>
            <a:r>
              <a:rPr lang="en-US" dirty="0"/>
              <a:t>Write 30 things down about me that you can find so you have something unique to share in class. We’ll go around the room, and you need to share something that others haven’t already shared.</a:t>
            </a:r>
          </a:p>
          <a:p>
            <a:r>
              <a:rPr lang="en-US" dirty="0"/>
              <a:t>I am NOT asking you to friend me or follow my social media. Please do not!</a:t>
            </a:r>
          </a:p>
          <a:p>
            <a:r>
              <a:rPr lang="en-US" dirty="0"/>
              <a:t>Be thinking about why I assigned this.</a:t>
            </a:r>
          </a:p>
          <a:p>
            <a:pPr marL="0" indent="0">
              <a:buNone/>
            </a:pPr>
            <a:endParaRPr lang="en-US" dirty="0"/>
          </a:p>
        </p:txBody>
      </p:sp>
      <p:sp>
        <p:nvSpPr>
          <p:cNvPr id="4" name="Title 3">
            <a:extLst>
              <a:ext uri="{FF2B5EF4-FFF2-40B4-BE49-F238E27FC236}">
                <a16:creationId xmlns:a16="http://schemas.microsoft.com/office/drawing/2014/main" id="{CA81D6E6-7C88-4D7C-A0F7-BCD7AC8ACE26}"/>
              </a:ext>
            </a:extLst>
          </p:cNvPr>
          <p:cNvSpPr>
            <a:spLocks noGrp="1"/>
          </p:cNvSpPr>
          <p:nvPr>
            <p:ph type="title"/>
          </p:nvPr>
        </p:nvSpPr>
        <p:spPr/>
        <p:txBody>
          <a:bodyPr/>
          <a:lstStyle/>
          <a:p>
            <a:r>
              <a:rPr lang="en-US" dirty="0"/>
              <a:t>Assignment: Digital Reputation</a:t>
            </a:r>
          </a:p>
        </p:txBody>
      </p:sp>
      <p:pic>
        <p:nvPicPr>
          <p:cNvPr id="3" name="Picture 2" descr="A picture containing person, human face, smile, outdoor&#10;&#10;Description automatically generated">
            <a:extLst>
              <a:ext uri="{FF2B5EF4-FFF2-40B4-BE49-F238E27FC236}">
                <a16:creationId xmlns:a16="http://schemas.microsoft.com/office/drawing/2014/main" id="{AD9FF990-5371-FA68-FA2D-88DBE403FFE6}"/>
              </a:ext>
            </a:extLst>
          </p:cNvPr>
          <p:cNvPicPr>
            <a:picLocks noChangeAspect="1"/>
          </p:cNvPicPr>
          <p:nvPr/>
        </p:nvPicPr>
        <p:blipFill>
          <a:blip r:embed="rId3"/>
          <a:stretch>
            <a:fillRect/>
          </a:stretch>
        </p:blipFill>
        <p:spPr>
          <a:xfrm>
            <a:off x="6661458" y="2683484"/>
            <a:ext cx="2039079" cy="2087452"/>
          </a:xfrm>
          <a:prstGeom prst="rect">
            <a:avLst/>
          </a:prstGeom>
        </p:spPr>
      </p:pic>
    </p:spTree>
    <p:extLst>
      <p:ext uri="{BB962C8B-B14F-4D97-AF65-F5344CB8AC3E}">
        <p14:creationId xmlns:p14="http://schemas.microsoft.com/office/powerpoint/2010/main" val="2626908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B5ACB1-B70D-435E-AFE4-981BC030B900}"/>
              </a:ext>
            </a:extLst>
          </p:cNvPr>
          <p:cNvSpPr>
            <a:spLocks noGrp="1"/>
          </p:cNvSpPr>
          <p:nvPr>
            <p:ph type="title"/>
          </p:nvPr>
        </p:nvSpPr>
        <p:spPr/>
        <p:txBody>
          <a:bodyPr/>
          <a:lstStyle/>
          <a:p>
            <a:r>
              <a:rPr lang="en-US" dirty="0"/>
              <a:t>Digital Rep Results</a:t>
            </a:r>
          </a:p>
        </p:txBody>
      </p:sp>
    </p:spTree>
    <p:extLst>
      <p:ext uri="{BB962C8B-B14F-4D97-AF65-F5344CB8AC3E}">
        <p14:creationId xmlns:p14="http://schemas.microsoft.com/office/powerpoint/2010/main" val="2008932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AA39A2-DF4B-4BB3-BE7E-D2F38408EDB0}"/>
              </a:ext>
            </a:extLst>
          </p:cNvPr>
          <p:cNvSpPr>
            <a:spLocks noGrp="1"/>
          </p:cNvSpPr>
          <p:nvPr>
            <p:ph type="body" sz="quarter" idx="18"/>
          </p:nvPr>
        </p:nvSpPr>
        <p:spPr/>
        <p:txBody>
          <a:bodyPr/>
          <a:lstStyle/>
          <a:p>
            <a:r>
              <a:rPr lang="en-US" dirty="0"/>
              <a:t>Why is it important to watch what you post online and to review what other people might have posted about you?  </a:t>
            </a:r>
          </a:p>
        </p:txBody>
      </p:sp>
      <p:sp>
        <p:nvSpPr>
          <p:cNvPr id="3" name="Title 2">
            <a:extLst>
              <a:ext uri="{FF2B5EF4-FFF2-40B4-BE49-F238E27FC236}">
                <a16:creationId xmlns:a16="http://schemas.microsoft.com/office/drawing/2014/main" id="{AA4F08AC-A429-4889-8AB7-623E62D04AEC}"/>
              </a:ext>
            </a:extLst>
          </p:cNvPr>
          <p:cNvSpPr>
            <a:spLocks noGrp="1"/>
          </p:cNvSpPr>
          <p:nvPr>
            <p:ph type="title"/>
          </p:nvPr>
        </p:nvSpPr>
        <p:spPr/>
        <p:txBody>
          <a:bodyPr/>
          <a:lstStyle/>
          <a:p>
            <a:r>
              <a:rPr lang="en-US" dirty="0"/>
              <a:t>Digital Reputation</a:t>
            </a:r>
          </a:p>
        </p:txBody>
      </p:sp>
      <p:pic>
        <p:nvPicPr>
          <p:cNvPr id="5" name="Picture 4" descr="Diagram">
            <a:extLst>
              <a:ext uri="{FF2B5EF4-FFF2-40B4-BE49-F238E27FC236}">
                <a16:creationId xmlns:a16="http://schemas.microsoft.com/office/drawing/2014/main" id="{05431FB6-ACE3-4566-B6A9-A58AF190B0A5}"/>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111575" y="1361348"/>
            <a:ext cx="4920849" cy="3469576"/>
          </a:xfrm>
          <a:prstGeom prst="rect">
            <a:avLst/>
          </a:prstGeom>
        </p:spPr>
      </p:pic>
      <p:sp>
        <p:nvSpPr>
          <p:cNvPr id="6" name="TextBox 5">
            <a:extLst>
              <a:ext uri="{FF2B5EF4-FFF2-40B4-BE49-F238E27FC236}">
                <a16:creationId xmlns:a16="http://schemas.microsoft.com/office/drawing/2014/main" id="{73F11674-3B98-4A13-AEF9-15037C0B70E0}"/>
              </a:ext>
            </a:extLst>
          </p:cNvPr>
          <p:cNvSpPr txBox="1"/>
          <p:nvPr/>
        </p:nvSpPr>
        <p:spPr>
          <a:xfrm>
            <a:off x="924523" y="5143500"/>
            <a:ext cx="7294953" cy="230832"/>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mn-cs"/>
                <a:hlinkClick r:id="rId4" tooltip="http://misslwholebrainteaching.blogspot.com/2013_03_01_archive.html"/>
              </a:rPr>
              <a:t>This Photo</a:t>
            </a:r>
            <a:r>
              <a:rPr kumimoji="0" lang="en-US" sz="900" b="0" i="0" u="none" strike="noStrike" kern="1200" cap="none" spc="0" normalizeH="0" baseline="0" noProof="0">
                <a:ln>
                  <a:noFill/>
                </a:ln>
                <a:solidFill>
                  <a:prstClr val="black"/>
                </a:solidFill>
                <a:effectLst/>
                <a:uLnTx/>
                <a:uFillTx/>
                <a:latin typeface="Arial"/>
                <a:ea typeface="+mn-ea"/>
                <a:cs typeface="+mn-cs"/>
              </a:rPr>
              <a:t> by Unknown Author is licensed under </a:t>
            </a:r>
            <a:r>
              <a:rPr kumimoji="0" lang="en-US" sz="900" b="0" i="0" u="none" strike="noStrike" kern="1200" cap="none" spc="0" normalizeH="0" baseline="0" noProof="0">
                <a:ln>
                  <a:noFill/>
                </a:ln>
                <a:solidFill>
                  <a:prstClr val="black"/>
                </a:solidFill>
                <a:effectLst/>
                <a:uLnTx/>
                <a:uFillTx/>
                <a:latin typeface="Arial"/>
                <a:ea typeface="+mn-ea"/>
                <a:cs typeface="+mn-cs"/>
                <a:hlinkClick r:id="rId5" tooltip="https://creativecommons.org/licenses/by-nc-sa/3.0/"/>
              </a:rPr>
              <a:t>CC BY-SA-NC</a:t>
            </a:r>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487290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C2C953-8160-9A8B-5382-BA063254DD98}"/>
              </a:ext>
            </a:extLst>
          </p:cNvPr>
          <p:cNvSpPr txBox="1"/>
          <p:nvPr/>
        </p:nvSpPr>
        <p:spPr>
          <a:xfrm>
            <a:off x="337352" y="911625"/>
            <a:ext cx="5850384" cy="3046988"/>
          </a:xfrm>
          <a:prstGeom prst="rect">
            <a:avLst/>
          </a:prstGeom>
          <a:noFill/>
        </p:spPr>
        <p:txBody>
          <a:bodyPr wrap="square" rtlCol="0">
            <a:spAutoFit/>
          </a:bodyPr>
          <a:lstStyle/>
          <a:p>
            <a:pPr algn="l"/>
            <a:r>
              <a:rPr lang="en-US" sz="1600" dirty="0" err="1">
                <a:highlight>
                  <a:srgbClr val="FFFFFF"/>
                </a:highlight>
                <a:latin typeface="Limerick Serial"/>
              </a:rPr>
              <a:t>Prugo</a:t>
            </a:r>
            <a:r>
              <a:rPr lang="en-US" sz="1600" dirty="0">
                <a:highlight>
                  <a:srgbClr val="FFFFFF"/>
                </a:highlight>
                <a:latin typeface="Limerick Serial"/>
              </a:rPr>
              <a:t> also revealed that the first home burglary him and Lee participated in was at the home of an old friend of his named Eden Shizzle. Shizzle posted on </a:t>
            </a:r>
            <a:r>
              <a:rPr lang="en-US" sz="1600" dirty="0" err="1">
                <a:highlight>
                  <a:srgbClr val="FFFFFF"/>
                </a:highlight>
                <a:latin typeface="Limerick Serial"/>
              </a:rPr>
              <a:t>MySpace</a:t>
            </a:r>
            <a:r>
              <a:rPr lang="en-US" sz="1600" dirty="0">
                <a:highlight>
                  <a:srgbClr val="FFFFFF"/>
                </a:highlight>
                <a:latin typeface="Limerick Serial"/>
              </a:rPr>
              <a:t> that he was going on vacation with his family — and </a:t>
            </a:r>
            <a:r>
              <a:rPr lang="en-US" sz="1600" dirty="0" err="1">
                <a:highlight>
                  <a:srgbClr val="FFFFFF"/>
                </a:highlight>
                <a:latin typeface="Limerick Serial"/>
              </a:rPr>
              <a:t>Prugo</a:t>
            </a:r>
            <a:r>
              <a:rPr lang="en-US" sz="1600" dirty="0">
                <a:highlight>
                  <a:srgbClr val="FFFFFF"/>
                </a:highlight>
                <a:latin typeface="Limerick Serial"/>
              </a:rPr>
              <a:t> saw an easy target.</a:t>
            </a:r>
          </a:p>
          <a:p>
            <a:pPr algn="l"/>
            <a:endParaRPr lang="en-US" sz="1600" dirty="0">
              <a:highlight>
                <a:srgbClr val="FFFFFF"/>
              </a:highlight>
              <a:latin typeface="Limerick Serial"/>
            </a:endParaRPr>
          </a:p>
          <a:p>
            <a:pPr algn="l"/>
            <a:r>
              <a:rPr lang="en-US" sz="1600" dirty="0">
                <a:highlight>
                  <a:srgbClr val="FFFFFF"/>
                </a:highlight>
                <a:latin typeface="Limerick Serial"/>
              </a:rPr>
              <a:t>After their first burglary, </a:t>
            </a:r>
            <a:r>
              <a:rPr lang="en-US" sz="1600" dirty="0" err="1">
                <a:highlight>
                  <a:srgbClr val="FFFFFF"/>
                </a:highlight>
                <a:latin typeface="Limerick Serial"/>
              </a:rPr>
              <a:t>Prugo</a:t>
            </a:r>
            <a:r>
              <a:rPr lang="en-US" sz="1600" dirty="0">
                <a:highlight>
                  <a:srgbClr val="FFFFFF"/>
                </a:highlight>
                <a:latin typeface="Limerick Serial"/>
              </a:rPr>
              <a:t> got the idea to up the ante and burglarize celebrities next, so they started watching their social media accounts and gossip websites for info on when their houses would be vacant/they’d be on vacation.</a:t>
            </a:r>
          </a:p>
          <a:p>
            <a:pPr algn="l"/>
            <a:endParaRPr lang="en-US" sz="1600" dirty="0">
              <a:highlight>
                <a:srgbClr val="FFFFFF"/>
              </a:highlight>
              <a:latin typeface="Limerick Serial"/>
            </a:endParaRPr>
          </a:p>
          <a:p>
            <a:pPr algn="l"/>
            <a:r>
              <a:rPr lang="en-US" sz="1600" dirty="0">
                <a:highlight>
                  <a:srgbClr val="FFFFFF"/>
                </a:highlight>
                <a:latin typeface="Limerick Serial"/>
              </a:rPr>
              <a:t>While on celebrity gossip websites, </a:t>
            </a:r>
            <a:r>
              <a:rPr lang="en-US" sz="1600" dirty="0" err="1">
                <a:highlight>
                  <a:srgbClr val="FFFFFF"/>
                </a:highlight>
                <a:latin typeface="Limerick Serial"/>
              </a:rPr>
              <a:t>Prugo</a:t>
            </a:r>
            <a:r>
              <a:rPr lang="en-US" sz="1600" dirty="0">
                <a:highlight>
                  <a:srgbClr val="FFFFFF"/>
                </a:highlight>
                <a:latin typeface="Limerick Serial"/>
              </a:rPr>
              <a:t> says he saw that </a:t>
            </a:r>
            <a:r>
              <a:rPr lang="en-US" sz="1600" dirty="0">
                <a:highlight>
                  <a:srgbClr val="FFFFFF"/>
                </a:highlight>
                <a:latin typeface="Limerick Serial"/>
                <a:hlinkClick r:id="rId3">
                  <a:extLst>
                    <a:ext uri="{A12FA001-AC4F-418D-AE19-62706E023703}">
                      <ahyp:hlinkClr xmlns:ahyp="http://schemas.microsoft.com/office/drawing/2018/hyperlinkcolor" val="tx"/>
                    </a:ext>
                  </a:extLst>
                </a:hlinkClick>
              </a:rPr>
              <a:t>Paris Hilton</a:t>
            </a:r>
            <a:r>
              <a:rPr lang="en-US" sz="1600" dirty="0">
                <a:highlight>
                  <a:srgbClr val="FFFFFF"/>
                </a:highlight>
                <a:latin typeface="Limerick Serial"/>
              </a:rPr>
              <a:t> was going to be in Miami and saw an opportunity.</a:t>
            </a:r>
          </a:p>
        </p:txBody>
      </p:sp>
      <p:pic>
        <p:nvPicPr>
          <p:cNvPr id="1026" name="Picture 2" descr="Image result for paris hilton. Size: 200 x 200. Source: celebmafia.com">
            <a:extLst>
              <a:ext uri="{FF2B5EF4-FFF2-40B4-BE49-F238E27FC236}">
                <a16:creationId xmlns:a16="http://schemas.microsoft.com/office/drawing/2014/main" id="{7FB6E1EF-A195-C2C1-E817-2FEC499023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8656" y="1071423"/>
            <a:ext cx="2627235" cy="2627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1210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A8119A-8482-40C6-A927-9BF64708D070}"/>
              </a:ext>
            </a:extLst>
          </p:cNvPr>
          <p:cNvSpPr>
            <a:spLocks noGrp="1"/>
          </p:cNvSpPr>
          <p:nvPr>
            <p:ph type="body" sz="quarter" idx="18"/>
          </p:nvPr>
        </p:nvSpPr>
        <p:spPr/>
        <p:txBody>
          <a:bodyPr/>
          <a:lstStyle/>
          <a:p>
            <a:r>
              <a:rPr lang="en-US"/>
              <a:t>Expectations</a:t>
            </a:r>
            <a:endParaRPr lang="en-US" dirty="0"/>
          </a:p>
          <a:p>
            <a:r>
              <a:rPr lang="en-US" dirty="0"/>
              <a:t>Revisit these throughout the year, as needed</a:t>
            </a:r>
          </a:p>
          <a:p>
            <a:r>
              <a:rPr lang="en-US" dirty="0"/>
              <a:t>My expectations of you</a:t>
            </a:r>
          </a:p>
          <a:p>
            <a:r>
              <a:rPr lang="en-US" dirty="0"/>
              <a:t>Your expectations of each other</a:t>
            </a:r>
          </a:p>
          <a:p>
            <a:r>
              <a:rPr lang="en-US" dirty="0"/>
              <a:t>Your expectations of ME!  </a:t>
            </a:r>
            <a:r>
              <a:rPr lang="en-US" dirty="0">
                <a:sym typeface="Wingdings" panose="05000000000000000000" pitchFamily="2" charset="2"/>
              </a:rPr>
              <a:t></a:t>
            </a:r>
          </a:p>
          <a:p>
            <a:endParaRPr lang="en-US" dirty="0"/>
          </a:p>
        </p:txBody>
      </p:sp>
      <p:sp>
        <p:nvSpPr>
          <p:cNvPr id="3" name="Title 2">
            <a:extLst>
              <a:ext uri="{FF2B5EF4-FFF2-40B4-BE49-F238E27FC236}">
                <a16:creationId xmlns:a16="http://schemas.microsoft.com/office/drawing/2014/main" id="{AF6D2936-859C-424C-AE26-143C5E566DB0}"/>
              </a:ext>
            </a:extLst>
          </p:cNvPr>
          <p:cNvSpPr>
            <a:spLocks noGrp="1"/>
          </p:cNvSpPr>
          <p:nvPr>
            <p:ph type="title"/>
          </p:nvPr>
        </p:nvSpPr>
        <p:spPr/>
        <p:txBody>
          <a:bodyPr/>
          <a:lstStyle/>
          <a:p>
            <a:r>
              <a:rPr lang="en-US" dirty="0"/>
              <a:t>Class Expectations (Contract)</a:t>
            </a:r>
          </a:p>
        </p:txBody>
      </p:sp>
    </p:spTree>
    <p:extLst>
      <p:ext uri="{BB962C8B-B14F-4D97-AF65-F5344CB8AC3E}">
        <p14:creationId xmlns:p14="http://schemas.microsoft.com/office/powerpoint/2010/main" val="16439133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ags/tag2.xml><?xml version="1.0" encoding="utf-8"?>
<p:tagLst xmlns:a="http://schemas.openxmlformats.org/drawingml/2006/main" xmlns:r="http://schemas.openxmlformats.org/officeDocument/2006/relationships" xmlns:p="http://schemas.openxmlformats.org/presentationml/2006/main">
  <p:tag name="HIGHLIGHTER" val="false"/>
</p:tagLst>
</file>

<file path=ppt/tags/tag3.xml><?xml version="1.0" encoding="utf-8"?>
<p:tagLst xmlns:a="http://schemas.openxmlformats.org/drawingml/2006/main" xmlns:r="http://schemas.openxmlformats.org/officeDocument/2006/relationships" xmlns:p="http://schemas.openxmlformats.org/presentationml/2006/main">
  <p:tag name="HIGHLIGHTER" val="false"/>
</p:tagLst>
</file>

<file path=ppt/tags/tag4.xml><?xml version="1.0" encoding="utf-8"?>
<p:tagLst xmlns:a="http://schemas.openxmlformats.org/drawingml/2006/main" xmlns:r="http://schemas.openxmlformats.org/officeDocument/2006/relationships" xmlns:p="http://schemas.openxmlformats.org/presentationml/2006/main">
  <p:tag name="HIGHLIGHTER" val="false"/>
</p:tagLst>
</file>

<file path=ppt/tags/tag5.xml><?xml version="1.0" encoding="utf-8"?>
<p:tagLst xmlns:a="http://schemas.openxmlformats.org/drawingml/2006/main" xmlns:r="http://schemas.openxmlformats.org/officeDocument/2006/relationships" xmlns:p="http://schemas.openxmlformats.org/presentationml/2006/main">
  <p:tag name="HIGHLIGHTER" val="false"/>
</p:tagLst>
</file>

<file path=ppt/tags/tag6.xml><?xml version="1.0" encoding="utf-8"?>
<p:tagLst xmlns:a="http://schemas.openxmlformats.org/drawingml/2006/main" xmlns:r="http://schemas.openxmlformats.org/officeDocument/2006/relationships" xmlns:p="http://schemas.openxmlformats.org/presentationml/2006/main">
  <p:tag name="HIGHLIGHTER" val="false"/>
</p:tagLst>
</file>

<file path=ppt/tags/tag7.xml><?xml version="1.0" encoding="utf-8"?>
<p:tagLst xmlns:a="http://schemas.openxmlformats.org/drawingml/2006/main" xmlns:r="http://schemas.openxmlformats.org/officeDocument/2006/relationships" xmlns:p="http://schemas.openxmlformats.org/presentationml/2006/main">
  <p:tag name="HIGHLIGHTER" val="false"/>
</p:tagLst>
</file>

<file path=ppt/tags/tag8.xml><?xml version="1.0" encoding="utf-8"?>
<p:tagLst xmlns:a="http://schemas.openxmlformats.org/drawingml/2006/main" xmlns:r="http://schemas.openxmlformats.org/officeDocument/2006/relationships" xmlns:p="http://schemas.openxmlformats.org/presentationml/2006/main">
  <p:tag name="HIGHLIGHTER" val="false"/>
</p:tagLst>
</file>

<file path=ppt/tags/tag9.xml><?xml version="1.0" encoding="utf-8"?>
<p:tagLst xmlns:a="http://schemas.openxmlformats.org/drawingml/2006/main" xmlns:r="http://schemas.openxmlformats.org/officeDocument/2006/relationships" xmlns:p="http://schemas.openxmlformats.org/presentationml/2006/main">
  <p:tag name="HIGHLIGHTER" val="false"/>
</p:tagLst>
</file>

<file path=ppt/tags/tag10.xml><?xml version="1.0" encoding="utf-8"?>
<p:tagLst xmlns:a="http://schemas.openxmlformats.org/drawingml/2006/main" xmlns:r="http://schemas.openxmlformats.org/officeDocument/2006/relationships" xmlns:p="http://schemas.openxmlformats.org/presentationml/2006/main">
  <p:tag name="HIGHLIGHTER" val="false"/>
</p:tagLst>
</file>

<file path=ppt/tags/tag11.xml><?xml version="1.0" encoding="utf-8"?>
<p:tagLst xmlns:a="http://schemas.openxmlformats.org/drawingml/2006/main" xmlns:r="http://schemas.openxmlformats.org/officeDocument/2006/relationships" xmlns:p="http://schemas.openxmlformats.org/presentationml/2006/main">
  <p:tag name="HIGHLIGHTER" val="false"/>
</p:tagLst>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Main Mast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200" dirty="0" err="1" smtClean="0">
            <a:latin typeface="Arial" panose="020B0604020202020204" pitchFamily="34" charset="0"/>
          </a:defRPr>
        </a:defPPr>
      </a:lstStyle>
    </a:txDef>
  </a:objectDefaults>
  <a:extraClrSchemeLst/>
  <a:extLst>
    <a:ext uri="{05A4C25C-085E-4340-85A3-A5531E510DB2}">
      <thm15:themeFamily xmlns:thm15="http://schemas.microsoft.com/office/thememl/2012/main" name="Seatle Genetics 1" id="{53984AC2-015D-554A-9215-CAF5E42331BB}" vid="{AC78D1C2-67FA-E942-9EA9-D2954BBFA017}"/>
    </a:ext>
  </a:extLst>
</a:theme>
</file>

<file path=ppt/theme/theme2.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riginal 5_01_Win32" id="{77344C68-A3F1-476B-8680-97D7F429B46B}" vid="{89780073-58E8-4DFF-BF29-BA99F805284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DD89C5D911BC046B277DCAF5366D800" ma:contentTypeVersion="4" ma:contentTypeDescription="Create a new document." ma:contentTypeScope="" ma:versionID="2cc88ace384ab63cdfefd6ba4c9c6e19">
  <xsd:schema xmlns:xsd="http://www.w3.org/2001/XMLSchema" xmlns:xs="http://www.w3.org/2001/XMLSchema" xmlns:p="http://schemas.microsoft.com/office/2006/metadata/properties" xmlns:ns2="8203920f-e80a-4f40-891f-374d92aaa723" xmlns:ns3="94453763-5c73-4bc4-9bc2-0b162bd4cfed" targetNamespace="http://schemas.microsoft.com/office/2006/metadata/properties" ma:root="true" ma:fieldsID="b09e4c8b1d448c696d03e70d112964b5" ns2:_="" ns3:_="">
    <xsd:import namespace="8203920f-e80a-4f40-891f-374d92aaa723"/>
    <xsd:import namespace="94453763-5c73-4bc4-9bc2-0b162bd4cfe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03920f-e80a-4f40-891f-374d92aaa7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453763-5c73-4bc4-9bc2-0b162bd4cfe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0FEFE1D-2A63-4943-A8E9-412AC2E6794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41CF28C-A6CA-48EC-A751-93D4F186C8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03920f-e80a-4f40-891f-374d92aaa723"/>
    <ds:schemaRef ds:uri="94453763-5c73-4bc4-9bc2-0b162bd4c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1A84523-DC6D-4F6B-A4CC-3FF10C5ADA6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3502</TotalTime>
  <Words>1889</Words>
  <Application>Microsoft Office PowerPoint</Application>
  <PresentationFormat>On-screen Show (16:9)</PresentationFormat>
  <Paragraphs>185</Paragraphs>
  <Slides>27</Slides>
  <Notes>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27</vt:i4>
      </vt:variant>
    </vt:vector>
  </HeadingPairs>
  <TitlesOfParts>
    <vt:vector size="37" baseType="lpstr">
      <vt:lpstr>Arial</vt:lpstr>
      <vt:lpstr>Calibri</vt:lpstr>
      <vt:lpstr>Century Gothic</vt:lpstr>
      <vt:lpstr>Courier New</vt:lpstr>
      <vt:lpstr>Garamond</vt:lpstr>
      <vt:lpstr>Limerick Serial</vt:lpstr>
      <vt:lpstr>Roboto</vt:lpstr>
      <vt:lpstr>Wingdings</vt:lpstr>
      <vt:lpstr>Main Master</vt:lpstr>
      <vt:lpstr>SavonVTI</vt:lpstr>
      <vt:lpstr>Welcome to Business &amp; Marketing &amp; Economics</vt:lpstr>
      <vt:lpstr>Mad Tea Party</vt:lpstr>
      <vt:lpstr>Questions</vt:lpstr>
      <vt:lpstr>Why do you think we just had the mad hatter tea party?</vt:lpstr>
      <vt:lpstr>PowerPoint Presentation</vt:lpstr>
      <vt:lpstr>WELCOME TO BUSINESS CLASS!</vt:lpstr>
      <vt:lpstr>When you get into class each day…</vt:lpstr>
      <vt:lpstr>Names</vt:lpstr>
      <vt:lpstr>Riddle</vt:lpstr>
      <vt:lpstr>What does this riddle showcase?</vt:lpstr>
      <vt:lpstr>Class Admin</vt:lpstr>
      <vt:lpstr>Using Canvas This Year</vt:lpstr>
      <vt:lpstr>Syllabus &amp; Grading </vt:lpstr>
      <vt:lpstr>How Extra Credit Works In This Class</vt:lpstr>
      <vt:lpstr>Internship</vt:lpstr>
      <vt:lpstr>EEO Violations</vt:lpstr>
      <vt:lpstr>PowerPoint Presentation</vt:lpstr>
      <vt:lpstr>Sandwich Making </vt:lpstr>
      <vt:lpstr>What you’ll have for the sandwiches</vt:lpstr>
      <vt:lpstr>Why did we do this in-class activity?</vt:lpstr>
      <vt:lpstr>Who is this new teacher of yours?</vt:lpstr>
      <vt:lpstr>Dual Credit</vt:lpstr>
      <vt:lpstr>Assignment: Digital Reputation</vt:lpstr>
      <vt:lpstr>Digital Rep Results</vt:lpstr>
      <vt:lpstr>Digital Reputation</vt:lpstr>
      <vt:lpstr>PowerPoint Presentation</vt:lpstr>
      <vt:lpstr>Class Expectations (Contract)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Sebastian Arias</dc:creator>
  <cp:keywords/>
  <dc:description/>
  <cp:lastModifiedBy>Ryfka Schafer</cp:lastModifiedBy>
  <cp:revision>20</cp:revision>
  <cp:lastPrinted>2018-04-23T17:55:37Z</cp:lastPrinted>
  <dcterms:created xsi:type="dcterms:W3CDTF">2017-07-25T22:09:28Z</dcterms:created>
  <dcterms:modified xsi:type="dcterms:W3CDTF">2025-09-09T21:31:49Z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0x0101009DD89C5D911BC046B277DCAF5366D800</vt:lpwstr>
  </property>
  <property fmtid="{D5CDD505-2E9C-101B-9397-08002B2CF9AE}" pid="3" name="Document Retention Period">
    <vt:lpwstr>2;#3 Yr|c8cd55a2-159d-41a5-94cb-7dd28dd1c861</vt:lpwstr>
  </property>
  <property fmtid="{D5CDD505-2E9C-101B-9397-08002B2CF9AE}" pid="4" name="_dlc_DocIdItemGuid">
    <vt:lpwstr>e1d96100-0888-476a-a9ce-609654440f9d</vt:lpwstr>
  </property>
</Properties>
</file>