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8" r:id="rId4"/>
    <p:sldMasterId id="2147483849" r:id="rId5"/>
  </p:sldMasterIdLst>
  <p:notesMasterIdLst>
    <p:notesMasterId r:id="rId21"/>
  </p:notesMasterIdLst>
  <p:handoutMasterIdLst>
    <p:handoutMasterId r:id="rId22"/>
  </p:handoutMasterIdLst>
  <p:sldIdLst>
    <p:sldId id="420" r:id="rId6"/>
    <p:sldId id="421" r:id="rId7"/>
    <p:sldId id="436" r:id="rId8"/>
    <p:sldId id="437" r:id="rId9"/>
    <p:sldId id="424" r:id="rId10"/>
    <p:sldId id="425" r:id="rId11"/>
    <p:sldId id="442" r:id="rId12"/>
    <p:sldId id="438" r:id="rId13"/>
    <p:sldId id="430" r:id="rId14"/>
    <p:sldId id="428" r:id="rId15"/>
    <p:sldId id="431" r:id="rId16"/>
    <p:sldId id="443" r:id="rId17"/>
    <p:sldId id="439" r:id="rId18"/>
    <p:sldId id="427" r:id="rId19"/>
    <p:sldId id="441" r:id="rId20"/>
  </p:sldIdLst>
  <p:sldSz cx="9144000" cy="5143500" type="screen16x9"/>
  <p:notesSz cx="7010400" cy="92964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880" userDrawn="1">
          <p15:clr>
            <a:srgbClr val="A4A3A4"/>
          </p15:clr>
        </p15:guide>
        <p15:guide id="3" pos="2232" userDrawn="1">
          <p15:clr>
            <a:srgbClr val="A4A3A4"/>
          </p15:clr>
        </p15:guide>
        <p15:guide id="4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4042"/>
    <a:srgbClr val="595959"/>
    <a:srgbClr val="E2F0D0"/>
    <a:srgbClr val="91CAAA"/>
    <a:srgbClr val="DBDADC"/>
    <a:srgbClr val="2597CB"/>
    <a:srgbClr val="2370AF"/>
    <a:srgbClr val="4EABD5"/>
    <a:srgbClr val="E46C24"/>
    <a:srgbClr val="E890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F5A94B-832D-4978-8C56-02E9845BFDDB}" v="54" dt="2025-12-05T20:16:35.959"/>
  </p1510:revLst>
</p1510:revInfo>
</file>

<file path=ppt/tableStyles.xml><?xml version="1.0" encoding="utf-8"?>
<a:tblStyleLst xmlns:a="http://schemas.openxmlformats.org/drawingml/2006/main" def="{2D5ABB26-0587-4C30-8999-92F81FD0307C}"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774" autoAdjust="0"/>
  </p:normalViewPr>
  <p:slideViewPr>
    <p:cSldViewPr snapToGrid="0">
      <p:cViewPr varScale="1">
        <p:scale>
          <a:sx n="82" d="100"/>
          <a:sy n="82" d="100"/>
        </p:scale>
        <p:origin x="708" y="40"/>
      </p:cViewPr>
      <p:guideLst>
        <p:guide pos="2880"/>
        <p:guide pos="2232"/>
        <p:guide orient="horz" pos="162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yfka Schafer" userId="318b1ac2-30d3-4beb-81ce-7e66308a1db1" providerId="ADAL" clId="{6ADB8242-FC07-4006-B08C-E5283FADA5DD}"/>
    <pc:docChg chg="custSel modSld">
      <pc:chgData name="Ryfka Schafer" userId="318b1ac2-30d3-4beb-81ce-7e66308a1db1" providerId="ADAL" clId="{6ADB8242-FC07-4006-B08C-E5283FADA5DD}" dt="2025-12-05T20:16:35.959" v="107"/>
      <pc:docMkLst>
        <pc:docMk/>
      </pc:docMkLst>
      <pc:sldChg chg="addSp delSp modSp mod">
        <pc:chgData name="Ryfka Schafer" userId="318b1ac2-30d3-4beb-81ce-7e66308a1db1" providerId="ADAL" clId="{6ADB8242-FC07-4006-B08C-E5283FADA5DD}" dt="2025-12-05T20:16:35.959" v="107"/>
        <pc:sldMkLst>
          <pc:docMk/>
          <pc:sldMk cId="3754166423" sldId="427"/>
        </pc:sldMkLst>
        <pc:spChg chg="add del mod">
          <ac:chgData name="Ryfka Schafer" userId="318b1ac2-30d3-4beb-81ce-7e66308a1db1" providerId="ADAL" clId="{6ADB8242-FC07-4006-B08C-E5283FADA5DD}" dt="2025-12-05T20:14:57.879" v="99"/>
          <ac:spMkLst>
            <pc:docMk/>
            <pc:sldMk cId="3754166423" sldId="427"/>
            <ac:spMk id="4" creationId="{44B218A2-7599-BA09-F2CC-1C85750449F3}"/>
          </ac:spMkLst>
        </pc:spChg>
        <pc:spChg chg="del">
          <ac:chgData name="Ryfka Schafer" userId="318b1ac2-30d3-4beb-81ce-7e66308a1db1" providerId="ADAL" clId="{6ADB8242-FC07-4006-B08C-E5283FADA5DD}" dt="2025-12-04T22:28:57.409" v="39"/>
          <ac:spMkLst>
            <pc:docMk/>
            <pc:sldMk cId="3754166423" sldId="427"/>
            <ac:spMk id="4" creationId="{BBBF9B7F-38DC-8D56-C619-4FA99D35932C}"/>
          </ac:spMkLst>
        </pc:spChg>
        <pc:spChg chg="del">
          <ac:chgData name="Ryfka Schafer" userId="318b1ac2-30d3-4beb-81ce-7e66308a1db1" providerId="ADAL" clId="{6ADB8242-FC07-4006-B08C-E5283FADA5DD}" dt="2025-12-04T22:28:57.409" v="37"/>
          <ac:spMkLst>
            <pc:docMk/>
            <pc:sldMk cId="3754166423" sldId="427"/>
            <ac:spMk id="6" creationId="{7FE16EC3-FAAC-5832-CF55-300AEE5935CE}"/>
          </ac:spMkLst>
        </pc:spChg>
        <pc:spChg chg="add del mod">
          <ac:chgData name="Ryfka Schafer" userId="318b1ac2-30d3-4beb-81ce-7e66308a1db1" providerId="ADAL" clId="{6ADB8242-FC07-4006-B08C-E5283FADA5DD}" dt="2025-12-05T20:14:57.879" v="97"/>
          <ac:spMkLst>
            <pc:docMk/>
            <pc:sldMk cId="3754166423" sldId="427"/>
            <ac:spMk id="6" creationId="{AA138ECC-D6ED-33A7-5906-3F197751DE74}"/>
          </ac:spMkLst>
        </pc:spChg>
        <pc:spChg chg="add mod">
          <ac:chgData name="Ryfka Schafer" userId="318b1ac2-30d3-4beb-81ce-7e66308a1db1" providerId="ADAL" clId="{6ADB8242-FC07-4006-B08C-E5283FADA5DD}" dt="2025-12-05T20:16:35.959" v="103"/>
          <ac:spMkLst>
            <pc:docMk/>
            <pc:sldMk cId="3754166423" sldId="427"/>
            <ac:spMk id="7" creationId="{23C9AA5E-91C3-E447-05EE-6C8532F058EF}"/>
          </ac:spMkLst>
        </pc:spChg>
        <pc:spChg chg="add del mod">
          <ac:chgData name="Ryfka Schafer" userId="318b1ac2-30d3-4beb-81ce-7e66308a1db1" providerId="ADAL" clId="{6ADB8242-FC07-4006-B08C-E5283FADA5DD}" dt="2025-12-05T17:23:30.185" v="75"/>
          <ac:spMkLst>
            <pc:docMk/>
            <pc:sldMk cId="3754166423" sldId="427"/>
            <ac:spMk id="7" creationId="{CC230467-A7C3-EA82-8A69-C2CEA8E0F67F}"/>
          </ac:spMkLst>
        </pc:spChg>
        <pc:spChg chg="add mod">
          <ac:chgData name="Ryfka Schafer" userId="318b1ac2-30d3-4beb-81ce-7e66308a1db1" providerId="ADAL" clId="{6ADB8242-FC07-4006-B08C-E5283FADA5DD}" dt="2025-12-05T20:16:35.959" v="107"/>
          <ac:spMkLst>
            <pc:docMk/>
            <pc:sldMk cId="3754166423" sldId="427"/>
            <ac:spMk id="8" creationId="{6D3EB5AC-9A47-BBC5-5DAE-12525248F68B}"/>
          </ac:spMkLst>
        </pc:spChg>
        <pc:spChg chg="add del mod">
          <ac:chgData name="Ryfka Schafer" userId="318b1ac2-30d3-4beb-81ce-7e66308a1db1" providerId="ADAL" clId="{6ADB8242-FC07-4006-B08C-E5283FADA5DD}" dt="2025-12-05T17:23:30.179" v="73"/>
          <ac:spMkLst>
            <pc:docMk/>
            <pc:sldMk cId="3754166423" sldId="427"/>
            <ac:spMk id="8" creationId="{F3042A70-3FD6-3A77-9DC5-5033C32E58D6}"/>
          </ac:spMkLst>
        </pc:spChg>
      </pc:sldChg>
      <pc:sldChg chg="addSp delSp modSp mod">
        <pc:chgData name="Ryfka Schafer" userId="318b1ac2-30d3-4beb-81ce-7e66308a1db1" providerId="ADAL" clId="{6ADB8242-FC07-4006-B08C-E5283FADA5DD}" dt="2025-12-05T20:11:13.245" v="95"/>
        <pc:sldMkLst>
          <pc:docMk/>
          <pc:sldMk cId="2877588176" sldId="431"/>
        </pc:sldMkLst>
        <pc:spChg chg="add del mod">
          <ac:chgData name="Ryfka Schafer" userId="318b1ac2-30d3-4beb-81ce-7e66308a1db1" providerId="ADAL" clId="{6ADB8242-FC07-4006-B08C-E5283FADA5DD}" dt="2025-12-05T17:21:01.056" v="51"/>
          <ac:spMkLst>
            <pc:docMk/>
            <pc:sldMk cId="2877588176" sldId="431"/>
            <ac:spMk id="4" creationId="{0ECF123E-E9C1-7B0B-7131-92508E7951CE}"/>
          </ac:spMkLst>
        </pc:spChg>
        <pc:spChg chg="add mod">
          <ac:chgData name="Ryfka Schafer" userId="318b1ac2-30d3-4beb-81ce-7e66308a1db1" providerId="ADAL" clId="{6ADB8242-FC07-4006-B08C-E5283FADA5DD}" dt="2025-12-05T20:11:13.245" v="91"/>
          <ac:spMkLst>
            <pc:docMk/>
            <pc:sldMk cId="2877588176" sldId="431"/>
            <ac:spMk id="4" creationId="{CF4827D9-AA59-5EDC-C3E3-3B2101CF3463}"/>
          </ac:spMkLst>
        </pc:spChg>
        <pc:spChg chg="add mod">
          <ac:chgData name="Ryfka Schafer" userId="318b1ac2-30d3-4beb-81ce-7e66308a1db1" providerId="ADAL" clId="{6ADB8242-FC07-4006-B08C-E5283FADA5DD}" dt="2025-12-05T20:11:13.245" v="95"/>
          <ac:spMkLst>
            <pc:docMk/>
            <pc:sldMk cId="2877588176" sldId="431"/>
            <ac:spMk id="6" creationId="{B253E648-C6F8-0BF1-670A-FE2A45F08C2C}"/>
          </ac:spMkLst>
        </pc:spChg>
        <pc:spChg chg="add del mod">
          <ac:chgData name="Ryfka Schafer" userId="318b1ac2-30d3-4beb-81ce-7e66308a1db1" providerId="ADAL" clId="{6ADB8242-FC07-4006-B08C-E5283FADA5DD}" dt="2025-12-05T17:21:01.056" v="49"/>
          <ac:spMkLst>
            <pc:docMk/>
            <pc:sldMk cId="2877588176" sldId="431"/>
            <ac:spMk id="6" creationId="{C7505B54-2055-6F98-D1EB-B0A5CF11B96D}"/>
          </ac:spMkLst>
        </pc:spChg>
        <pc:spChg chg="add del mod">
          <ac:chgData name="Ryfka Schafer" userId="318b1ac2-30d3-4beb-81ce-7e66308a1db1" providerId="ADAL" clId="{6ADB8242-FC07-4006-B08C-E5283FADA5DD}" dt="2025-12-05T17:21:27.335" v="63"/>
          <ac:spMkLst>
            <pc:docMk/>
            <pc:sldMk cId="2877588176" sldId="431"/>
            <ac:spMk id="8" creationId="{9F66D8B9-D3DC-1895-71BD-7BFB64496E57}"/>
          </ac:spMkLst>
        </pc:spChg>
        <pc:spChg chg="add del mod">
          <ac:chgData name="Ryfka Schafer" userId="318b1ac2-30d3-4beb-81ce-7e66308a1db1" providerId="ADAL" clId="{6ADB8242-FC07-4006-B08C-E5283FADA5DD}" dt="2025-12-05T17:21:27.330" v="61"/>
          <ac:spMkLst>
            <pc:docMk/>
            <pc:sldMk cId="2877588176" sldId="431"/>
            <ac:spMk id="9" creationId="{BF21DED9-EF13-7AF0-6AEB-FCF986A5627F}"/>
          </ac:spMkLst>
        </pc:spChg>
        <pc:spChg chg="add del mod">
          <ac:chgData name="Ryfka Schafer" userId="318b1ac2-30d3-4beb-81ce-7e66308a1db1" providerId="ADAL" clId="{6ADB8242-FC07-4006-B08C-E5283FADA5DD}" dt="2025-12-04T22:27:47.593" v="27"/>
          <ac:spMkLst>
            <pc:docMk/>
            <pc:sldMk cId="2877588176" sldId="431"/>
            <ac:spMk id="10" creationId="{C7C3B8CB-813D-C3D5-A818-B977972B7729}"/>
          </ac:spMkLst>
        </pc:spChg>
        <pc:spChg chg="add del mod">
          <ac:chgData name="Ryfka Schafer" userId="318b1ac2-30d3-4beb-81ce-7e66308a1db1" providerId="ADAL" clId="{6ADB8242-FC07-4006-B08C-E5283FADA5DD}" dt="2025-12-05T20:10:29.054" v="87"/>
          <ac:spMkLst>
            <pc:docMk/>
            <pc:sldMk cId="2877588176" sldId="431"/>
            <ac:spMk id="10" creationId="{D06CF2D6-B303-BF53-1E59-2FBFEB0EAA6D}"/>
          </ac:spMkLst>
        </pc:spChg>
        <pc:spChg chg="add del mod">
          <ac:chgData name="Ryfka Schafer" userId="318b1ac2-30d3-4beb-81ce-7e66308a1db1" providerId="ADAL" clId="{6ADB8242-FC07-4006-B08C-E5283FADA5DD}" dt="2025-12-04T22:27:47.583" v="25"/>
          <ac:spMkLst>
            <pc:docMk/>
            <pc:sldMk cId="2877588176" sldId="431"/>
            <ac:spMk id="11" creationId="{23E2E057-ED8A-B9FA-A3EF-4C7CE77DEF61}"/>
          </ac:spMkLst>
        </pc:spChg>
        <pc:spChg chg="add del mod">
          <ac:chgData name="Ryfka Schafer" userId="318b1ac2-30d3-4beb-81ce-7e66308a1db1" providerId="ADAL" clId="{6ADB8242-FC07-4006-B08C-E5283FADA5DD}" dt="2025-12-05T20:10:29.054" v="85"/>
          <ac:spMkLst>
            <pc:docMk/>
            <pc:sldMk cId="2877588176" sldId="431"/>
            <ac:spMk id="11" creationId="{F5EFF2BB-8622-3CD5-2A8C-EDEA0DBD817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40" cy="466434"/>
          </a:xfrm>
          <a:prstGeom prst="rect">
            <a:avLst/>
          </a:prstGeom>
        </p:spPr>
        <p:txBody>
          <a:bodyPr vert="horz" lIns="93172" tIns="46586" rIns="93172" bIns="4658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2" tIns="46586" rIns="93172" bIns="4658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quarter" idx="1"/>
          </p:nvPr>
        </p:nvSpPr>
        <p:spPr>
          <a:xfrm>
            <a:off x="3970938" y="1"/>
            <a:ext cx="3037840" cy="466434"/>
          </a:xfrm>
          <a:prstGeom prst="rect">
            <a:avLst/>
          </a:prstGeom>
        </p:spPr>
        <p:txBody>
          <a:bodyPr vert="horz" lIns="93172" tIns="46586" rIns="93172" bIns="46586" rtlCol="0"/>
          <a:lstStyle>
            <a:lvl1pPr algn="r">
              <a:defRPr sz="1200"/>
            </a:lvl1pPr>
          </a:lstStyle>
          <a:p>
            <a:fld id="{4888D498-CA9B-8D40-B07D-EB92BE597C17}" type="datetimeFigureOut">
              <a:rPr lang="en-US" smtClean="0"/>
              <a:t>12/5/2025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279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40" cy="466434"/>
          </a:xfrm>
          <a:prstGeom prst="rect">
            <a:avLst/>
          </a:prstGeom>
        </p:spPr>
        <p:txBody>
          <a:bodyPr vert="horz" lIns="93172" tIns="46586" rIns="93172" bIns="4658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1"/>
            <a:ext cx="3037840" cy="466434"/>
          </a:xfrm>
          <a:prstGeom prst="rect">
            <a:avLst/>
          </a:prstGeom>
        </p:spPr>
        <p:txBody>
          <a:bodyPr vert="horz" lIns="93172" tIns="46586" rIns="93172" bIns="46586" rtlCol="0"/>
          <a:lstStyle>
            <a:lvl1pPr algn="r">
              <a:defRPr sz="1200"/>
            </a:lvl1pPr>
          </a:lstStyle>
          <a:p>
            <a:fld id="{13AAC0AE-F2B6-6846-ABA1-89ECC7B4183F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1162050"/>
            <a:ext cx="5578475" cy="31384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2" tIns="46586" rIns="93172" bIns="4658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3"/>
            <a:ext cx="5608320" cy="3660458"/>
          </a:xfrm>
          <a:prstGeom prst="rect">
            <a:avLst/>
          </a:prstGeom>
        </p:spPr>
        <p:txBody>
          <a:bodyPr vert="horz" lIns="93172" tIns="46586" rIns="93172" bIns="4658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2" tIns="46586" rIns="93172" bIns="4658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2" tIns="46586" rIns="93172" bIns="46586" rtlCol="0" anchor="b"/>
          <a:lstStyle>
            <a:lvl1pPr algn="r">
              <a:defRPr sz="1200"/>
            </a:lvl1pPr>
          </a:lstStyle>
          <a:p>
            <a:fld id="{75EC4D74-3CE0-A14E-94A9-E88D6AC0C8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31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HM-XyALCGXM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hlinkClick r:id="rId3"/>
              </a:rPr>
              <a:t>https://www.youtube.com/watch?v=HM-XyALCGXM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EC4D74-3CE0-A14E-94A9-E88D6AC0C89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4107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https://www.youtube.com/watch?v=HM-XyALCGXM&amp;t=12s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EC4D74-3CE0-A14E-94A9-E88D6AC0C89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185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E9E2BFF-0B83-4EEC-B349-6032F0DFE8E4}"/>
              </a:ext>
            </a:extLst>
          </p:cNvPr>
          <p:cNvSpPr/>
          <p:nvPr userDrawn="1"/>
        </p:nvSpPr>
        <p:spPr>
          <a:xfrm rot="10800000">
            <a:off x="0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</a:schemeClr>
              </a:gs>
              <a:gs pos="62000">
                <a:srgbClr val="4EABD5">
                  <a:tint val="44500"/>
                  <a:satMod val="160000"/>
                </a:srgb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1728216" y="3295142"/>
            <a:ext cx="5687568" cy="35216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aseline="0">
                <a:solidFill>
                  <a:schemeClr val="bg1"/>
                </a:solidFill>
              </a:defRPr>
            </a:lvl1pPr>
            <a:lvl3pPr marL="685800" indent="0" algn="l">
              <a:buNone/>
              <a:defRPr/>
            </a:lvl3pPr>
          </a:lstStyle>
          <a:p>
            <a:pPr lvl="0"/>
            <a:r>
              <a:rPr lang="en-US"/>
              <a:t>Click to edit optional sub-header</a:t>
            </a:r>
            <a:br>
              <a:rPr lang="en-US"/>
            </a:br>
            <a:r>
              <a:rPr lang="en-US"/>
              <a:t>Arial, 12pt, sentence case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1728216" y="2230871"/>
            <a:ext cx="5687568" cy="952270"/>
          </a:xfrm>
          <a:prstGeom prst="rect">
            <a:avLst/>
          </a:prstGeom>
        </p:spPr>
        <p:txBody>
          <a:bodyPr anchor="b"/>
          <a:lstStyle>
            <a:lvl1pPr algn="ctr">
              <a:defRPr sz="20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TITLE, ARIAL, 20PT, UPPERCASE</a:t>
            </a:r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68CD39B6-2E49-4642-967A-D62CD650C9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36022" y="424100"/>
            <a:ext cx="1071956" cy="137484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997019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-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099198-7553-4076-AA94-8DECF542D0DE}"/>
              </a:ext>
            </a:extLst>
          </p:cNvPr>
          <p:cNvSpPr/>
          <p:nvPr userDrawn="1"/>
        </p:nvSpPr>
        <p:spPr>
          <a:xfrm rot="10800000">
            <a:off x="0" y="1662544"/>
            <a:ext cx="9144000" cy="1715445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</a:schemeClr>
              </a:gs>
              <a:gs pos="85000">
                <a:srgbClr val="4EABD5">
                  <a:tint val="44500"/>
                  <a:satMod val="160000"/>
                </a:srgb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AD8FF8E8-9462-4ED7-B962-440BDD8B85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28216" y="2871807"/>
            <a:ext cx="5687568" cy="35216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aseline="0">
                <a:solidFill>
                  <a:schemeClr val="bg1"/>
                </a:solidFill>
              </a:defRPr>
            </a:lvl1pPr>
            <a:lvl3pPr marL="685800" indent="0" algn="l">
              <a:buNone/>
              <a:defRPr/>
            </a:lvl3pPr>
          </a:lstStyle>
          <a:p>
            <a:pPr lvl="0"/>
            <a:r>
              <a:rPr lang="en-US" dirty="0"/>
              <a:t>Click to edit optional sub-header</a:t>
            </a:r>
            <a:br>
              <a:rPr lang="en-US" dirty="0"/>
            </a:br>
            <a:r>
              <a:rPr lang="en-US" dirty="0"/>
              <a:t>Arial, 12pt, sentence case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ECFDA11-F9FA-4132-89E4-A1DFC25738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8216" y="1807536"/>
            <a:ext cx="5687568" cy="952270"/>
          </a:xfrm>
          <a:prstGeom prst="rect">
            <a:avLst/>
          </a:prstGeom>
        </p:spPr>
        <p:txBody>
          <a:bodyPr anchor="b"/>
          <a:lstStyle>
            <a:lvl1pPr algn="ctr">
              <a:defRPr sz="20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TITLE, ARIAL, 20PT, UPPERCASE</a:t>
            </a:r>
          </a:p>
        </p:txBody>
      </p:sp>
    </p:spTree>
    <p:extLst>
      <p:ext uri="{BB962C8B-B14F-4D97-AF65-F5344CB8AC3E}">
        <p14:creationId xmlns:p14="http://schemas.microsoft.com/office/powerpoint/2010/main" val="40087360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-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099198-7553-4076-AA94-8DECF542D0DE}"/>
              </a:ext>
            </a:extLst>
          </p:cNvPr>
          <p:cNvSpPr/>
          <p:nvPr userDrawn="1"/>
        </p:nvSpPr>
        <p:spPr>
          <a:xfrm rot="10800000">
            <a:off x="0" y="1662544"/>
            <a:ext cx="9144000" cy="1715445"/>
          </a:xfrm>
          <a:prstGeom prst="rect">
            <a:avLst/>
          </a:prstGeom>
          <a:gradFill flip="none" rotWithShape="1">
            <a:gsLst>
              <a:gs pos="1000">
                <a:schemeClr val="tx1">
                  <a:lumMod val="50000"/>
                  <a:lumOff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AD8FF8E8-9462-4ED7-B962-440BDD8B85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28216" y="2871807"/>
            <a:ext cx="5687568" cy="35216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aseline="0">
                <a:solidFill>
                  <a:schemeClr val="bg1"/>
                </a:solidFill>
              </a:defRPr>
            </a:lvl1pPr>
            <a:lvl3pPr marL="685800" indent="0" algn="l">
              <a:buNone/>
              <a:defRPr/>
            </a:lvl3pPr>
          </a:lstStyle>
          <a:p>
            <a:pPr lvl="0"/>
            <a:r>
              <a:rPr lang="en-US" dirty="0"/>
              <a:t>Click to edit optional sub-header</a:t>
            </a:r>
            <a:br>
              <a:rPr lang="en-US" dirty="0"/>
            </a:br>
            <a:r>
              <a:rPr lang="en-US" dirty="0"/>
              <a:t>Arial, 12pt, sentence case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ECFDA11-F9FA-4132-89E4-A1DFC25738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8216" y="1807536"/>
            <a:ext cx="5687568" cy="952270"/>
          </a:xfrm>
          <a:prstGeom prst="rect">
            <a:avLst/>
          </a:prstGeom>
        </p:spPr>
        <p:txBody>
          <a:bodyPr anchor="b"/>
          <a:lstStyle>
            <a:lvl1pPr algn="ctr">
              <a:defRPr sz="20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TITLE, ARIAL, 20PT, UPPERCASE</a:t>
            </a:r>
          </a:p>
        </p:txBody>
      </p:sp>
    </p:spTree>
    <p:extLst>
      <p:ext uri="{BB962C8B-B14F-4D97-AF65-F5344CB8AC3E}">
        <p14:creationId xmlns:p14="http://schemas.microsoft.com/office/powerpoint/2010/main" val="29473796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-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099198-7553-4076-AA94-8DECF542D0DE}"/>
              </a:ext>
            </a:extLst>
          </p:cNvPr>
          <p:cNvSpPr/>
          <p:nvPr userDrawn="1"/>
        </p:nvSpPr>
        <p:spPr>
          <a:xfrm rot="10800000">
            <a:off x="0" y="1662544"/>
            <a:ext cx="9144000" cy="1715445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</a:schemeClr>
              </a:gs>
              <a:gs pos="85000">
                <a:srgbClr val="4EABD5">
                  <a:tint val="44500"/>
                  <a:satMod val="160000"/>
                </a:srgb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AD8FF8E8-9462-4ED7-B962-440BDD8B85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28216" y="2871807"/>
            <a:ext cx="5687568" cy="35216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aseline="0">
                <a:solidFill>
                  <a:schemeClr val="bg1"/>
                </a:solidFill>
              </a:defRPr>
            </a:lvl1pPr>
            <a:lvl3pPr marL="685800" indent="0" algn="l">
              <a:buNone/>
              <a:defRPr/>
            </a:lvl3pPr>
          </a:lstStyle>
          <a:p>
            <a:pPr lvl="0"/>
            <a:r>
              <a:rPr lang="en-US" dirty="0"/>
              <a:t>Click to edit optional sub-header</a:t>
            </a:r>
            <a:br>
              <a:rPr lang="en-US" dirty="0"/>
            </a:br>
            <a:r>
              <a:rPr lang="en-US" dirty="0"/>
              <a:t>Arial, 12pt, sentence case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ECFDA11-F9FA-4132-89E4-A1DFC25738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8216" y="1807536"/>
            <a:ext cx="5687568" cy="952270"/>
          </a:xfrm>
          <a:prstGeom prst="rect">
            <a:avLst/>
          </a:prstGeom>
        </p:spPr>
        <p:txBody>
          <a:bodyPr anchor="b"/>
          <a:lstStyle>
            <a:lvl1pPr algn="ctr">
              <a:defRPr sz="20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TITLE, ARIAL, 20PT, UPPERCASE</a:t>
            </a:r>
          </a:p>
        </p:txBody>
      </p:sp>
      <p:pic>
        <p:nvPicPr>
          <p:cNvPr id="3" name="Picture 2" descr="A large building&#10;&#10;Description automatically generated">
            <a:extLst>
              <a:ext uri="{FF2B5EF4-FFF2-40B4-BE49-F238E27FC236}">
                <a16:creationId xmlns:a16="http://schemas.microsoft.com/office/drawing/2014/main" id="{0F5107FE-B099-49F5-9A06-956B062761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1011690" y="302969"/>
            <a:ext cx="7120619" cy="4260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282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-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099198-7553-4076-AA94-8DECF542D0DE}"/>
              </a:ext>
            </a:extLst>
          </p:cNvPr>
          <p:cNvSpPr/>
          <p:nvPr userDrawn="1"/>
        </p:nvSpPr>
        <p:spPr>
          <a:xfrm rot="10800000">
            <a:off x="0" y="1662544"/>
            <a:ext cx="9144000" cy="1715445"/>
          </a:xfrm>
          <a:prstGeom prst="rect">
            <a:avLst/>
          </a:prstGeom>
          <a:gradFill flip="none" rotWithShape="1">
            <a:gsLst>
              <a:gs pos="1000">
                <a:schemeClr val="tx1">
                  <a:lumMod val="50000"/>
                  <a:lumOff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AD8FF8E8-9462-4ED7-B962-440BDD8B85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28216" y="2871807"/>
            <a:ext cx="5687568" cy="35216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aseline="0">
                <a:solidFill>
                  <a:schemeClr val="bg1"/>
                </a:solidFill>
              </a:defRPr>
            </a:lvl1pPr>
            <a:lvl3pPr marL="685800" indent="0" algn="l">
              <a:buNone/>
              <a:defRPr/>
            </a:lvl3pPr>
          </a:lstStyle>
          <a:p>
            <a:pPr lvl="0"/>
            <a:r>
              <a:rPr lang="en-US" dirty="0"/>
              <a:t>Click to edit optional sub-header</a:t>
            </a:r>
            <a:br>
              <a:rPr lang="en-US" dirty="0"/>
            </a:br>
            <a:r>
              <a:rPr lang="en-US" dirty="0"/>
              <a:t>Arial, 12pt, sentence case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ECFDA11-F9FA-4132-89E4-A1DFC25738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8216" y="1807536"/>
            <a:ext cx="5687568" cy="952270"/>
          </a:xfrm>
          <a:prstGeom prst="rect">
            <a:avLst/>
          </a:prstGeom>
        </p:spPr>
        <p:txBody>
          <a:bodyPr anchor="b"/>
          <a:lstStyle>
            <a:lvl1pPr algn="ctr">
              <a:defRPr sz="20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TITLE, ARIAL, 20PT, UPPERCASE</a:t>
            </a:r>
          </a:p>
        </p:txBody>
      </p:sp>
      <p:pic>
        <p:nvPicPr>
          <p:cNvPr id="2" name="Picture 1" descr="A large building&#10;&#10;Description automatically generated">
            <a:extLst>
              <a:ext uri="{FF2B5EF4-FFF2-40B4-BE49-F238E27FC236}">
                <a16:creationId xmlns:a16="http://schemas.microsoft.com/office/drawing/2014/main" id="{E1234ECC-ADCC-46AC-9691-CE80D2E9AC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1011690" y="302969"/>
            <a:ext cx="7120619" cy="4260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7766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-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/>
          <p:cNvCxnSpPr/>
          <p:nvPr userDrawn="1"/>
        </p:nvCxnSpPr>
        <p:spPr>
          <a:xfrm>
            <a:off x="2793883" y="868296"/>
            <a:ext cx="0" cy="3216977"/>
          </a:xfrm>
          <a:prstGeom prst="line">
            <a:avLst/>
          </a:prstGeom>
          <a:ln w="19050">
            <a:solidFill>
              <a:srgbClr val="CDCD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2793883" y="1020696"/>
            <a:ext cx="0" cy="3216977"/>
          </a:xfrm>
          <a:prstGeom prst="line">
            <a:avLst/>
          </a:prstGeom>
          <a:ln w="19050">
            <a:solidFill>
              <a:srgbClr val="CDCD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 userDrawn="1"/>
        </p:nvSpPr>
        <p:spPr>
          <a:xfrm>
            <a:off x="509695" y="2243735"/>
            <a:ext cx="20989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>
                <a:solidFill>
                  <a:srgbClr val="2597CB"/>
                </a:solidFill>
              </a:rPr>
              <a:t>AGENDA</a:t>
            </a:r>
            <a:endParaRPr lang="en-US" sz="3200">
              <a:solidFill>
                <a:srgbClr val="2597CB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3233738" y="1075638"/>
            <a:ext cx="5203825" cy="3162035"/>
          </a:xfrm>
        </p:spPr>
        <p:txBody>
          <a:bodyPr/>
          <a:lstStyle>
            <a:lvl1pPr>
              <a:buClr>
                <a:srgbClr val="2597CB"/>
              </a:buClr>
              <a:defRPr>
                <a:solidFill>
                  <a:srgbClr val="414042"/>
                </a:solidFill>
              </a:defRPr>
            </a:lvl1pPr>
            <a:lvl2pPr>
              <a:buClr>
                <a:srgbClr val="2597CB"/>
              </a:buClr>
              <a:defRPr>
                <a:solidFill>
                  <a:srgbClr val="414042"/>
                </a:solidFill>
              </a:defRPr>
            </a:lvl2pPr>
            <a:lvl3pPr>
              <a:buClr>
                <a:srgbClr val="2597CB"/>
              </a:buClr>
              <a:defRPr>
                <a:solidFill>
                  <a:srgbClr val="414042"/>
                </a:solidFill>
              </a:defRPr>
            </a:lvl3pPr>
            <a:lvl4pPr>
              <a:buClr>
                <a:srgbClr val="2597CB"/>
              </a:buClr>
              <a:defRPr/>
            </a:lvl4pPr>
            <a:lvl5pPr>
              <a:buClr>
                <a:srgbClr val="2597CB"/>
              </a:buClr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9158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692306" y="865565"/>
            <a:ext cx="7746421" cy="3554299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ct val="140000"/>
              <a:buFont typeface="Arial"/>
              <a:buChar char="•"/>
              <a:tabLst/>
              <a:defRPr baseline="0"/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Tx/>
              <a:buFont typeface="Courier New" charset="0"/>
              <a:buChar char="o"/>
              <a:tabLst/>
              <a:defRPr baseline="0"/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charset="0"/>
              <a:buChar char="o"/>
              <a:tabLst/>
              <a:defRPr baseline="0"/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itle 9"/>
          <p:cNvSpPr>
            <a:spLocks noGrp="1"/>
          </p:cNvSpPr>
          <p:nvPr>
            <p:ph type="title" hasCustomPrompt="1"/>
          </p:nvPr>
        </p:nvSpPr>
        <p:spPr>
          <a:xfrm>
            <a:off x="692306" y="139129"/>
            <a:ext cx="7739647" cy="382198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sz="2000" baseline="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Add Title – Use Title Case, No More than Two Lines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65853EB-037E-4664-B8C6-47A825981E1A}"/>
              </a:ext>
            </a:extLst>
          </p:cNvPr>
          <p:cNvCxnSpPr>
            <a:cxnSpLocks/>
          </p:cNvCxnSpPr>
          <p:nvPr userDrawn="1"/>
        </p:nvCxnSpPr>
        <p:spPr>
          <a:xfrm>
            <a:off x="695833" y="684557"/>
            <a:ext cx="7752333" cy="0"/>
          </a:xfrm>
          <a:prstGeom prst="line">
            <a:avLst/>
          </a:prstGeom>
          <a:ln w="28575">
            <a:solidFill>
              <a:srgbClr val="91C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003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lu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92306" y="866121"/>
            <a:ext cx="7765894" cy="2379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Click to enter subtitle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C134C1F-53DF-43C2-AF4D-EE37600EC2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2306" y="1207501"/>
            <a:ext cx="7746421" cy="3245229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ct val="140000"/>
              <a:buFont typeface="Arial"/>
              <a:buChar char="•"/>
              <a:tabLst/>
              <a:defRPr baseline="0"/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Tx/>
              <a:buFont typeface="Courier New" charset="0"/>
              <a:buChar char="o"/>
              <a:tabLst/>
              <a:defRPr baseline="0"/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charset="0"/>
              <a:buChar char="o"/>
              <a:tabLst/>
              <a:defRPr baseline="0"/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5pPr>
          </a:lstStyle>
          <a:p>
            <a:pPr lvl="0"/>
            <a:r>
              <a:rPr lang="en-US"/>
              <a:t>Select &amp; type to begin bullet list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itle 9"/>
          <p:cNvSpPr>
            <a:spLocks noGrp="1"/>
          </p:cNvSpPr>
          <p:nvPr>
            <p:ph type="title" hasCustomPrompt="1"/>
          </p:nvPr>
        </p:nvSpPr>
        <p:spPr>
          <a:xfrm>
            <a:off x="692306" y="139129"/>
            <a:ext cx="7739647" cy="382198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sz="2000" baseline="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Add Title – Use Title Case, No More than Two Lines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FDCBBB4-8E3B-4C61-976E-98D52FE44A29}"/>
              </a:ext>
            </a:extLst>
          </p:cNvPr>
          <p:cNvCxnSpPr>
            <a:cxnSpLocks/>
          </p:cNvCxnSpPr>
          <p:nvPr userDrawn="1"/>
        </p:nvCxnSpPr>
        <p:spPr>
          <a:xfrm>
            <a:off x="695833" y="684557"/>
            <a:ext cx="7752333" cy="0"/>
          </a:xfrm>
          <a:prstGeom prst="line">
            <a:avLst/>
          </a:prstGeom>
          <a:ln w="28575">
            <a:solidFill>
              <a:srgbClr val="91C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3419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9"/>
          <p:cNvSpPr>
            <a:spLocks noGrp="1"/>
          </p:cNvSpPr>
          <p:nvPr>
            <p:ph type="title" hasCustomPrompt="1"/>
          </p:nvPr>
        </p:nvSpPr>
        <p:spPr>
          <a:xfrm>
            <a:off x="692306" y="139129"/>
            <a:ext cx="7739647" cy="382198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sz="2000" baseline="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Add Title – Use Title Case, No More than Two Lines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DAC10F0B-0123-4229-8555-D91EFBF8221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2307" y="865565"/>
            <a:ext cx="3794760" cy="3554299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ct val="140000"/>
              <a:buFont typeface="Arial"/>
              <a:buChar char="•"/>
              <a:tabLst/>
              <a:defRPr baseline="0"/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Tx/>
              <a:buFont typeface="Courier New" charset="0"/>
              <a:buChar char="o"/>
              <a:tabLst/>
              <a:defRPr baseline="0"/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charset="0"/>
              <a:buChar char="o"/>
              <a:tabLst/>
              <a:defRPr baseline="0"/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0598F9A-D406-4367-9FD6-44DB1EEC849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52151" y="857250"/>
            <a:ext cx="3794760" cy="3554299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ct val="140000"/>
              <a:buFont typeface="Arial"/>
              <a:buChar char="•"/>
              <a:tabLst/>
              <a:defRPr baseline="0"/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Tx/>
              <a:buFont typeface="Courier New" charset="0"/>
              <a:buChar char="o"/>
              <a:tabLst/>
              <a:defRPr baseline="0"/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charset="0"/>
              <a:buChar char="o"/>
              <a:tabLst/>
              <a:defRPr baseline="0"/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B59BEE1-BB1C-456A-8CAB-34661D039C71}"/>
              </a:ext>
            </a:extLst>
          </p:cNvPr>
          <p:cNvCxnSpPr>
            <a:cxnSpLocks/>
          </p:cNvCxnSpPr>
          <p:nvPr userDrawn="1"/>
        </p:nvCxnSpPr>
        <p:spPr>
          <a:xfrm>
            <a:off x="695833" y="684557"/>
            <a:ext cx="7752333" cy="0"/>
          </a:xfrm>
          <a:prstGeom prst="line">
            <a:avLst/>
          </a:prstGeom>
          <a:ln w="28575">
            <a:solidFill>
              <a:srgbClr val="91C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-column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9"/>
          <p:cNvSpPr>
            <a:spLocks noGrp="1"/>
          </p:cNvSpPr>
          <p:nvPr>
            <p:ph type="title" hasCustomPrompt="1"/>
          </p:nvPr>
        </p:nvSpPr>
        <p:spPr>
          <a:xfrm>
            <a:off x="692306" y="139129"/>
            <a:ext cx="7739647" cy="382198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sz="2000" baseline="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Add Title – Use Title Case, No More than Two Lines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B59BEE1-BB1C-456A-8CAB-34661D039C71}"/>
              </a:ext>
            </a:extLst>
          </p:cNvPr>
          <p:cNvCxnSpPr>
            <a:cxnSpLocks/>
          </p:cNvCxnSpPr>
          <p:nvPr userDrawn="1"/>
        </p:nvCxnSpPr>
        <p:spPr>
          <a:xfrm>
            <a:off x="695833" y="684557"/>
            <a:ext cx="7752333" cy="0"/>
          </a:xfrm>
          <a:prstGeom prst="line">
            <a:avLst/>
          </a:prstGeom>
          <a:ln w="28575">
            <a:solidFill>
              <a:srgbClr val="91C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67034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33843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E9E2BFF-0B83-4EEC-B349-6032F0DFE8E4}"/>
              </a:ext>
            </a:extLst>
          </p:cNvPr>
          <p:cNvSpPr/>
          <p:nvPr userDrawn="1"/>
        </p:nvSpPr>
        <p:spPr>
          <a:xfrm rot="10800000">
            <a:off x="0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</a:schemeClr>
              </a:gs>
              <a:gs pos="62000">
                <a:srgbClr val="4EABD5">
                  <a:tint val="44500"/>
                  <a:satMod val="160000"/>
                </a:srgb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1728216" y="3295143"/>
            <a:ext cx="5687568" cy="35216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aseline="0">
                <a:solidFill>
                  <a:schemeClr val="bg1"/>
                </a:solidFill>
              </a:defRPr>
            </a:lvl1pPr>
            <a:lvl3pPr marL="685783" indent="0" algn="l">
              <a:buNone/>
              <a:defRPr/>
            </a:lvl3pPr>
          </a:lstStyle>
          <a:p>
            <a:pPr lvl="0"/>
            <a:r>
              <a:rPr lang="en-US"/>
              <a:t>Click to edit optional sub-header</a:t>
            </a:r>
            <a:br>
              <a:rPr lang="en-US"/>
            </a:br>
            <a:r>
              <a:rPr lang="en-US"/>
              <a:t>Arial, 12pt, sentence case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1728216" y="2230872"/>
            <a:ext cx="5687568" cy="952270"/>
          </a:xfrm>
          <a:prstGeom prst="rect">
            <a:avLst/>
          </a:prstGeom>
        </p:spPr>
        <p:txBody>
          <a:bodyPr anchor="b"/>
          <a:lstStyle>
            <a:lvl1pPr algn="ctr">
              <a:defRPr sz="20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TITLE, ARIAL, 20PT, UPPERCASE</a:t>
            </a:r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68CD39B6-2E49-4642-967A-D62CD650C9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36023" y="424100"/>
            <a:ext cx="1071956" cy="137484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199943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-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099198-7553-4076-AA94-8DECF542D0DE}"/>
              </a:ext>
            </a:extLst>
          </p:cNvPr>
          <p:cNvSpPr/>
          <p:nvPr userDrawn="1"/>
        </p:nvSpPr>
        <p:spPr>
          <a:xfrm rot="10800000">
            <a:off x="0" y="1662545"/>
            <a:ext cx="9144000" cy="1715445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</a:schemeClr>
              </a:gs>
              <a:gs pos="85000">
                <a:srgbClr val="4EABD5">
                  <a:tint val="44500"/>
                  <a:satMod val="160000"/>
                </a:srgb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AD8FF8E8-9462-4ED7-B962-440BDD8B85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28216" y="2871808"/>
            <a:ext cx="5687568" cy="35216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aseline="0">
                <a:solidFill>
                  <a:schemeClr val="bg1"/>
                </a:solidFill>
              </a:defRPr>
            </a:lvl1pPr>
            <a:lvl3pPr marL="685783" indent="0" algn="l">
              <a:buNone/>
              <a:defRPr/>
            </a:lvl3pPr>
          </a:lstStyle>
          <a:p>
            <a:pPr lvl="0"/>
            <a:r>
              <a:rPr lang="en-US" dirty="0"/>
              <a:t>Click to edit optional sub-header</a:t>
            </a:r>
            <a:br>
              <a:rPr lang="en-US" dirty="0"/>
            </a:br>
            <a:r>
              <a:rPr lang="en-US" dirty="0"/>
              <a:t>Arial, 12pt, sentence case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ECFDA11-F9FA-4132-89E4-A1DFC25738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8216" y="1807536"/>
            <a:ext cx="5687568" cy="952270"/>
          </a:xfrm>
          <a:prstGeom prst="rect">
            <a:avLst/>
          </a:prstGeom>
        </p:spPr>
        <p:txBody>
          <a:bodyPr anchor="b"/>
          <a:lstStyle>
            <a:lvl1pPr algn="ctr">
              <a:defRPr sz="20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TITLE, ARIAL, 20PT, UPPERCASE</a:t>
            </a:r>
          </a:p>
        </p:txBody>
      </p:sp>
    </p:spTree>
    <p:extLst>
      <p:ext uri="{BB962C8B-B14F-4D97-AF65-F5344CB8AC3E}">
        <p14:creationId xmlns:p14="http://schemas.microsoft.com/office/powerpoint/2010/main" val="42320723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-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099198-7553-4076-AA94-8DECF542D0DE}"/>
              </a:ext>
            </a:extLst>
          </p:cNvPr>
          <p:cNvSpPr/>
          <p:nvPr userDrawn="1"/>
        </p:nvSpPr>
        <p:spPr>
          <a:xfrm rot="10800000">
            <a:off x="0" y="1662545"/>
            <a:ext cx="9144000" cy="1715445"/>
          </a:xfrm>
          <a:prstGeom prst="rect">
            <a:avLst/>
          </a:prstGeom>
          <a:gradFill flip="none" rotWithShape="1">
            <a:gsLst>
              <a:gs pos="1000">
                <a:schemeClr val="tx1">
                  <a:lumMod val="50000"/>
                  <a:lumOff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AD8FF8E8-9462-4ED7-B962-440BDD8B85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28216" y="2871808"/>
            <a:ext cx="5687568" cy="35216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aseline="0">
                <a:solidFill>
                  <a:schemeClr val="bg1"/>
                </a:solidFill>
              </a:defRPr>
            </a:lvl1pPr>
            <a:lvl3pPr marL="685783" indent="0" algn="l">
              <a:buNone/>
              <a:defRPr/>
            </a:lvl3pPr>
          </a:lstStyle>
          <a:p>
            <a:pPr lvl="0"/>
            <a:r>
              <a:rPr lang="en-US" dirty="0"/>
              <a:t>Click to edit optional sub-header</a:t>
            </a:r>
            <a:br>
              <a:rPr lang="en-US" dirty="0"/>
            </a:br>
            <a:r>
              <a:rPr lang="en-US" dirty="0"/>
              <a:t>Arial, 12pt, sentence case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ECFDA11-F9FA-4132-89E4-A1DFC25738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8216" y="1807536"/>
            <a:ext cx="5687568" cy="952270"/>
          </a:xfrm>
          <a:prstGeom prst="rect">
            <a:avLst/>
          </a:prstGeom>
        </p:spPr>
        <p:txBody>
          <a:bodyPr anchor="b"/>
          <a:lstStyle>
            <a:lvl1pPr algn="ctr">
              <a:defRPr sz="20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TITLE, ARIAL, 20PT, UPPERCASE</a:t>
            </a:r>
          </a:p>
        </p:txBody>
      </p:sp>
    </p:spTree>
    <p:extLst>
      <p:ext uri="{BB962C8B-B14F-4D97-AF65-F5344CB8AC3E}">
        <p14:creationId xmlns:p14="http://schemas.microsoft.com/office/powerpoint/2010/main" val="24640128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-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099198-7553-4076-AA94-8DECF542D0DE}"/>
              </a:ext>
            </a:extLst>
          </p:cNvPr>
          <p:cNvSpPr/>
          <p:nvPr userDrawn="1"/>
        </p:nvSpPr>
        <p:spPr>
          <a:xfrm rot="10800000">
            <a:off x="0" y="1662545"/>
            <a:ext cx="9144000" cy="1715445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</a:schemeClr>
              </a:gs>
              <a:gs pos="85000">
                <a:srgbClr val="4EABD5">
                  <a:tint val="44500"/>
                  <a:satMod val="160000"/>
                </a:srgb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AD8FF8E8-9462-4ED7-B962-440BDD8B85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28216" y="2871808"/>
            <a:ext cx="5687568" cy="35216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aseline="0">
                <a:solidFill>
                  <a:schemeClr val="bg1"/>
                </a:solidFill>
              </a:defRPr>
            </a:lvl1pPr>
            <a:lvl3pPr marL="685783" indent="0" algn="l">
              <a:buNone/>
              <a:defRPr/>
            </a:lvl3pPr>
          </a:lstStyle>
          <a:p>
            <a:pPr lvl="0"/>
            <a:r>
              <a:rPr lang="en-US" dirty="0"/>
              <a:t>Click to edit optional sub-header</a:t>
            </a:r>
            <a:br>
              <a:rPr lang="en-US" dirty="0"/>
            </a:br>
            <a:r>
              <a:rPr lang="en-US" dirty="0"/>
              <a:t>Arial, 12pt, sentence case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ECFDA11-F9FA-4132-89E4-A1DFC25738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8216" y="1807536"/>
            <a:ext cx="5687568" cy="952270"/>
          </a:xfrm>
          <a:prstGeom prst="rect">
            <a:avLst/>
          </a:prstGeom>
        </p:spPr>
        <p:txBody>
          <a:bodyPr anchor="b"/>
          <a:lstStyle>
            <a:lvl1pPr algn="ctr">
              <a:defRPr sz="20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TITLE, ARIAL, 20PT, UPPERCASE</a:t>
            </a:r>
          </a:p>
        </p:txBody>
      </p:sp>
      <p:pic>
        <p:nvPicPr>
          <p:cNvPr id="3" name="Picture 2" descr="A large building&#10;&#10;Description automatically generated">
            <a:extLst>
              <a:ext uri="{FF2B5EF4-FFF2-40B4-BE49-F238E27FC236}">
                <a16:creationId xmlns:a16="http://schemas.microsoft.com/office/drawing/2014/main" id="{0F5107FE-B099-49F5-9A06-956B062761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1011691" y="302970"/>
            <a:ext cx="7120619" cy="4260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8356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-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099198-7553-4076-AA94-8DECF542D0DE}"/>
              </a:ext>
            </a:extLst>
          </p:cNvPr>
          <p:cNvSpPr/>
          <p:nvPr userDrawn="1"/>
        </p:nvSpPr>
        <p:spPr>
          <a:xfrm rot="10800000">
            <a:off x="0" y="1662545"/>
            <a:ext cx="9144000" cy="1715445"/>
          </a:xfrm>
          <a:prstGeom prst="rect">
            <a:avLst/>
          </a:prstGeom>
          <a:gradFill flip="none" rotWithShape="1">
            <a:gsLst>
              <a:gs pos="1000">
                <a:schemeClr val="tx1">
                  <a:lumMod val="50000"/>
                  <a:lumOff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AD8FF8E8-9462-4ED7-B962-440BDD8B85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28216" y="2871808"/>
            <a:ext cx="5687568" cy="35216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aseline="0">
                <a:solidFill>
                  <a:schemeClr val="bg1"/>
                </a:solidFill>
              </a:defRPr>
            </a:lvl1pPr>
            <a:lvl3pPr marL="685783" indent="0" algn="l">
              <a:buNone/>
              <a:defRPr/>
            </a:lvl3pPr>
          </a:lstStyle>
          <a:p>
            <a:pPr lvl="0"/>
            <a:r>
              <a:rPr lang="en-US" dirty="0"/>
              <a:t>Click to edit optional sub-header</a:t>
            </a:r>
            <a:br>
              <a:rPr lang="en-US" dirty="0"/>
            </a:br>
            <a:r>
              <a:rPr lang="en-US" dirty="0"/>
              <a:t>Arial, 12pt, sentence case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ECFDA11-F9FA-4132-89E4-A1DFC25738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8216" y="1807536"/>
            <a:ext cx="5687568" cy="952270"/>
          </a:xfrm>
          <a:prstGeom prst="rect">
            <a:avLst/>
          </a:prstGeom>
        </p:spPr>
        <p:txBody>
          <a:bodyPr anchor="b"/>
          <a:lstStyle>
            <a:lvl1pPr algn="ctr">
              <a:defRPr sz="20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TITLE, ARIAL, 20PT, UPPERCASE</a:t>
            </a:r>
          </a:p>
        </p:txBody>
      </p:sp>
      <p:pic>
        <p:nvPicPr>
          <p:cNvPr id="2" name="Picture 1" descr="A large building&#10;&#10;Description automatically generated">
            <a:extLst>
              <a:ext uri="{FF2B5EF4-FFF2-40B4-BE49-F238E27FC236}">
                <a16:creationId xmlns:a16="http://schemas.microsoft.com/office/drawing/2014/main" id="{E1234ECC-ADCC-46AC-9691-CE80D2E9AC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1011691" y="302970"/>
            <a:ext cx="7120619" cy="4260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6350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-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/>
          <p:cNvCxnSpPr/>
          <p:nvPr userDrawn="1"/>
        </p:nvCxnSpPr>
        <p:spPr>
          <a:xfrm>
            <a:off x="2793883" y="868297"/>
            <a:ext cx="0" cy="3216977"/>
          </a:xfrm>
          <a:prstGeom prst="line">
            <a:avLst/>
          </a:prstGeom>
          <a:ln w="19050">
            <a:solidFill>
              <a:srgbClr val="CDCD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2793883" y="1020697"/>
            <a:ext cx="0" cy="3216977"/>
          </a:xfrm>
          <a:prstGeom prst="line">
            <a:avLst/>
          </a:prstGeom>
          <a:ln w="19050">
            <a:solidFill>
              <a:srgbClr val="CDCD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 userDrawn="1"/>
        </p:nvSpPr>
        <p:spPr>
          <a:xfrm>
            <a:off x="509696" y="2243736"/>
            <a:ext cx="20989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>
                <a:solidFill>
                  <a:srgbClr val="2597CB"/>
                </a:solidFill>
              </a:rPr>
              <a:t>AGENDA</a:t>
            </a:r>
            <a:endParaRPr lang="en-US" sz="3200">
              <a:solidFill>
                <a:srgbClr val="2597CB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3233739" y="1075639"/>
            <a:ext cx="5203825" cy="3162035"/>
          </a:xfrm>
        </p:spPr>
        <p:txBody>
          <a:bodyPr/>
          <a:lstStyle>
            <a:lvl1pPr>
              <a:buClr>
                <a:srgbClr val="2597CB"/>
              </a:buClr>
              <a:defRPr>
                <a:solidFill>
                  <a:srgbClr val="414042"/>
                </a:solidFill>
              </a:defRPr>
            </a:lvl1pPr>
            <a:lvl2pPr>
              <a:buClr>
                <a:srgbClr val="2597CB"/>
              </a:buClr>
              <a:defRPr>
                <a:solidFill>
                  <a:srgbClr val="414042"/>
                </a:solidFill>
              </a:defRPr>
            </a:lvl2pPr>
            <a:lvl3pPr>
              <a:buClr>
                <a:srgbClr val="2597CB"/>
              </a:buClr>
              <a:defRPr>
                <a:solidFill>
                  <a:srgbClr val="414042"/>
                </a:solidFill>
              </a:defRPr>
            </a:lvl3pPr>
            <a:lvl4pPr>
              <a:buClr>
                <a:srgbClr val="2597CB"/>
              </a:buClr>
              <a:defRPr/>
            </a:lvl4pPr>
            <a:lvl5pPr>
              <a:buClr>
                <a:srgbClr val="2597CB"/>
              </a:buClr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1060940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692307" y="865565"/>
            <a:ext cx="7746421" cy="3554299"/>
          </a:xfrm>
          <a:prstGeom prst="rect">
            <a:avLst/>
          </a:prstGeom>
        </p:spPr>
        <p:txBody>
          <a:bodyPr lIns="0" tIns="0" rIns="0" bIns="0"/>
          <a:lstStyle>
            <a:lvl1pPr marL="228594" marR="0" indent="-228594" algn="l" defTabSz="914378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ct val="140000"/>
              <a:buFont typeface="Arial"/>
              <a:buChar char="•"/>
              <a:tabLst/>
              <a:defRPr baseline="0"/>
            </a:lvl1pPr>
            <a:lvl2pPr marL="685783" marR="0" indent="-228594" algn="l" defTabSz="914378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Tx/>
              <a:buFont typeface="Courier New" charset="0"/>
              <a:buChar char="o"/>
              <a:tabLst/>
              <a:defRPr baseline="0"/>
            </a:lvl2pPr>
            <a:lvl3pPr marL="1142972" marR="0" indent="-228594" algn="l" defTabSz="914378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3pPr>
            <a:lvl4pPr marL="1600160" marR="0" indent="-228594" algn="l" defTabSz="914378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charset="0"/>
              <a:buChar char="o"/>
              <a:tabLst/>
              <a:defRPr baseline="0"/>
            </a:lvl4pPr>
            <a:lvl5pPr marL="2057348" marR="0" indent="-228594" algn="l" defTabSz="914378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itle 9"/>
          <p:cNvSpPr>
            <a:spLocks noGrp="1"/>
          </p:cNvSpPr>
          <p:nvPr>
            <p:ph type="title" hasCustomPrompt="1"/>
          </p:nvPr>
        </p:nvSpPr>
        <p:spPr>
          <a:xfrm>
            <a:off x="692307" y="139130"/>
            <a:ext cx="7739647" cy="382198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sz="2000" baseline="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Add Title – Use Title Case, No More than Two Lines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65853EB-037E-4664-B8C6-47A825981E1A}"/>
              </a:ext>
            </a:extLst>
          </p:cNvPr>
          <p:cNvCxnSpPr>
            <a:cxnSpLocks/>
          </p:cNvCxnSpPr>
          <p:nvPr userDrawn="1"/>
        </p:nvCxnSpPr>
        <p:spPr>
          <a:xfrm>
            <a:off x="695834" y="684557"/>
            <a:ext cx="7752333" cy="0"/>
          </a:xfrm>
          <a:prstGeom prst="line">
            <a:avLst/>
          </a:prstGeom>
          <a:ln w="28575">
            <a:solidFill>
              <a:srgbClr val="91C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59848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lu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92307" y="866121"/>
            <a:ext cx="7765894" cy="2379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Click to enter subtitle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C134C1F-53DF-43C2-AF4D-EE37600EC2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2307" y="1207502"/>
            <a:ext cx="7746421" cy="3245229"/>
          </a:xfrm>
          <a:prstGeom prst="rect">
            <a:avLst/>
          </a:prstGeom>
        </p:spPr>
        <p:txBody>
          <a:bodyPr lIns="0" tIns="0" rIns="0" bIns="0"/>
          <a:lstStyle>
            <a:lvl1pPr marL="228594" marR="0" indent="-228594" algn="l" defTabSz="914378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ct val="140000"/>
              <a:buFont typeface="Arial"/>
              <a:buChar char="•"/>
              <a:tabLst/>
              <a:defRPr baseline="0"/>
            </a:lvl1pPr>
            <a:lvl2pPr marL="685783" marR="0" indent="-228594" algn="l" defTabSz="914378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Tx/>
              <a:buFont typeface="Courier New" charset="0"/>
              <a:buChar char="o"/>
              <a:tabLst/>
              <a:defRPr baseline="0"/>
            </a:lvl2pPr>
            <a:lvl3pPr marL="1142972" marR="0" indent="-228594" algn="l" defTabSz="914378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3pPr>
            <a:lvl4pPr marL="1600160" marR="0" indent="-228594" algn="l" defTabSz="914378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charset="0"/>
              <a:buChar char="o"/>
              <a:tabLst/>
              <a:defRPr baseline="0"/>
            </a:lvl4pPr>
            <a:lvl5pPr marL="2057348" marR="0" indent="-228594" algn="l" defTabSz="914378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5pPr>
          </a:lstStyle>
          <a:p>
            <a:pPr lvl="0"/>
            <a:r>
              <a:rPr lang="en-US"/>
              <a:t>Select &amp; type to begin bullet list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itle 9"/>
          <p:cNvSpPr>
            <a:spLocks noGrp="1"/>
          </p:cNvSpPr>
          <p:nvPr>
            <p:ph type="title" hasCustomPrompt="1"/>
          </p:nvPr>
        </p:nvSpPr>
        <p:spPr>
          <a:xfrm>
            <a:off x="692307" y="139130"/>
            <a:ext cx="7739647" cy="382198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sz="2000" baseline="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Add Title – Use Title Case, No More than Two Lines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FDCBBB4-8E3B-4C61-976E-98D52FE44A29}"/>
              </a:ext>
            </a:extLst>
          </p:cNvPr>
          <p:cNvCxnSpPr>
            <a:cxnSpLocks/>
          </p:cNvCxnSpPr>
          <p:nvPr userDrawn="1"/>
        </p:nvCxnSpPr>
        <p:spPr>
          <a:xfrm>
            <a:off x="695834" y="684557"/>
            <a:ext cx="7752333" cy="0"/>
          </a:xfrm>
          <a:prstGeom prst="line">
            <a:avLst/>
          </a:prstGeom>
          <a:ln w="28575">
            <a:solidFill>
              <a:srgbClr val="91C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24886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9"/>
          <p:cNvSpPr>
            <a:spLocks noGrp="1"/>
          </p:cNvSpPr>
          <p:nvPr>
            <p:ph type="title" hasCustomPrompt="1"/>
          </p:nvPr>
        </p:nvSpPr>
        <p:spPr>
          <a:xfrm>
            <a:off x="692307" y="139130"/>
            <a:ext cx="7739647" cy="382198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sz="2000" baseline="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Add Title – Use Title Case, No More than Two Lines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DAC10F0B-0123-4229-8555-D91EFBF8221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2307" y="865565"/>
            <a:ext cx="3794760" cy="3554299"/>
          </a:xfrm>
          <a:prstGeom prst="rect">
            <a:avLst/>
          </a:prstGeom>
        </p:spPr>
        <p:txBody>
          <a:bodyPr lIns="0" tIns="0" rIns="0" bIns="0"/>
          <a:lstStyle>
            <a:lvl1pPr marL="228594" marR="0" indent="-228594" algn="l" defTabSz="914378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ct val="140000"/>
              <a:buFont typeface="Arial"/>
              <a:buChar char="•"/>
              <a:tabLst/>
              <a:defRPr baseline="0"/>
            </a:lvl1pPr>
            <a:lvl2pPr marL="685783" marR="0" indent="-228594" algn="l" defTabSz="914378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Tx/>
              <a:buFont typeface="Courier New" charset="0"/>
              <a:buChar char="o"/>
              <a:tabLst/>
              <a:defRPr baseline="0"/>
            </a:lvl2pPr>
            <a:lvl3pPr marL="1142972" marR="0" indent="-228594" algn="l" defTabSz="914378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3pPr>
            <a:lvl4pPr marL="1600160" marR="0" indent="-228594" algn="l" defTabSz="914378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charset="0"/>
              <a:buChar char="o"/>
              <a:tabLst/>
              <a:defRPr baseline="0"/>
            </a:lvl4pPr>
            <a:lvl5pPr marL="2057348" marR="0" indent="-228594" algn="l" defTabSz="914378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0598F9A-D406-4367-9FD6-44DB1EEC849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52151" y="857251"/>
            <a:ext cx="3794760" cy="3554299"/>
          </a:xfrm>
          <a:prstGeom prst="rect">
            <a:avLst/>
          </a:prstGeom>
        </p:spPr>
        <p:txBody>
          <a:bodyPr lIns="0" tIns="0" rIns="0" bIns="0"/>
          <a:lstStyle>
            <a:lvl1pPr marL="228594" marR="0" indent="-228594" algn="l" defTabSz="914378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ct val="140000"/>
              <a:buFont typeface="Arial"/>
              <a:buChar char="•"/>
              <a:tabLst/>
              <a:defRPr baseline="0"/>
            </a:lvl1pPr>
            <a:lvl2pPr marL="685783" marR="0" indent="-228594" algn="l" defTabSz="914378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Tx/>
              <a:buFont typeface="Courier New" charset="0"/>
              <a:buChar char="o"/>
              <a:tabLst/>
              <a:defRPr baseline="0"/>
            </a:lvl2pPr>
            <a:lvl3pPr marL="1142972" marR="0" indent="-228594" algn="l" defTabSz="914378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3pPr>
            <a:lvl4pPr marL="1600160" marR="0" indent="-228594" algn="l" defTabSz="914378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charset="0"/>
              <a:buChar char="o"/>
              <a:tabLst/>
              <a:defRPr baseline="0"/>
            </a:lvl4pPr>
            <a:lvl5pPr marL="2057348" marR="0" indent="-228594" algn="l" defTabSz="914378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B59BEE1-BB1C-456A-8CAB-34661D039C71}"/>
              </a:ext>
            </a:extLst>
          </p:cNvPr>
          <p:cNvCxnSpPr>
            <a:cxnSpLocks/>
          </p:cNvCxnSpPr>
          <p:nvPr userDrawn="1"/>
        </p:nvCxnSpPr>
        <p:spPr>
          <a:xfrm>
            <a:off x="695834" y="684557"/>
            <a:ext cx="7752333" cy="0"/>
          </a:xfrm>
          <a:prstGeom prst="line">
            <a:avLst/>
          </a:prstGeom>
          <a:ln w="28575">
            <a:solidFill>
              <a:srgbClr val="91C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62825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-column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9"/>
          <p:cNvSpPr>
            <a:spLocks noGrp="1"/>
          </p:cNvSpPr>
          <p:nvPr>
            <p:ph type="title" hasCustomPrompt="1"/>
          </p:nvPr>
        </p:nvSpPr>
        <p:spPr>
          <a:xfrm>
            <a:off x="692307" y="139130"/>
            <a:ext cx="7739647" cy="382198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sz="2000" baseline="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Add Title – Use Title Case, No More than Two Lines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B59BEE1-BB1C-456A-8CAB-34661D039C71}"/>
              </a:ext>
            </a:extLst>
          </p:cNvPr>
          <p:cNvCxnSpPr>
            <a:cxnSpLocks/>
          </p:cNvCxnSpPr>
          <p:nvPr userDrawn="1"/>
        </p:nvCxnSpPr>
        <p:spPr>
          <a:xfrm>
            <a:off x="695834" y="684557"/>
            <a:ext cx="7752333" cy="0"/>
          </a:xfrm>
          <a:prstGeom prst="line">
            <a:avLst/>
          </a:prstGeom>
          <a:ln w="28575">
            <a:solidFill>
              <a:srgbClr val="91C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26571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2310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BDFE816-852F-4EC5-8BA8-2C49BCA56D83}"/>
              </a:ext>
            </a:extLst>
          </p:cNvPr>
          <p:cNvSpPr/>
          <p:nvPr userDrawn="1"/>
        </p:nvSpPr>
        <p:spPr>
          <a:xfrm>
            <a:off x="0" y="4827579"/>
            <a:ext cx="9144000" cy="323236"/>
          </a:xfrm>
          <a:prstGeom prst="rect">
            <a:avLst/>
          </a:prstGeom>
          <a:solidFill>
            <a:srgbClr val="DBDA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4944" y="164592"/>
            <a:ext cx="7735824" cy="38404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Master title style42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1"/>
          </p:nvPr>
        </p:nvSpPr>
        <p:spPr>
          <a:xfrm>
            <a:off x="685800" y="865565"/>
            <a:ext cx="7759699" cy="376676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650B3E-7DA0-47E4-9748-B24A0208F1CA}"/>
              </a:ext>
            </a:extLst>
          </p:cNvPr>
          <p:cNvSpPr txBox="1"/>
          <p:nvPr userDrawn="1"/>
        </p:nvSpPr>
        <p:spPr>
          <a:xfrm>
            <a:off x="8360163" y="4923587"/>
            <a:ext cx="496793" cy="1106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198DCDC1-55DC-4367-A313-31C40E88617A}" type="slidenum">
              <a:rPr lang="en-US" sz="700" smtClean="0">
                <a:solidFill>
                  <a:srgbClr val="414042"/>
                </a:solidFill>
              </a:rPr>
              <a:t>‹#›</a:t>
            </a:fld>
            <a:endParaRPr lang="en-US" sz="700" dirty="0">
              <a:solidFill>
                <a:srgbClr val="41404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E7DAE6-672D-4E30-B617-4C20C7FB20BD}"/>
              </a:ext>
            </a:extLst>
          </p:cNvPr>
          <p:cNvSpPr txBox="1"/>
          <p:nvPr userDrawn="1"/>
        </p:nvSpPr>
        <p:spPr>
          <a:xfrm>
            <a:off x="194553" y="4260715"/>
            <a:ext cx="1847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200" dirty="0" err="1"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686789-9FDA-46BC-9875-217FC8534140}"/>
              </a:ext>
            </a:extLst>
          </p:cNvPr>
          <p:cNvSpPr txBox="1"/>
          <p:nvPr userDrawn="1"/>
        </p:nvSpPr>
        <p:spPr>
          <a:xfrm>
            <a:off x="694944" y="4866086"/>
            <a:ext cx="33842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414042"/>
                </a:solidFill>
                <a:latin typeface="Arial" panose="020B0604020202020204" pitchFamily="34" charset="0"/>
              </a:rPr>
              <a:t>Business &amp; Marketing, Economics, and Digital Marketing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B75B59-9310-4D12-B8AB-3D539D27C359}"/>
              </a:ext>
            </a:extLst>
          </p:cNvPr>
          <p:cNvSpPr txBox="1"/>
          <p:nvPr userDrawn="1"/>
        </p:nvSpPr>
        <p:spPr>
          <a:xfrm>
            <a:off x="7774169" y="4855795"/>
            <a:ext cx="7841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414042"/>
                </a:solidFill>
                <a:latin typeface="Arial" panose="020B0604020202020204" pitchFamily="34" charset="0"/>
              </a:rPr>
              <a:t>2020/2021</a:t>
            </a:r>
          </a:p>
        </p:txBody>
      </p:sp>
      <p:pic>
        <p:nvPicPr>
          <p:cNvPr id="21" name="Picture 20" descr="A picture containing drawing&#10;&#10;Description automatically generated">
            <a:extLst>
              <a:ext uri="{FF2B5EF4-FFF2-40B4-BE49-F238E27FC236}">
                <a16:creationId xmlns:a16="http://schemas.microsoft.com/office/drawing/2014/main" id="{F4D7F0F3-F14F-4231-B370-8C5A4CDF590F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30075" y="4500484"/>
            <a:ext cx="416155" cy="53374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85382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46" r:id="rId2"/>
    <p:sldLayoutId id="2147483847" r:id="rId3"/>
    <p:sldLayoutId id="2147483844" r:id="rId4"/>
    <p:sldLayoutId id="2147483845" r:id="rId5"/>
    <p:sldLayoutId id="2147483834" r:id="rId6"/>
    <p:sldLayoutId id="2147483836" r:id="rId7"/>
    <p:sldLayoutId id="2147483839" r:id="rId8"/>
    <p:sldLayoutId id="2147483782" r:id="rId9"/>
    <p:sldLayoutId id="2147483848" r:id="rId10"/>
    <p:sldLayoutId id="214748381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kern="1200">
          <a:solidFill>
            <a:schemeClr val="bg1"/>
          </a:solidFill>
          <a:latin typeface="Arial" charset="0"/>
          <a:ea typeface="Arial" charset="0"/>
          <a:cs typeface="Arial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2597CB"/>
        </a:buClr>
        <a:buSzPct val="140000"/>
        <a:buFont typeface="Arial"/>
        <a:buChar char="•"/>
        <a:defRPr sz="1600" kern="1200">
          <a:solidFill>
            <a:srgbClr val="414042"/>
          </a:solidFill>
          <a:latin typeface="Arial" charset="0"/>
          <a:ea typeface="Arial" charset="0"/>
          <a:cs typeface="Arial" charset="0"/>
        </a:defRPr>
      </a:lvl1pPr>
      <a:lvl2pPr marL="687388" indent="-234950" algn="l" defTabSz="914400" rtl="0" eaLnBrk="1" latinLnBrk="0" hangingPunct="1">
        <a:lnSpc>
          <a:spcPct val="90000"/>
        </a:lnSpc>
        <a:spcBef>
          <a:spcPts val="500"/>
        </a:spcBef>
        <a:buClr>
          <a:srgbClr val="2597CB"/>
        </a:buClr>
        <a:buFont typeface="Courier New" charset="0"/>
        <a:buChar char="o"/>
        <a:defRPr sz="1400" kern="1200">
          <a:solidFill>
            <a:srgbClr val="414042"/>
          </a:solidFill>
          <a:latin typeface="Arial" charset="0"/>
          <a:ea typeface="Arial" charset="0"/>
          <a:cs typeface="Arial" charset="0"/>
        </a:defRPr>
      </a:lvl2pPr>
      <a:lvl3pPr marL="1141413" indent="-230188" algn="l" defTabSz="914400" rtl="0" eaLnBrk="1" latinLnBrk="0" hangingPunct="1">
        <a:lnSpc>
          <a:spcPct val="90000"/>
        </a:lnSpc>
        <a:spcBef>
          <a:spcPts val="500"/>
        </a:spcBef>
        <a:buClr>
          <a:srgbClr val="2597CB"/>
        </a:buClr>
        <a:buFont typeface="Arial"/>
        <a:buChar char="•"/>
        <a:defRPr sz="1200" kern="1200">
          <a:solidFill>
            <a:srgbClr val="414042"/>
          </a:solidFill>
          <a:latin typeface="Arial" charset="0"/>
          <a:ea typeface="Arial" charset="0"/>
          <a:cs typeface="Arial" charset="0"/>
        </a:defRPr>
      </a:lvl3pPr>
      <a:lvl4pPr marL="1601788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703F85"/>
        </a:buClr>
        <a:buSzPct val="60000"/>
        <a:buFont typeface="Courier New" charset="0"/>
        <a:buChar char="o"/>
        <a:defRPr sz="11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2055813" indent="-230188" algn="l" defTabSz="914400" rtl="0" eaLnBrk="1" latinLnBrk="0" hangingPunct="1">
        <a:lnSpc>
          <a:spcPct val="90000"/>
        </a:lnSpc>
        <a:spcBef>
          <a:spcPts val="500"/>
        </a:spcBef>
        <a:buClr>
          <a:srgbClr val="703F85"/>
        </a:buClr>
        <a:buFont typeface="Arial"/>
        <a:buChar char="•"/>
        <a:defRPr sz="11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32">
          <p15:clr>
            <a:srgbClr val="F26B43"/>
          </p15:clr>
        </p15:guide>
        <p15:guide id="2" pos="5328" userDrawn="1">
          <p15:clr>
            <a:srgbClr val="F26B43"/>
          </p15:clr>
        </p15:guide>
        <p15:guide id="4" orient="horz" pos="540">
          <p15:clr>
            <a:srgbClr val="F26B43"/>
          </p15:clr>
        </p15:guide>
        <p15:guide id="5" orient="horz" pos="3156" userDrawn="1">
          <p15:clr>
            <a:srgbClr val="F26B43"/>
          </p15:clr>
        </p15:guide>
        <p15:guide id="6" pos="2880" userDrawn="1">
          <p15:clr>
            <a:srgbClr val="F26B43"/>
          </p15:clr>
        </p15:guide>
        <p15:guide id="7" orient="horz" pos="171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BDFE816-852F-4EC5-8BA8-2C49BCA56D83}"/>
              </a:ext>
            </a:extLst>
          </p:cNvPr>
          <p:cNvSpPr/>
          <p:nvPr userDrawn="1"/>
        </p:nvSpPr>
        <p:spPr>
          <a:xfrm>
            <a:off x="0" y="4827579"/>
            <a:ext cx="9144000" cy="323236"/>
          </a:xfrm>
          <a:prstGeom prst="rect">
            <a:avLst/>
          </a:prstGeom>
          <a:solidFill>
            <a:srgbClr val="DBDA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4944" y="164592"/>
            <a:ext cx="7735824" cy="38404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Master title style42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1"/>
          </p:nvPr>
        </p:nvSpPr>
        <p:spPr>
          <a:xfrm>
            <a:off x="685801" y="865566"/>
            <a:ext cx="7759699" cy="376676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650B3E-7DA0-47E4-9748-B24A0208F1CA}"/>
              </a:ext>
            </a:extLst>
          </p:cNvPr>
          <p:cNvSpPr txBox="1"/>
          <p:nvPr userDrawn="1"/>
        </p:nvSpPr>
        <p:spPr>
          <a:xfrm>
            <a:off x="8360164" y="4923587"/>
            <a:ext cx="496793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198DCDC1-55DC-4367-A313-31C40E88617A}" type="slidenum">
              <a:rPr lang="en-US" sz="700" smtClean="0">
                <a:solidFill>
                  <a:srgbClr val="414042"/>
                </a:solidFill>
              </a:rPr>
              <a:t>‹#›</a:t>
            </a:fld>
            <a:endParaRPr lang="en-US" sz="700" dirty="0">
              <a:solidFill>
                <a:srgbClr val="41404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E7DAE6-672D-4E30-B617-4C20C7FB20BD}"/>
              </a:ext>
            </a:extLst>
          </p:cNvPr>
          <p:cNvSpPr txBox="1"/>
          <p:nvPr userDrawn="1"/>
        </p:nvSpPr>
        <p:spPr>
          <a:xfrm>
            <a:off x="194554" y="4260716"/>
            <a:ext cx="1847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200" dirty="0" err="1"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686789-9FDA-46BC-9875-217FC8534140}"/>
              </a:ext>
            </a:extLst>
          </p:cNvPr>
          <p:cNvSpPr txBox="1"/>
          <p:nvPr userDrawn="1"/>
        </p:nvSpPr>
        <p:spPr>
          <a:xfrm>
            <a:off x="694944" y="4866087"/>
            <a:ext cx="33842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414042"/>
                </a:solidFill>
                <a:latin typeface="Arial" panose="020B0604020202020204" pitchFamily="34" charset="0"/>
              </a:rPr>
              <a:t>Business &amp; Marketing, Economics, and Digital Marketing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B75B59-9310-4D12-B8AB-3D539D27C359}"/>
              </a:ext>
            </a:extLst>
          </p:cNvPr>
          <p:cNvSpPr txBox="1"/>
          <p:nvPr userDrawn="1"/>
        </p:nvSpPr>
        <p:spPr>
          <a:xfrm>
            <a:off x="7774170" y="4855796"/>
            <a:ext cx="7841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414042"/>
                </a:solidFill>
                <a:latin typeface="Arial" panose="020B0604020202020204" pitchFamily="34" charset="0"/>
              </a:rPr>
              <a:t>2020/2021</a:t>
            </a:r>
          </a:p>
        </p:txBody>
      </p:sp>
      <p:pic>
        <p:nvPicPr>
          <p:cNvPr id="21" name="Picture 20" descr="A picture containing drawing&#10;&#10;Description automatically generated">
            <a:extLst>
              <a:ext uri="{FF2B5EF4-FFF2-40B4-BE49-F238E27FC236}">
                <a16:creationId xmlns:a16="http://schemas.microsoft.com/office/drawing/2014/main" id="{F4D7F0F3-F14F-4231-B370-8C5A4CDF590F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30076" y="4500484"/>
            <a:ext cx="416155" cy="53374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40737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</p:sldLayoutIdLst>
  <p:hf hdr="0" ftr="0" dt="0"/>
  <p:txStyles>
    <p:titleStyle>
      <a:lvl1pPr algn="l" defTabSz="914378" rtl="0" eaLnBrk="1" latinLnBrk="0" hangingPunct="1">
        <a:lnSpc>
          <a:spcPct val="90000"/>
        </a:lnSpc>
        <a:spcBef>
          <a:spcPct val="0"/>
        </a:spcBef>
        <a:buNone/>
        <a:defRPr sz="2000" kern="1200">
          <a:solidFill>
            <a:schemeClr val="bg1"/>
          </a:solidFill>
          <a:latin typeface="Arial" charset="0"/>
          <a:ea typeface="Arial" charset="0"/>
          <a:cs typeface="Arial" charset="0"/>
        </a:defRPr>
      </a:lvl1pPr>
    </p:titleStyle>
    <p:bodyStyle>
      <a:lvl1pPr marL="228594" indent="-228594" algn="l" defTabSz="914378" rtl="0" eaLnBrk="1" latinLnBrk="0" hangingPunct="1">
        <a:lnSpc>
          <a:spcPct val="90000"/>
        </a:lnSpc>
        <a:spcBef>
          <a:spcPts val="1000"/>
        </a:spcBef>
        <a:buClr>
          <a:srgbClr val="2597CB"/>
        </a:buClr>
        <a:buSzPct val="140000"/>
        <a:buFont typeface="Arial"/>
        <a:buChar char="•"/>
        <a:defRPr sz="1600" kern="1200">
          <a:solidFill>
            <a:srgbClr val="414042"/>
          </a:solidFill>
          <a:latin typeface="Arial" charset="0"/>
          <a:ea typeface="Arial" charset="0"/>
          <a:cs typeface="Arial" charset="0"/>
        </a:defRPr>
      </a:lvl1pPr>
      <a:lvl2pPr marL="687371" indent="-234944" algn="l" defTabSz="914378" rtl="0" eaLnBrk="1" latinLnBrk="0" hangingPunct="1">
        <a:lnSpc>
          <a:spcPct val="90000"/>
        </a:lnSpc>
        <a:spcBef>
          <a:spcPts val="500"/>
        </a:spcBef>
        <a:buClr>
          <a:srgbClr val="2597CB"/>
        </a:buClr>
        <a:buFont typeface="Courier New" charset="0"/>
        <a:buChar char="o"/>
        <a:defRPr sz="1400" kern="1200">
          <a:solidFill>
            <a:srgbClr val="414042"/>
          </a:solidFill>
          <a:latin typeface="Arial" charset="0"/>
          <a:ea typeface="Arial" charset="0"/>
          <a:cs typeface="Arial" charset="0"/>
        </a:defRPr>
      </a:lvl2pPr>
      <a:lvl3pPr marL="1141385" indent="-230183" algn="l" defTabSz="914378" rtl="0" eaLnBrk="1" latinLnBrk="0" hangingPunct="1">
        <a:lnSpc>
          <a:spcPct val="90000"/>
        </a:lnSpc>
        <a:spcBef>
          <a:spcPts val="500"/>
        </a:spcBef>
        <a:buClr>
          <a:srgbClr val="2597CB"/>
        </a:buClr>
        <a:buFont typeface="Arial"/>
        <a:buChar char="•"/>
        <a:defRPr sz="1200" kern="1200">
          <a:solidFill>
            <a:srgbClr val="414042"/>
          </a:solidFill>
          <a:latin typeface="Arial" charset="0"/>
          <a:ea typeface="Arial" charset="0"/>
          <a:cs typeface="Arial" charset="0"/>
        </a:defRPr>
      </a:lvl3pPr>
      <a:lvl4pPr marL="1601748" indent="-228594" algn="l" defTabSz="914378" rtl="0" eaLnBrk="1" latinLnBrk="0" hangingPunct="1">
        <a:lnSpc>
          <a:spcPct val="90000"/>
        </a:lnSpc>
        <a:spcBef>
          <a:spcPts val="500"/>
        </a:spcBef>
        <a:buClr>
          <a:srgbClr val="703F85"/>
        </a:buClr>
        <a:buSzPct val="60000"/>
        <a:buFont typeface="Courier New" charset="0"/>
        <a:buChar char="o"/>
        <a:defRPr sz="11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2055761" indent="-230183" algn="l" defTabSz="914378" rtl="0" eaLnBrk="1" latinLnBrk="0" hangingPunct="1">
        <a:lnSpc>
          <a:spcPct val="90000"/>
        </a:lnSpc>
        <a:spcBef>
          <a:spcPts val="500"/>
        </a:spcBef>
        <a:buClr>
          <a:srgbClr val="703F85"/>
        </a:buClr>
        <a:buFont typeface="Arial"/>
        <a:buChar char="•"/>
        <a:defRPr sz="11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537" indent="-228594" algn="l" defTabSz="914378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32">
          <p15:clr>
            <a:srgbClr val="F26B43"/>
          </p15:clr>
        </p15:guide>
        <p15:guide id="2" pos="5328">
          <p15:clr>
            <a:srgbClr val="F26B43"/>
          </p15:clr>
        </p15:guide>
        <p15:guide id="4" orient="horz" pos="540">
          <p15:clr>
            <a:srgbClr val="F26B43"/>
          </p15:clr>
        </p15:guide>
        <p15:guide id="5" orient="horz" pos="3156">
          <p15:clr>
            <a:srgbClr val="F26B43"/>
          </p15:clr>
        </p15:guide>
        <p15:guide id="6" pos="2880">
          <p15:clr>
            <a:srgbClr val="F26B43"/>
          </p15:clr>
        </p15:guide>
        <p15:guide id="7" orient="horz" pos="171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google-search-engine-76522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pxhere.com/en/photo/1533363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xhere.com/en/photo/1533363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HM-XyALCGXM?feature=oembed" TargetMode="External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chor.ch/denkmuster/unmogliche-gruppenentscheidungen/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image" Target="../media/image1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transitionofthoughts.com/2015/03/21/are-you-bold-enough-to-take-up-challenges-of-life/" TargetMode="External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8.xml"/><Relationship Id="rId4" Type="http://schemas.openxmlformats.org/officeDocument/2006/relationships/hyperlink" Target="https://creativecommons.org/licenses/by-nc/3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ABA2A26-3540-40B1-B7BC-758632352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2711" y="2608557"/>
            <a:ext cx="6265333" cy="952270"/>
          </a:xfrm>
        </p:spPr>
        <p:txBody>
          <a:bodyPr/>
          <a:lstStyle/>
          <a:p>
            <a:r>
              <a:rPr lang="en-US" dirty="0"/>
              <a:t>Business, Marketing, Entrepreneurship, Digital Marketing, and Econ</a:t>
            </a:r>
            <a:br>
              <a:rPr lang="en-US" dirty="0"/>
            </a:br>
            <a:br>
              <a:rPr lang="en-US" dirty="0"/>
            </a:br>
            <a:r>
              <a:rPr lang="en-US" dirty="0"/>
              <a:t>Mrs. </a:t>
            </a:r>
            <a:r>
              <a:rPr lang="en-US" dirty="0" err="1"/>
              <a:t>SchAfer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790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4AADD7-387E-4013-8C84-380563E114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Teamwork</a:t>
            </a:r>
          </a:p>
          <a:p>
            <a:pPr lvl="1"/>
            <a:r>
              <a:rPr lang="en-US" dirty="0"/>
              <a:t>The Aristotle Project</a:t>
            </a:r>
          </a:p>
          <a:p>
            <a:pPr lvl="1"/>
            <a:r>
              <a:rPr lang="en-US" dirty="0"/>
              <a:t>Group Dynamics: Forming, Storming, Norming, Performing, Adjourning</a:t>
            </a:r>
          </a:p>
          <a:p>
            <a:pPr lvl="1"/>
            <a:r>
              <a:rPr lang="en-US" dirty="0"/>
              <a:t>Abilene Paradox – Mismanaged Agreement</a:t>
            </a:r>
          </a:p>
          <a:p>
            <a:pPr lvl="1"/>
            <a:r>
              <a:rPr lang="en-US" dirty="0"/>
              <a:t>Groupthink</a:t>
            </a:r>
          </a:p>
          <a:p>
            <a:pPr lvl="1"/>
            <a:endParaRPr lang="en-US" dirty="0"/>
          </a:p>
          <a:p>
            <a:pPr marL="0" lvl="1" indent="0">
              <a:buNone/>
            </a:pPr>
            <a:r>
              <a:rPr lang="en-US" sz="1600" dirty="0"/>
              <a:t>December Precept</a:t>
            </a:r>
          </a:p>
        </p:txBody>
      </p:sp>
    </p:spTree>
    <p:extLst>
      <p:ext uri="{BB962C8B-B14F-4D97-AF65-F5344CB8AC3E}">
        <p14:creationId xmlns:p14="http://schemas.microsoft.com/office/powerpoint/2010/main" val="2098443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BDD6E6E-24B8-4C55-A200-0A0FA9321FF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Several years ago Google created The Aristotle Project to discover what made some teams work so much better than others.  </a:t>
            </a:r>
          </a:p>
          <a:p>
            <a:r>
              <a:rPr lang="en-US" dirty="0"/>
              <a:t>What do you think the answer was?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C8B6431-EDC1-484E-97FC-D9369DBC4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Aristotle Project</a:t>
            </a:r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349EC2FC-8189-49A1-96FB-079FC728BB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661090" y="1963199"/>
            <a:ext cx="4824172" cy="2859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826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BDD6E6E-24B8-4C55-A200-0A0FA9321FF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Effectiveness was, surprisingly, not strongly correlated with how well the team members liked or knew each other</a:t>
            </a:r>
            <a:r>
              <a:rPr lang="en-US"/>
              <a:t>.  </a:t>
            </a:r>
          </a:p>
          <a:p>
            <a:r>
              <a:rPr lang="en-US"/>
              <a:t>It </a:t>
            </a:r>
            <a:r>
              <a:rPr lang="en-US" dirty="0"/>
              <a:t>was, however, strongly connected to how well the leaders created ‘</a:t>
            </a:r>
            <a:r>
              <a:rPr lang="en-US" b="1" dirty="0"/>
              <a:t>psychological safety</a:t>
            </a:r>
            <a:r>
              <a:rPr lang="en-US" dirty="0"/>
              <a:t>’.  </a:t>
            </a:r>
          </a:p>
          <a:p>
            <a:r>
              <a:rPr lang="en-US" dirty="0"/>
              <a:t>The study then identified the key ways leaders created this safety.  </a:t>
            </a:r>
          </a:p>
          <a:p>
            <a:pPr lvl="1"/>
            <a:r>
              <a:rPr lang="en-US" dirty="0"/>
              <a:t>One way was by establishing widely accepted </a:t>
            </a:r>
            <a:r>
              <a:rPr lang="en-US" b="1" dirty="0"/>
              <a:t>group norms</a:t>
            </a:r>
            <a:r>
              <a:rPr lang="en-US" dirty="0"/>
              <a:t>, written and unwritten behaviors that guided relationships.  </a:t>
            </a:r>
          </a:p>
          <a:p>
            <a:pPr lvl="1"/>
            <a:r>
              <a:rPr lang="en-US" dirty="0"/>
              <a:t>These norms were always connected to a greater sense of collective purpose. 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C8B6431-EDC1-484E-97FC-D9369DBC4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Aristotle Project – The Answer!</a:t>
            </a:r>
          </a:p>
        </p:txBody>
      </p:sp>
    </p:spTree>
    <p:extLst>
      <p:ext uri="{BB962C8B-B14F-4D97-AF65-F5344CB8AC3E}">
        <p14:creationId xmlns:p14="http://schemas.microsoft.com/office/powerpoint/2010/main" val="1921495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38300-F5BA-4A97-A77D-2B47DB7D0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Tuckman’s Stages of Group Development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F81720-EEBD-4A32-9517-853DB714617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02965" y="857250"/>
            <a:ext cx="7834747" cy="1483937"/>
          </a:xfrm>
        </p:spPr>
        <p:txBody>
          <a:bodyPr/>
          <a:lstStyle/>
          <a:p>
            <a:r>
              <a:rPr lang="en-US" sz="1400" dirty="0"/>
              <a:t>Proposed by psychologist Bruce Tuckman in 1965</a:t>
            </a:r>
          </a:p>
          <a:p>
            <a:r>
              <a:rPr lang="en-US" sz="1400" dirty="0"/>
              <a:t>Tuckman said all phases are </a:t>
            </a:r>
            <a:r>
              <a:rPr lang="en-US" sz="1400" b="1" i="1" dirty="0"/>
              <a:t>necessary and inevitable </a:t>
            </a:r>
            <a:r>
              <a:rPr lang="en-US" sz="1400" dirty="0"/>
              <a:t>for team to grow and deliver results</a:t>
            </a:r>
          </a:p>
        </p:txBody>
      </p:sp>
      <p:pic>
        <p:nvPicPr>
          <p:cNvPr id="1026" name="Picture 2" descr="Graffius-Performing-v2019-LR">
            <a:extLst>
              <a:ext uri="{FF2B5EF4-FFF2-40B4-BE49-F238E27FC236}">
                <a16:creationId xmlns:a16="http://schemas.microsoft.com/office/drawing/2014/main" id="{2FB12755-5FE0-45D3-BD19-C5BCBBB079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0624" y="1528094"/>
            <a:ext cx="6263010" cy="3163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1996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Forming Storming Norming Performing | Team development, Change management,  Team leadership">
            <a:extLst>
              <a:ext uri="{FF2B5EF4-FFF2-40B4-BE49-F238E27FC236}">
                <a16:creationId xmlns:a16="http://schemas.microsoft.com/office/drawing/2014/main" id="{EF759CBC-F327-4741-AEC3-C82CF8B0E6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1097" y="168964"/>
            <a:ext cx="5961806" cy="4626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7324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8E397-8580-ADA1-F975-F863499C8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3723351-85CE-7F43-5FC4-9AF25EACF9D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2307" y="865565"/>
            <a:ext cx="3151905" cy="3554299"/>
          </a:xfrm>
        </p:spPr>
        <p:txBody>
          <a:bodyPr/>
          <a:lstStyle/>
          <a:p>
            <a:r>
              <a:rPr lang="en-US" dirty="0"/>
              <a:t>Discuss a past group project from another class.</a:t>
            </a:r>
          </a:p>
          <a:p>
            <a:r>
              <a:rPr lang="en-US" dirty="0"/>
              <a:t>What stage do you think your group got to?</a:t>
            </a:r>
          </a:p>
          <a:p>
            <a:pPr lvl="1"/>
            <a:r>
              <a:rPr lang="en-US" dirty="0"/>
              <a:t>Forming?</a:t>
            </a:r>
          </a:p>
          <a:p>
            <a:pPr lvl="1"/>
            <a:r>
              <a:rPr lang="en-US" dirty="0"/>
              <a:t>Storming?</a:t>
            </a:r>
          </a:p>
          <a:p>
            <a:pPr lvl="1"/>
            <a:r>
              <a:rPr lang="en-US" dirty="0"/>
              <a:t>Norming?</a:t>
            </a:r>
          </a:p>
          <a:p>
            <a:pPr lvl="1"/>
            <a:r>
              <a:rPr lang="en-US" dirty="0"/>
              <a:t>Performing?</a:t>
            </a:r>
          </a:p>
          <a:p>
            <a:r>
              <a:rPr lang="en-US" dirty="0"/>
              <a:t>Share strategies for how you think the group could have progressed further.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642456C-3FDF-058E-E9FE-F0896B40D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Turn to your neighbor</a:t>
            </a:r>
          </a:p>
        </p:txBody>
      </p:sp>
      <p:pic>
        <p:nvPicPr>
          <p:cNvPr id="5" name="Picture 4" descr="A picture containing text, computer&#10;&#10;Description automatically generated">
            <a:extLst>
              <a:ext uri="{FF2B5EF4-FFF2-40B4-BE49-F238E27FC236}">
                <a16:creationId xmlns:a16="http://schemas.microsoft.com/office/drawing/2014/main" id="{0F2C041B-22D4-D134-BE9D-24AD4DA864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172651" y="1217662"/>
            <a:ext cx="4825164" cy="2914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886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F281B12-9F21-47C0-8148-9485FF9BDC9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2307" y="865565"/>
            <a:ext cx="3151905" cy="3554299"/>
          </a:xfrm>
        </p:spPr>
        <p:txBody>
          <a:bodyPr/>
          <a:lstStyle/>
          <a:p>
            <a:r>
              <a:rPr lang="en-US" dirty="0"/>
              <a:t>Discuss how your SWOT group performed.</a:t>
            </a:r>
          </a:p>
          <a:p>
            <a:r>
              <a:rPr lang="en-US" dirty="0"/>
              <a:t>What stage do you think your group got to?</a:t>
            </a:r>
          </a:p>
          <a:p>
            <a:pPr lvl="1"/>
            <a:r>
              <a:rPr lang="en-US" dirty="0"/>
              <a:t>Forming?</a:t>
            </a:r>
          </a:p>
          <a:p>
            <a:pPr lvl="1"/>
            <a:r>
              <a:rPr lang="en-US" dirty="0"/>
              <a:t>Storming?</a:t>
            </a:r>
          </a:p>
          <a:p>
            <a:pPr lvl="1"/>
            <a:r>
              <a:rPr lang="en-US" dirty="0"/>
              <a:t>Norming?</a:t>
            </a:r>
          </a:p>
          <a:p>
            <a:pPr lvl="1"/>
            <a:r>
              <a:rPr lang="en-US" dirty="0"/>
              <a:t>Performing?</a:t>
            </a:r>
          </a:p>
          <a:p>
            <a:r>
              <a:rPr lang="en-US" dirty="0"/>
              <a:t>Share strategies for how you think the group could have progressed further.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7095E0B-3247-4013-B8B5-1765D7AB4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Turn to someone who wasn’t in your SWOT </a:t>
            </a:r>
            <a:r>
              <a:rPr lang="en-US"/>
              <a:t>group from Q1</a:t>
            </a:r>
            <a:endParaRPr lang="en-US" dirty="0"/>
          </a:p>
        </p:txBody>
      </p:sp>
      <p:pic>
        <p:nvPicPr>
          <p:cNvPr id="5" name="Picture 4" descr="A picture containing text, computer&#10;&#10;Description automatically generated">
            <a:extLst>
              <a:ext uri="{FF2B5EF4-FFF2-40B4-BE49-F238E27FC236}">
                <a16:creationId xmlns:a16="http://schemas.microsoft.com/office/drawing/2014/main" id="{09257B9F-4CA9-4C46-9A95-31200751BD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172651" y="1217662"/>
            <a:ext cx="4825164" cy="2914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21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3E28DB0-F514-42C1-B061-4710CD12F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/>
              <a:t>The </a:t>
            </a:r>
            <a:r>
              <a:rPr lang="en-US" sz="1800" b="1" dirty="0"/>
              <a:t>Abilene Paradox was</a:t>
            </a:r>
            <a:r>
              <a:rPr lang="en-US" sz="1800" dirty="0"/>
              <a:t> introduced </a:t>
            </a:r>
            <a:r>
              <a:rPr lang="en-US" sz="1800"/>
              <a:t>by Jerry B</a:t>
            </a:r>
            <a:r>
              <a:rPr lang="en-US" sz="1800" dirty="0"/>
              <a:t>. Harvey, Professor of Management at George Washington University in 1988</a:t>
            </a:r>
          </a:p>
        </p:txBody>
      </p:sp>
      <p:pic>
        <p:nvPicPr>
          <p:cNvPr id="4" name="Online Media 1" title="Abilene Paradox 1   Trip">
            <a:hlinkClick r:id="" action="ppaction://media"/>
            <a:extLst>
              <a:ext uri="{FF2B5EF4-FFF2-40B4-BE49-F238E27FC236}">
                <a16:creationId xmlns:a16="http://schemas.microsoft.com/office/drawing/2014/main" id="{B713127B-81A1-45DD-89BF-1BB9D00357D3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524000" y="961749"/>
            <a:ext cx="6096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934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D3CE48B-F097-41B9-8F75-8687E98847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Groupthink can lead to: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916665-BF2E-4639-A232-F25C1DF801B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Collective rationalization</a:t>
            </a:r>
          </a:p>
          <a:p>
            <a:r>
              <a:rPr lang="en-US" dirty="0"/>
              <a:t>Lack of personal accountability</a:t>
            </a:r>
          </a:p>
          <a:p>
            <a:r>
              <a:rPr lang="en-US" dirty="0"/>
              <a:t>Pressure to give acceptance</a:t>
            </a:r>
          </a:p>
          <a:p>
            <a:r>
              <a:rPr lang="en-US" dirty="0"/>
              <a:t>Bad decision-making</a:t>
            </a:r>
          </a:p>
          <a:p>
            <a:r>
              <a:rPr lang="en-US" dirty="0"/>
              <a:t>Serious ethical breaches</a:t>
            </a:r>
          </a:p>
          <a:p>
            <a:r>
              <a:rPr lang="en-US" dirty="0"/>
              <a:t>Insufficient creativity</a:t>
            </a:r>
          </a:p>
          <a:p>
            <a:r>
              <a:rPr lang="en-US" dirty="0"/>
              <a:t>Self censorship</a:t>
            </a:r>
          </a:p>
          <a:p>
            <a:r>
              <a:rPr lang="en-US" dirty="0"/>
              <a:t>Illusion of invulnerability</a:t>
            </a:r>
          </a:p>
          <a:p>
            <a:r>
              <a:rPr lang="en-US" dirty="0"/>
              <a:t>Low probability of success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4AE346F-7E51-4F44-B4B5-95377DFFA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306" y="336930"/>
            <a:ext cx="7739647" cy="382198"/>
          </a:xfrm>
        </p:spPr>
        <p:txBody>
          <a:bodyPr/>
          <a:lstStyle/>
          <a:p>
            <a:r>
              <a:rPr lang="en-US" sz="1600" b="1" dirty="0">
                <a:solidFill>
                  <a:schemeClr val="bg2">
                    <a:lumMod val="50000"/>
                  </a:schemeClr>
                </a:solidFill>
              </a:rPr>
              <a:t>Groupthink: </a:t>
            </a:r>
            <a:r>
              <a:rPr lang="en-US" sz="1400" dirty="0"/>
              <a:t>psychological phenomenon that occurs within a group of people in which the desire for harmony in the group results in irrational or dysfunctional decision-making</a:t>
            </a:r>
            <a:br>
              <a:rPr lang="en-US" dirty="0"/>
            </a:br>
            <a:endParaRPr lang="en-US" dirty="0"/>
          </a:p>
        </p:txBody>
      </p:sp>
      <p:pic>
        <p:nvPicPr>
          <p:cNvPr id="3074" name="Picture 2" descr="Ways of preventing groupthink | Free psychology">
            <a:extLst>
              <a:ext uri="{FF2B5EF4-FFF2-40B4-BE49-F238E27FC236}">
                <a16:creationId xmlns:a16="http://schemas.microsoft.com/office/drawing/2014/main" id="{E4DE5E89-0B18-442A-B4A8-FB76069844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0220" y="1210329"/>
            <a:ext cx="476250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42372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D6A0FFB-349F-4B7C-BAD9-05A57C27F6B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b="1" dirty="0"/>
              <a:t>Abilene Paradox </a:t>
            </a:r>
            <a:r>
              <a:rPr lang="en-US" dirty="0"/>
              <a:t>is when groups make ineffective decisions that are </a:t>
            </a:r>
            <a:r>
              <a:rPr lang="en-US" i="1" dirty="0"/>
              <a:t>contrary to what each of the group members individually believe </a:t>
            </a:r>
            <a:r>
              <a:rPr lang="en-US" dirty="0"/>
              <a:t>because they don't want to 'rock the boat’</a:t>
            </a:r>
          </a:p>
          <a:p>
            <a:r>
              <a:rPr lang="en-US" dirty="0"/>
              <a:t>With </a:t>
            </a:r>
            <a:r>
              <a:rPr lang="en-US" b="1" dirty="0"/>
              <a:t>groupthink</a:t>
            </a:r>
            <a:r>
              <a:rPr lang="en-US" dirty="0"/>
              <a:t>, on the other hand, the individuals are unaware that the team's decision is wrong or risky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C3BAAD-B0C9-465C-93CD-CDB4658C8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 between Groupthink and Abilene Paradox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2B9813-F147-408C-9814-EB2925849E6B}"/>
              </a:ext>
            </a:extLst>
          </p:cNvPr>
          <p:cNvSpPr/>
          <p:nvPr/>
        </p:nvSpPr>
        <p:spPr>
          <a:xfrm>
            <a:off x="1860446" y="2466002"/>
            <a:ext cx="2531084" cy="16278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Abilene: </a:t>
            </a:r>
          </a:p>
          <a:p>
            <a:pPr algn="ctr"/>
            <a:r>
              <a:rPr lang="en-US" dirty="0"/>
              <a:t>Individuals </a:t>
            </a:r>
            <a:r>
              <a:rPr lang="en-US" b="1" dirty="0">
                <a:solidFill>
                  <a:srgbClr val="FFFF00"/>
                </a:solidFill>
              </a:rPr>
              <a:t>know</a:t>
            </a:r>
            <a:r>
              <a:rPr lang="en-US" dirty="0"/>
              <a:t> the idea is bad but don’t do anything to stop it from moving forward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659240-48D8-46C0-853C-617AB69A4140}"/>
              </a:ext>
            </a:extLst>
          </p:cNvPr>
          <p:cNvSpPr/>
          <p:nvPr/>
        </p:nvSpPr>
        <p:spPr>
          <a:xfrm>
            <a:off x="5049650" y="2466001"/>
            <a:ext cx="2531084" cy="16278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Groupthink: </a:t>
            </a:r>
          </a:p>
          <a:p>
            <a:pPr algn="ctr"/>
            <a:r>
              <a:rPr lang="en-US" dirty="0"/>
              <a:t>Individuals </a:t>
            </a:r>
            <a:r>
              <a:rPr lang="en-US" b="1" dirty="0">
                <a:solidFill>
                  <a:srgbClr val="FFFF00"/>
                </a:solidFill>
              </a:rPr>
              <a:t>don’t know </a:t>
            </a:r>
            <a:r>
              <a:rPr lang="en-US" dirty="0"/>
              <a:t>they’re making a bad decision</a:t>
            </a:r>
          </a:p>
        </p:txBody>
      </p:sp>
      <p:sp>
        <p:nvSpPr>
          <p:cNvPr id="4" name="SMARTInkShape-1">
            <a:extLst>
              <a:ext uri="{FF2B5EF4-FFF2-40B4-BE49-F238E27FC236}">
                <a16:creationId xmlns:a16="http://schemas.microsoft.com/office/drawing/2014/main" id="{CF4827D9-AA59-5EDC-C3E3-3B2101CF346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78631" y="4929188"/>
            <a:ext cx="7145" cy="7143"/>
          </a:xfrm>
          <a:custGeom>
            <a:avLst/>
            <a:gdLst/>
            <a:ahLst/>
            <a:cxnLst/>
            <a:rect l="0" t="0" r="0" b="0"/>
            <a:pathLst>
              <a:path w="7145" h="7143">
                <a:moveTo>
                  <a:pt x="7144" y="0"/>
                </a:moveTo>
                <a:lnTo>
                  <a:pt x="7144" y="0"/>
                </a:lnTo>
                <a:lnTo>
                  <a:pt x="7144" y="1896"/>
                </a:lnTo>
                <a:lnTo>
                  <a:pt x="0" y="7142"/>
                </a:lnTo>
              </a:path>
            </a:pathLst>
          </a:cu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MARTInkShape-2">
            <a:extLst>
              <a:ext uri="{FF2B5EF4-FFF2-40B4-BE49-F238E27FC236}">
                <a16:creationId xmlns:a16="http://schemas.microsoft.com/office/drawing/2014/main" id="{B253E648-C6F8-0BF1-670A-FE2A45F08C2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60747" y="4521994"/>
            <a:ext cx="82154" cy="32376"/>
          </a:xfrm>
          <a:custGeom>
            <a:avLst/>
            <a:gdLst/>
            <a:ahLst/>
            <a:cxnLst/>
            <a:rect l="0" t="0" r="0" b="0"/>
            <a:pathLst>
              <a:path w="82154" h="32376">
                <a:moveTo>
                  <a:pt x="0" y="0"/>
                </a:moveTo>
                <a:lnTo>
                  <a:pt x="0" y="0"/>
                </a:lnTo>
                <a:lnTo>
                  <a:pt x="1896" y="0"/>
                </a:lnTo>
                <a:lnTo>
                  <a:pt x="6868" y="5689"/>
                </a:lnTo>
                <a:lnTo>
                  <a:pt x="20706" y="27597"/>
                </a:lnTo>
                <a:lnTo>
                  <a:pt x="22932" y="28717"/>
                </a:lnTo>
                <a:lnTo>
                  <a:pt x="27460" y="28603"/>
                </a:lnTo>
                <a:lnTo>
                  <a:pt x="29138" y="30704"/>
                </a:lnTo>
                <a:lnTo>
                  <a:pt x="30141" y="32375"/>
                </a:lnTo>
                <a:lnTo>
                  <a:pt x="38664" y="32116"/>
                </a:lnTo>
                <a:lnTo>
                  <a:pt x="82153" y="25003"/>
                </a:lnTo>
              </a:path>
            </a:pathLst>
          </a:cu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5881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ath &amp; Body Works apologizes for candle with label resembling KKK hoods -  The Washington Post">
            <a:extLst>
              <a:ext uri="{FF2B5EF4-FFF2-40B4-BE49-F238E27FC236}">
                <a16:creationId xmlns:a16="http://schemas.microsoft.com/office/drawing/2014/main" id="{EB2C539D-99BA-612B-7D9E-FD75E32606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6601" y="205282"/>
            <a:ext cx="5930798" cy="4448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7288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33712-63AE-4871-B7BB-FF3EB3721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Ways to reduce Abilene Paradox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B43AE6-99A0-4165-9FD9-68C0EA80BFD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2307" y="865565"/>
            <a:ext cx="1901603" cy="3554299"/>
          </a:xfrm>
        </p:spPr>
        <p:txBody>
          <a:bodyPr/>
          <a:lstStyle/>
          <a:p>
            <a:r>
              <a:rPr lang="en-US" dirty="0"/>
              <a:t>Speak up about what you </a:t>
            </a:r>
            <a:r>
              <a:rPr lang="en-US"/>
              <a:t>really want!</a:t>
            </a:r>
            <a:endParaRPr lang="en-US" dirty="0"/>
          </a:p>
        </p:txBody>
      </p:sp>
      <p:pic>
        <p:nvPicPr>
          <p:cNvPr id="9" name="Picture 8" descr="A picture containing text, computer&#10;&#10;Description automatically generated">
            <a:extLst>
              <a:ext uri="{FF2B5EF4-FFF2-40B4-BE49-F238E27FC236}">
                <a16:creationId xmlns:a16="http://schemas.microsoft.com/office/drawing/2014/main" id="{7423EEF9-B61F-40B8-B7BC-C0635F28D7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829042" y="1075294"/>
            <a:ext cx="5478933" cy="3344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8096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33712-63AE-4871-B7BB-FF3EB3721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Ways to reduce groupthink…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B43AE6-99A0-4165-9FD9-68C0EA80BFD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2307" y="865565"/>
            <a:ext cx="3541763" cy="3554299"/>
          </a:xfrm>
        </p:spPr>
        <p:txBody>
          <a:bodyPr/>
          <a:lstStyle/>
          <a:p>
            <a:r>
              <a:rPr lang="en-US" dirty="0"/>
              <a:t>Set expectations when forming group: say that debate is encouraged and for everyone to be a critical evaluator</a:t>
            </a:r>
          </a:p>
          <a:p>
            <a:r>
              <a:rPr lang="en-US" dirty="0"/>
              <a:t>Avoid the leader stating a preference up front</a:t>
            </a:r>
          </a:p>
          <a:p>
            <a:r>
              <a:rPr lang="en-US" dirty="0"/>
              <a:t>Diversify teams</a:t>
            </a:r>
          </a:p>
          <a:p>
            <a:r>
              <a:rPr lang="en-US" dirty="0"/>
              <a:t>Ask for customer or user feedback</a:t>
            </a:r>
          </a:p>
          <a:p>
            <a:r>
              <a:rPr lang="en-US" dirty="0"/>
              <a:t>Use outside research</a:t>
            </a:r>
          </a:p>
          <a:p>
            <a:r>
              <a:rPr lang="en-US" dirty="0"/>
              <a:t>Appoint a devil’s advocate</a:t>
            </a:r>
          </a:p>
          <a:p>
            <a:r>
              <a:rPr lang="en-US" dirty="0"/>
              <a:t>Create safe environment for people to speak up</a:t>
            </a:r>
          </a:p>
        </p:txBody>
      </p:sp>
      <p:pic>
        <p:nvPicPr>
          <p:cNvPr id="5" name="Picture 4" descr="Decision making during crises and how to avoid groupthink / Crisis  Management / Bulletin / BC Training">
            <a:extLst>
              <a:ext uri="{FF2B5EF4-FFF2-40B4-BE49-F238E27FC236}">
                <a16:creationId xmlns:a16="http://schemas.microsoft.com/office/drawing/2014/main" id="{BA9EFEEF-3E29-4CE5-ACF0-EE3E86B341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4070" y="1442661"/>
            <a:ext cx="4519468" cy="27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MARTInkShape-3">
            <a:extLst>
              <a:ext uri="{FF2B5EF4-FFF2-40B4-BE49-F238E27FC236}">
                <a16:creationId xmlns:a16="http://schemas.microsoft.com/office/drawing/2014/main" id="{23C9AA5E-91C3-E447-05EE-6C8532F058E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1633538"/>
            <a:ext cx="1" cy="28576"/>
          </a:xfrm>
          <a:custGeom>
            <a:avLst/>
            <a:gdLst/>
            <a:ahLst/>
            <a:cxnLst/>
            <a:rect l="0" t="0" r="0" b="0"/>
            <a:pathLst>
              <a:path w="1" h="28576">
                <a:moveTo>
                  <a:pt x="0" y="28575"/>
                </a:moveTo>
                <a:lnTo>
                  <a:pt x="0" y="28575"/>
                </a:lnTo>
                <a:lnTo>
                  <a:pt x="0" y="0"/>
                </a:lnTo>
              </a:path>
            </a:pathLst>
          </a:cu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MARTInkShape-4">
            <a:extLst>
              <a:ext uri="{FF2B5EF4-FFF2-40B4-BE49-F238E27FC236}">
                <a16:creationId xmlns:a16="http://schemas.microsoft.com/office/drawing/2014/main" id="{6D3EB5AC-9A47-BBC5-5DAE-12525248F68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3086100"/>
            <a:ext cx="28576" cy="117873"/>
          </a:xfrm>
          <a:custGeom>
            <a:avLst/>
            <a:gdLst/>
            <a:ahLst/>
            <a:cxnLst/>
            <a:rect l="0" t="0" r="0" b="0"/>
            <a:pathLst>
              <a:path w="28576" h="117873">
                <a:moveTo>
                  <a:pt x="0" y="0"/>
                </a:moveTo>
                <a:lnTo>
                  <a:pt x="0" y="0"/>
                </a:lnTo>
                <a:lnTo>
                  <a:pt x="1896" y="27471"/>
                </a:lnTo>
                <a:lnTo>
                  <a:pt x="8764" y="61056"/>
                </a:lnTo>
                <a:lnTo>
                  <a:pt x="28575" y="117872"/>
                </a:lnTo>
              </a:path>
            </a:pathLst>
          </a:cu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1664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B8EF725-2ECB-4D8C-97DA-AC34014B75A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2307" y="865566"/>
            <a:ext cx="2680786" cy="3554299"/>
          </a:xfrm>
        </p:spPr>
        <p:txBody>
          <a:bodyPr/>
          <a:lstStyle/>
          <a:p>
            <a:pPr fontAlgn="base"/>
            <a:r>
              <a:rPr lang="en-US" b="1" dirty="0"/>
              <a:t>December: "Fortune favors the bold." </a:t>
            </a:r>
            <a:r>
              <a:rPr lang="en-US" dirty="0"/>
              <a:t>—</a:t>
            </a:r>
            <a:r>
              <a:rPr lang="en-US" i="1" dirty="0"/>
              <a:t>Virgil</a:t>
            </a:r>
          </a:p>
          <a:p>
            <a:pPr marL="0" indent="0" fontAlgn="base">
              <a:buNone/>
            </a:pPr>
            <a:endParaRPr lang="en-US" dirty="0"/>
          </a:p>
          <a:p>
            <a:pPr fontAlgn="base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8D04889-BEDE-4108-85B9-17C4582CA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December Precept</a:t>
            </a:r>
          </a:p>
        </p:txBody>
      </p:sp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139F4F68-4CDB-4528-B014-C330096B720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5072" b="9639"/>
          <a:stretch/>
        </p:blipFill>
        <p:spPr>
          <a:xfrm>
            <a:off x="3819111" y="330228"/>
            <a:ext cx="5143500" cy="438688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8E9BC77-51B7-4768-AD03-AF7D03A4555D}"/>
              </a:ext>
            </a:extLst>
          </p:cNvPr>
          <p:cNvSpPr txBox="1"/>
          <p:nvPr/>
        </p:nvSpPr>
        <p:spPr>
          <a:xfrm>
            <a:off x="2000250" y="5143500"/>
            <a:ext cx="5143500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75">
                <a:solidFill>
                  <a:prstClr val="black"/>
                </a:solidFill>
                <a:latin typeface="Arial"/>
                <a:hlinkClick r:id="rId3" tooltip="http://transitionofthoughts.com/2015/03/21/are-you-bold-enough-to-take-up-challenges-of-life/"/>
              </a:rPr>
              <a:t>This Photo</a:t>
            </a:r>
            <a:r>
              <a:rPr lang="en-US" sz="675">
                <a:solidFill>
                  <a:prstClr val="black"/>
                </a:solidFill>
                <a:latin typeface="Arial"/>
              </a:rPr>
              <a:t> by Unknown Author is licensed under </a:t>
            </a:r>
            <a:r>
              <a:rPr lang="en-US" sz="675">
                <a:solidFill>
                  <a:prstClr val="black"/>
                </a:solidFill>
                <a:latin typeface="Arial"/>
                <a:hlinkClick r:id="rId4" tooltip="https://creativecommons.org/licenses/by-nc/3.0/"/>
              </a:rPr>
              <a:t>CC BY-NC</a:t>
            </a:r>
            <a:endParaRPr lang="en-US" sz="675">
              <a:solidFill>
                <a:prstClr val="black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5158776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heme/theme1.xml><?xml version="1.0" encoding="utf-8"?>
<a:theme xmlns:a="http://schemas.openxmlformats.org/drawingml/2006/main" name="Main Master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1200" dirty="0" err="1" smtClean="0">
            <a:latin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eatle Genetics 1" id="{53984AC2-015D-554A-9215-CAF5E42331BB}" vid="{AC78D1C2-67FA-E942-9EA9-D2954BBFA017}"/>
    </a:ext>
  </a:extLst>
</a:theme>
</file>

<file path=ppt/theme/theme2.xml><?xml version="1.0" encoding="utf-8"?>
<a:theme xmlns:a="http://schemas.openxmlformats.org/drawingml/2006/main" name="1_Main Master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1200" dirty="0" err="1" smtClean="0">
            <a:latin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eatle Genetics 1" id="{53984AC2-015D-554A-9215-CAF5E42331BB}" vid="{AC78D1C2-67FA-E942-9EA9-D2954BBFA01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DD89C5D911BC046B277DCAF5366D800" ma:contentTypeVersion="4" ma:contentTypeDescription="Create a new document." ma:contentTypeScope="" ma:versionID="2cc88ace384ab63cdfefd6ba4c9c6e19">
  <xsd:schema xmlns:xsd="http://www.w3.org/2001/XMLSchema" xmlns:xs="http://www.w3.org/2001/XMLSchema" xmlns:p="http://schemas.microsoft.com/office/2006/metadata/properties" xmlns:ns2="8203920f-e80a-4f40-891f-374d92aaa723" xmlns:ns3="94453763-5c73-4bc4-9bc2-0b162bd4cfed" targetNamespace="http://schemas.microsoft.com/office/2006/metadata/properties" ma:root="true" ma:fieldsID="b09e4c8b1d448c696d03e70d112964b5" ns2:_="" ns3:_="">
    <xsd:import namespace="8203920f-e80a-4f40-891f-374d92aaa723"/>
    <xsd:import namespace="94453763-5c73-4bc4-9bc2-0b162bd4cfe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03920f-e80a-4f40-891f-374d92aaa7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453763-5c73-4bc4-9bc2-0b162bd4cfe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1A84523-DC6D-4F6B-A4CC-3FF10C5ADA6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0FEFE1D-2A63-4943-A8E9-412AC2E6794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A41CF28C-A6CA-48EC-A751-93D4F186C8F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203920f-e80a-4f40-891f-374d92aaa723"/>
    <ds:schemaRef ds:uri="94453763-5c73-4bc4-9bc2-0b162bd4cfe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1382</TotalTime>
  <Words>562</Words>
  <Application>Microsoft Office PowerPoint</Application>
  <PresentationFormat>On-screen Show (16:9)</PresentationFormat>
  <Paragraphs>73</Paragraphs>
  <Slides>15</Slides>
  <Notes>2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Courier New</vt:lpstr>
      <vt:lpstr>Main Master</vt:lpstr>
      <vt:lpstr>1_Main Master</vt:lpstr>
      <vt:lpstr>Business, Marketing, Entrepreneurship, Digital Marketing, and Econ  Mrs. SchAfer</vt:lpstr>
      <vt:lpstr>PowerPoint Presentation</vt:lpstr>
      <vt:lpstr>The Aristotle Project</vt:lpstr>
      <vt:lpstr>The Aristotle Project – The Answer!</vt:lpstr>
      <vt:lpstr>Tuckman’s Stages of Group Development</vt:lpstr>
      <vt:lpstr>PowerPoint Presentation</vt:lpstr>
      <vt:lpstr>Turn to your neighbor</vt:lpstr>
      <vt:lpstr>Turn to someone who wasn’t in your SWOT group from Q1</vt:lpstr>
      <vt:lpstr>The Abilene Paradox was introduced by Jerry B. Harvey, Professor of Management at George Washington University in 1988</vt:lpstr>
      <vt:lpstr>Groupthink: psychological phenomenon that occurs within a group of people in which the desire for harmony in the group results in irrational or dysfunctional decision-making </vt:lpstr>
      <vt:lpstr>Difference between Groupthink and Abilene Paradox</vt:lpstr>
      <vt:lpstr>PowerPoint Presentation</vt:lpstr>
      <vt:lpstr>Ways to reduce Abilene Paradox</vt:lpstr>
      <vt:lpstr>Ways to reduce groupthink…</vt:lpstr>
      <vt:lpstr>December Precept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Sebastian Arias</dc:creator>
  <cp:keywords/>
  <dc:description/>
  <cp:lastModifiedBy>Ryfka Schafer</cp:lastModifiedBy>
  <cp:revision>29</cp:revision>
  <cp:lastPrinted>2018-04-23T17:55:37Z</cp:lastPrinted>
  <dcterms:created xsi:type="dcterms:W3CDTF">2017-07-25T22:09:28Z</dcterms:created>
  <dcterms:modified xsi:type="dcterms:W3CDTF">2025-12-05T20:16:46Z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0x0101009DD89C5D911BC046B277DCAF5366D800</vt:lpwstr>
  </property>
  <property fmtid="{D5CDD505-2E9C-101B-9397-08002B2CF9AE}" pid="3" name="Document Retention Period">
    <vt:lpwstr>2;#3 Yr|c8cd55a2-159d-41a5-94cb-7dd28dd1c861</vt:lpwstr>
  </property>
  <property fmtid="{D5CDD505-2E9C-101B-9397-08002B2CF9AE}" pid="4" name="_dlc_DocIdItemGuid">
    <vt:lpwstr>e1d96100-0888-476a-a9ce-609654440f9d</vt:lpwstr>
  </property>
</Properties>
</file>