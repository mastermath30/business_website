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8" r:id="rId4"/>
  </p:sldMasterIdLst>
  <p:notesMasterIdLst>
    <p:notesMasterId r:id="rId11"/>
  </p:notesMasterIdLst>
  <p:handoutMasterIdLst>
    <p:handoutMasterId r:id="rId12"/>
  </p:handoutMasterIdLst>
  <p:sldIdLst>
    <p:sldId id="420" r:id="rId5"/>
    <p:sldId id="421" r:id="rId6"/>
    <p:sldId id="433" r:id="rId7"/>
    <p:sldId id="434" r:id="rId8"/>
    <p:sldId id="432" r:id="rId9"/>
    <p:sldId id="435" r:id="rId10"/>
  </p:sldIdLst>
  <p:sldSz cx="9144000" cy="5143500" type="screen16x9"/>
  <p:notesSz cx="7010400" cy="92964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pos="2880" userDrawn="1">
          <p15:clr>
            <a:srgbClr val="A4A3A4"/>
          </p15:clr>
        </p15:guide>
        <p15:guide id="3" pos="2232" userDrawn="1">
          <p15:clr>
            <a:srgbClr val="A4A3A4"/>
          </p15:clr>
        </p15:guide>
        <p15:guide id="4" orient="horz" pos="16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6C24"/>
    <a:srgbClr val="414042"/>
    <a:srgbClr val="595959"/>
    <a:srgbClr val="E2F0D0"/>
    <a:srgbClr val="91CAAA"/>
    <a:srgbClr val="DBDADC"/>
    <a:srgbClr val="2597CB"/>
    <a:srgbClr val="2370AF"/>
    <a:srgbClr val="4EABD5"/>
    <a:srgbClr val="E890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6B6DD5-7B65-4990-AB24-97EFE5776642}" v="24" dt="2025-11-05T17:04:35.778"/>
  </p1510:revLst>
</p1510:revInfo>
</file>

<file path=ppt/tableStyles.xml><?xml version="1.0" encoding="utf-8"?>
<a:tblStyleLst xmlns:a="http://schemas.openxmlformats.org/drawingml/2006/main" def="{2D5ABB26-0587-4C30-8999-92F81FD0307C}">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5181" autoAdjust="0"/>
  </p:normalViewPr>
  <p:slideViewPr>
    <p:cSldViewPr snapToGrid="0">
      <p:cViewPr varScale="1">
        <p:scale>
          <a:sx n="60" d="100"/>
          <a:sy n="60" d="100"/>
        </p:scale>
        <p:origin x="1388" y="28"/>
      </p:cViewPr>
      <p:guideLst>
        <p:guide pos="2880"/>
        <p:guide pos="2232"/>
        <p:guide orient="horz" pos="1620"/>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fka Schafer" userId="318b1ac2-30d3-4beb-81ce-7e66308a1db1" providerId="ADAL" clId="{6ADB8242-FC07-4006-B08C-E5283FADA5DD}"/>
    <pc:docChg chg="custSel modSld">
      <pc:chgData name="Ryfka Schafer" userId="318b1ac2-30d3-4beb-81ce-7e66308a1db1" providerId="ADAL" clId="{6ADB8242-FC07-4006-B08C-E5283FADA5DD}" dt="2025-11-05T17:04:35.778" v="177"/>
      <pc:docMkLst>
        <pc:docMk/>
      </pc:docMkLst>
      <pc:sldChg chg="modSp mod">
        <pc:chgData name="Ryfka Schafer" userId="318b1ac2-30d3-4beb-81ce-7e66308a1db1" providerId="ADAL" clId="{6ADB8242-FC07-4006-B08C-E5283FADA5DD}" dt="2025-10-08T17:41:27.471" v="20" actId="20577"/>
        <pc:sldMkLst>
          <pc:docMk/>
          <pc:sldMk cId="2098443568" sldId="421"/>
        </pc:sldMkLst>
        <pc:spChg chg="mod">
          <ac:chgData name="Ryfka Schafer" userId="318b1ac2-30d3-4beb-81ce-7e66308a1db1" providerId="ADAL" clId="{6ADB8242-FC07-4006-B08C-E5283FADA5DD}" dt="2025-10-08T17:41:27.471" v="20" actId="20577"/>
          <ac:spMkLst>
            <pc:docMk/>
            <pc:sldMk cId="2098443568" sldId="421"/>
            <ac:spMk id="3" creationId="{B34AADD7-387E-4013-8C84-380563E11459}"/>
          </ac:spMkLst>
        </pc:spChg>
      </pc:sldChg>
      <pc:sldChg chg="addSp delSp modSp mod">
        <pc:chgData name="Ryfka Schafer" userId="318b1ac2-30d3-4beb-81ce-7e66308a1db1" providerId="ADAL" clId="{6ADB8242-FC07-4006-B08C-E5283FADA5DD}" dt="2025-11-05T17:04:35.778" v="177"/>
        <pc:sldMkLst>
          <pc:docMk/>
          <pc:sldMk cId="1104979312" sldId="433"/>
        </pc:sldMkLst>
        <pc:spChg chg="mod">
          <ac:chgData name="Ryfka Schafer" userId="318b1ac2-30d3-4beb-81ce-7e66308a1db1" providerId="ADAL" clId="{6ADB8242-FC07-4006-B08C-E5283FADA5DD}" dt="2025-10-08T18:01:49.535" v="151" actId="13926"/>
          <ac:spMkLst>
            <pc:docMk/>
            <pc:sldMk cId="1104979312" sldId="433"/>
            <ac:spMk id="2" creationId="{16F7DB74-A831-410F-AF57-F95FB5B9220E}"/>
          </ac:spMkLst>
        </pc:spChg>
        <pc:spChg chg="add del mod">
          <ac:chgData name="Ryfka Schafer" userId="318b1ac2-30d3-4beb-81ce-7e66308a1db1" providerId="ADAL" clId="{6ADB8242-FC07-4006-B08C-E5283FADA5DD}" dt="2025-11-05T17:03:57.732" v="173"/>
          <ac:spMkLst>
            <pc:docMk/>
            <pc:sldMk cId="1104979312" sldId="433"/>
            <ac:spMk id="4" creationId="{093E3995-964F-753F-43EA-B377B91E66AB}"/>
          </ac:spMkLst>
        </pc:spChg>
        <pc:spChg chg="add mod">
          <ac:chgData name="Ryfka Schafer" userId="318b1ac2-30d3-4beb-81ce-7e66308a1db1" providerId="ADAL" clId="{6ADB8242-FC07-4006-B08C-E5283FADA5DD}" dt="2025-11-05T17:04:35.778" v="177"/>
          <ac:spMkLst>
            <pc:docMk/>
            <pc:sldMk cId="1104979312" sldId="433"/>
            <ac:spMk id="5" creationId="{00901CD7-D02B-781C-6043-5D1EC1ED8A17}"/>
          </ac:spMkLst>
        </pc:spChg>
        <pc:picChg chg="add mod">
          <ac:chgData name="Ryfka Schafer" userId="318b1ac2-30d3-4beb-81ce-7e66308a1db1" providerId="ADAL" clId="{6ADB8242-FC07-4006-B08C-E5283FADA5DD}" dt="2025-10-08T18:01:26.768" v="143" actId="1076"/>
          <ac:picMkLst>
            <pc:docMk/>
            <pc:sldMk cId="1104979312" sldId="433"/>
            <ac:picMk id="10" creationId="{D363821E-BF73-DCDD-617E-37D418CFCC4B}"/>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A88E0EA-AA27-4577-B013-551AB466F5B7}" type="doc">
      <dgm:prSet loTypeId="urn:microsoft.com/office/officeart/2005/8/layout/bProcess4" loCatId="process" qsTypeId="urn:microsoft.com/office/officeart/2005/8/quickstyle/simple1" qsCatId="simple" csTypeId="urn:microsoft.com/office/officeart/2005/8/colors/accent1_2" csCatId="accent1" phldr="1"/>
      <dgm:spPr/>
      <dgm:t>
        <a:bodyPr/>
        <a:lstStyle/>
        <a:p>
          <a:endParaRPr lang="en-US"/>
        </a:p>
      </dgm:t>
    </dgm:pt>
    <dgm:pt modelId="{A24F8E67-CEE6-4FD3-8E92-F3B9EB458CD9}">
      <dgm:prSet phldrT="[Text]"/>
      <dgm:spPr/>
      <dgm:t>
        <a:bodyPr/>
        <a:lstStyle/>
        <a:p>
          <a:r>
            <a:rPr lang="en-US" dirty="0"/>
            <a:t>1. Do your research (on the company and the interviewers)</a:t>
          </a:r>
        </a:p>
      </dgm:t>
    </dgm:pt>
    <dgm:pt modelId="{798040CE-C3E8-4059-9B2D-94007998ECAE}" type="parTrans" cxnId="{157B3F4A-FE7A-484B-A698-D61A53BE689B}">
      <dgm:prSet/>
      <dgm:spPr/>
      <dgm:t>
        <a:bodyPr/>
        <a:lstStyle/>
        <a:p>
          <a:endParaRPr lang="en-US"/>
        </a:p>
      </dgm:t>
    </dgm:pt>
    <dgm:pt modelId="{33CD12DF-B1F4-4D2E-861F-D78E8720BB5A}" type="sibTrans" cxnId="{157B3F4A-FE7A-484B-A698-D61A53BE689B}">
      <dgm:prSet/>
      <dgm:spPr/>
      <dgm:t>
        <a:bodyPr/>
        <a:lstStyle/>
        <a:p>
          <a:endParaRPr lang="en-US"/>
        </a:p>
      </dgm:t>
    </dgm:pt>
    <dgm:pt modelId="{4DB6696B-AC01-4385-B693-3A65088606AF}">
      <dgm:prSet phldrT="[Text]"/>
      <dgm:spPr/>
      <dgm:t>
        <a:bodyPr/>
        <a:lstStyle/>
        <a:p>
          <a:r>
            <a:rPr lang="en-US" dirty="0"/>
            <a:t>2. Look sharp</a:t>
          </a:r>
        </a:p>
      </dgm:t>
    </dgm:pt>
    <dgm:pt modelId="{0ED16AD9-6966-47FA-8F26-1738503B5462}" type="parTrans" cxnId="{F69EC077-6982-42AC-9AF1-129FA318FDBA}">
      <dgm:prSet/>
      <dgm:spPr/>
      <dgm:t>
        <a:bodyPr/>
        <a:lstStyle/>
        <a:p>
          <a:endParaRPr lang="en-US"/>
        </a:p>
      </dgm:t>
    </dgm:pt>
    <dgm:pt modelId="{A265F4ED-FC63-48EE-AB3E-F95729A771DC}" type="sibTrans" cxnId="{F69EC077-6982-42AC-9AF1-129FA318FDBA}">
      <dgm:prSet/>
      <dgm:spPr/>
      <dgm:t>
        <a:bodyPr/>
        <a:lstStyle/>
        <a:p>
          <a:endParaRPr lang="en-US"/>
        </a:p>
      </dgm:t>
    </dgm:pt>
    <dgm:pt modelId="{2BCD2FEB-7010-4753-B686-7D96418DBF98}">
      <dgm:prSet phldrT="[Text]"/>
      <dgm:spPr/>
      <dgm:t>
        <a:bodyPr/>
        <a:lstStyle/>
        <a:p>
          <a:r>
            <a:rPr lang="en-US" dirty="0"/>
            <a:t>3. Show up with something in your hands</a:t>
          </a:r>
        </a:p>
      </dgm:t>
    </dgm:pt>
    <dgm:pt modelId="{5DB03FFB-A14D-4031-ADE0-24F5CD33C339}" type="parTrans" cxnId="{BE8EE656-23A7-45CC-9284-7E9151EA8C21}">
      <dgm:prSet/>
      <dgm:spPr/>
      <dgm:t>
        <a:bodyPr/>
        <a:lstStyle/>
        <a:p>
          <a:endParaRPr lang="en-US"/>
        </a:p>
      </dgm:t>
    </dgm:pt>
    <dgm:pt modelId="{4E219C68-CFFC-4695-A6F0-ABFC7F50DCE0}" type="sibTrans" cxnId="{BE8EE656-23A7-45CC-9284-7E9151EA8C21}">
      <dgm:prSet/>
      <dgm:spPr/>
      <dgm:t>
        <a:bodyPr/>
        <a:lstStyle/>
        <a:p>
          <a:endParaRPr lang="en-US"/>
        </a:p>
      </dgm:t>
    </dgm:pt>
    <dgm:pt modelId="{29B5BBED-5AAD-46CD-8690-725B09DE90EE}">
      <dgm:prSet phldrT="[Text]"/>
      <dgm:spPr/>
      <dgm:t>
        <a:bodyPr/>
        <a:lstStyle/>
        <a:p>
          <a:r>
            <a:rPr lang="en-US" dirty="0"/>
            <a:t>4. Arrive early</a:t>
          </a:r>
        </a:p>
      </dgm:t>
    </dgm:pt>
    <dgm:pt modelId="{CB02B28B-237E-401B-A72E-C10E7E84FF2A}" type="parTrans" cxnId="{D609FD66-CAB9-43EA-AB08-D6CFD47C922D}">
      <dgm:prSet/>
      <dgm:spPr/>
      <dgm:t>
        <a:bodyPr/>
        <a:lstStyle/>
        <a:p>
          <a:endParaRPr lang="en-US"/>
        </a:p>
      </dgm:t>
    </dgm:pt>
    <dgm:pt modelId="{591BAB45-D210-4563-A74E-7945A67DBFA3}" type="sibTrans" cxnId="{D609FD66-CAB9-43EA-AB08-D6CFD47C922D}">
      <dgm:prSet/>
      <dgm:spPr/>
      <dgm:t>
        <a:bodyPr/>
        <a:lstStyle/>
        <a:p>
          <a:endParaRPr lang="en-US"/>
        </a:p>
      </dgm:t>
    </dgm:pt>
    <dgm:pt modelId="{8574CAE2-09B5-45B3-B385-518A896815AD}">
      <dgm:prSet phldrT="[Text]"/>
      <dgm:spPr/>
      <dgm:t>
        <a:bodyPr/>
        <a:lstStyle/>
        <a:p>
          <a:r>
            <a:rPr lang="en-US" dirty="0"/>
            <a:t>5. Project enthusiasm</a:t>
          </a:r>
        </a:p>
      </dgm:t>
    </dgm:pt>
    <dgm:pt modelId="{81FC8A94-833A-47A6-8FDE-9F5B163E5CDE}" type="parTrans" cxnId="{D488A19E-DF19-464E-BA6E-4F752256A384}">
      <dgm:prSet/>
      <dgm:spPr/>
      <dgm:t>
        <a:bodyPr/>
        <a:lstStyle/>
        <a:p>
          <a:endParaRPr lang="en-US"/>
        </a:p>
      </dgm:t>
    </dgm:pt>
    <dgm:pt modelId="{DAFA80FB-BD7C-46DE-B9AE-A3A15D504490}" type="sibTrans" cxnId="{D488A19E-DF19-464E-BA6E-4F752256A384}">
      <dgm:prSet/>
      <dgm:spPr/>
      <dgm:t>
        <a:bodyPr/>
        <a:lstStyle/>
        <a:p>
          <a:endParaRPr lang="en-US"/>
        </a:p>
      </dgm:t>
    </dgm:pt>
    <dgm:pt modelId="{3B1B7B1E-4DE5-4F80-90AA-BBDE614109BE}">
      <dgm:prSet phldrT="[Text]"/>
      <dgm:spPr/>
      <dgm:t>
        <a:bodyPr/>
        <a:lstStyle/>
        <a:p>
          <a:r>
            <a:rPr lang="en-US" dirty="0"/>
            <a:t>6. Listen carefully</a:t>
          </a:r>
        </a:p>
      </dgm:t>
    </dgm:pt>
    <dgm:pt modelId="{BF8897C9-66BD-450E-B17B-53CE8629F2F3}" type="parTrans" cxnId="{99DD93A8-7609-4DDC-88AA-97EBD193FDA2}">
      <dgm:prSet/>
      <dgm:spPr/>
      <dgm:t>
        <a:bodyPr/>
        <a:lstStyle/>
        <a:p>
          <a:endParaRPr lang="en-US"/>
        </a:p>
      </dgm:t>
    </dgm:pt>
    <dgm:pt modelId="{04A60F57-333A-4785-A20E-95D3EB9E00FF}" type="sibTrans" cxnId="{99DD93A8-7609-4DDC-88AA-97EBD193FDA2}">
      <dgm:prSet/>
      <dgm:spPr/>
      <dgm:t>
        <a:bodyPr/>
        <a:lstStyle/>
        <a:p>
          <a:endParaRPr lang="en-US"/>
        </a:p>
      </dgm:t>
    </dgm:pt>
    <dgm:pt modelId="{EC188F37-70EC-40A1-9711-34664CC7DEFE}">
      <dgm:prSet phldrT="[Text]"/>
      <dgm:spPr/>
      <dgm:t>
        <a:bodyPr/>
        <a:lstStyle/>
        <a:p>
          <a:r>
            <a:rPr lang="en-US" dirty="0"/>
            <a:t>7. Give specific examples that show impact</a:t>
          </a:r>
        </a:p>
      </dgm:t>
    </dgm:pt>
    <dgm:pt modelId="{A3A3A8C7-23E0-4AB5-B454-A5E8A6C36046}" type="parTrans" cxnId="{E0BC9AC7-F59C-4EB1-A63F-B86B635A5172}">
      <dgm:prSet/>
      <dgm:spPr/>
      <dgm:t>
        <a:bodyPr/>
        <a:lstStyle/>
        <a:p>
          <a:endParaRPr lang="en-US"/>
        </a:p>
      </dgm:t>
    </dgm:pt>
    <dgm:pt modelId="{46190B90-5080-44DC-A4FA-4B9E83F3EFDA}" type="sibTrans" cxnId="{E0BC9AC7-F59C-4EB1-A63F-B86B635A5172}">
      <dgm:prSet/>
      <dgm:spPr/>
      <dgm:t>
        <a:bodyPr/>
        <a:lstStyle/>
        <a:p>
          <a:endParaRPr lang="en-US"/>
        </a:p>
      </dgm:t>
    </dgm:pt>
    <dgm:pt modelId="{1DC1EDB7-82BC-4285-AE60-D3FA1AA2E90B}">
      <dgm:prSet phldrT="[Text]"/>
      <dgm:spPr/>
      <dgm:t>
        <a:bodyPr/>
        <a:lstStyle/>
        <a:p>
          <a:r>
            <a:rPr lang="en-US" dirty="0"/>
            <a:t>8. Ask questions</a:t>
          </a:r>
        </a:p>
      </dgm:t>
    </dgm:pt>
    <dgm:pt modelId="{EBA787A7-4101-49A9-9FDD-04112DE07F4A}" type="parTrans" cxnId="{042BE620-7548-4761-BED2-6F0315DBF7CD}">
      <dgm:prSet/>
      <dgm:spPr/>
      <dgm:t>
        <a:bodyPr/>
        <a:lstStyle/>
        <a:p>
          <a:endParaRPr lang="en-US"/>
        </a:p>
      </dgm:t>
    </dgm:pt>
    <dgm:pt modelId="{D93121D7-5439-44E8-893F-59F978C8B15B}" type="sibTrans" cxnId="{042BE620-7548-4761-BED2-6F0315DBF7CD}">
      <dgm:prSet/>
      <dgm:spPr/>
      <dgm:t>
        <a:bodyPr/>
        <a:lstStyle/>
        <a:p>
          <a:endParaRPr lang="en-US"/>
        </a:p>
      </dgm:t>
    </dgm:pt>
    <dgm:pt modelId="{13C3BC51-230E-4A30-A494-EF717070426A}">
      <dgm:prSet phldrT="[Text]"/>
      <dgm:spPr/>
      <dgm:t>
        <a:bodyPr/>
        <a:lstStyle/>
        <a:p>
          <a:r>
            <a:rPr lang="en-US" dirty="0"/>
            <a:t>9. End on the right note</a:t>
          </a:r>
        </a:p>
      </dgm:t>
    </dgm:pt>
    <dgm:pt modelId="{7C06CB5F-664E-422C-BD7E-A57676C82AB1}" type="parTrans" cxnId="{67B62058-1998-4D0B-9229-3851EC3A3C3C}">
      <dgm:prSet/>
      <dgm:spPr/>
      <dgm:t>
        <a:bodyPr/>
        <a:lstStyle/>
        <a:p>
          <a:endParaRPr lang="en-US"/>
        </a:p>
      </dgm:t>
    </dgm:pt>
    <dgm:pt modelId="{2073265D-F802-428C-BA21-1519E4349566}" type="sibTrans" cxnId="{67B62058-1998-4D0B-9229-3851EC3A3C3C}">
      <dgm:prSet/>
      <dgm:spPr/>
      <dgm:t>
        <a:bodyPr/>
        <a:lstStyle/>
        <a:p>
          <a:endParaRPr lang="en-US"/>
        </a:p>
      </dgm:t>
    </dgm:pt>
    <dgm:pt modelId="{4A6DC7F6-EFCA-45EC-9CC1-8ED594DB5C17}">
      <dgm:prSet phldrT="[Text]"/>
      <dgm:spPr/>
      <dgm:t>
        <a:bodyPr/>
        <a:lstStyle/>
        <a:p>
          <a:r>
            <a:rPr lang="en-US" dirty="0"/>
            <a:t>10.Ace</a:t>
          </a:r>
          <a:r>
            <a:rPr lang="en-US" baseline="0" dirty="0"/>
            <a:t> the follow-up</a:t>
          </a:r>
          <a:endParaRPr lang="en-US" dirty="0"/>
        </a:p>
      </dgm:t>
    </dgm:pt>
    <dgm:pt modelId="{4097AA45-5E52-40B6-B030-60AE957DD6FE}" type="parTrans" cxnId="{9732718B-CEBA-4903-96B9-F7436317D2BF}">
      <dgm:prSet/>
      <dgm:spPr/>
      <dgm:t>
        <a:bodyPr/>
        <a:lstStyle/>
        <a:p>
          <a:endParaRPr lang="en-US"/>
        </a:p>
      </dgm:t>
    </dgm:pt>
    <dgm:pt modelId="{4D382668-3DEC-40C1-B20D-4BF08F6FDB56}" type="sibTrans" cxnId="{9732718B-CEBA-4903-96B9-F7436317D2BF}">
      <dgm:prSet/>
      <dgm:spPr/>
      <dgm:t>
        <a:bodyPr/>
        <a:lstStyle/>
        <a:p>
          <a:endParaRPr lang="en-US"/>
        </a:p>
      </dgm:t>
    </dgm:pt>
    <dgm:pt modelId="{FC3E568E-9B3F-4F0C-A243-7ECC002F9A90}" type="pres">
      <dgm:prSet presAssocID="{FA88E0EA-AA27-4577-B013-551AB466F5B7}" presName="Name0" presStyleCnt="0">
        <dgm:presLayoutVars>
          <dgm:dir/>
          <dgm:resizeHandles/>
        </dgm:presLayoutVars>
      </dgm:prSet>
      <dgm:spPr/>
    </dgm:pt>
    <dgm:pt modelId="{080C9C8A-FAA1-4E48-984A-40702265C1A6}" type="pres">
      <dgm:prSet presAssocID="{A24F8E67-CEE6-4FD3-8E92-F3B9EB458CD9}" presName="compNode" presStyleCnt="0"/>
      <dgm:spPr/>
    </dgm:pt>
    <dgm:pt modelId="{DD4553FD-606B-4B3A-916B-CAB74AB4595F}" type="pres">
      <dgm:prSet presAssocID="{A24F8E67-CEE6-4FD3-8E92-F3B9EB458CD9}" presName="dummyConnPt" presStyleCnt="0"/>
      <dgm:spPr/>
    </dgm:pt>
    <dgm:pt modelId="{30ACC4AA-91FF-4B9C-B47C-5546EFCAAD0D}" type="pres">
      <dgm:prSet presAssocID="{A24F8E67-CEE6-4FD3-8E92-F3B9EB458CD9}" presName="node" presStyleLbl="node1" presStyleIdx="0" presStyleCnt="10">
        <dgm:presLayoutVars>
          <dgm:bulletEnabled val="1"/>
        </dgm:presLayoutVars>
      </dgm:prSet>
      <dgm:spPr/>
    </dgm:pt>
    <dgm:pt modelId="{3152A334-32ED-4244-B72B-4C44DA429BCC}" type="pres">
      <dgm:prSet presAssocID="{33CD12DF-B1F4-4D2E-861F-D78E8720BB5A}" presName="sibTrans" presStyleLbl="bgSibTrans2D1" presStyleIdx="0" presStyleCnt="9"/>
      <dgm:spPr/>
    </dgm:pt>
    <dgm:pt modelId="{48551CC3-9170-4374-B32D-11D2157079F3}" type="pres">
      <dgm:prSet presAssocID="{4DB6696B-AC01-4385-B693-3A65088606AF}" presName="compNode" presStyleCnt="0"/>
      <dgm:spPr/>
    </dgm:pt>
    <dgm:pt modelId="{E4F44A38-4B1F-4FED-8AF4-13D6575F4D06}" type="pres">
      <dgm:prSet presAssocID="{4DB6696B-AC01-4385-B693-3A65088606AF}" presName="dummyConnPt" presStyleCnt="0"/>
      <dgm:spPr/>
    </dgm:pt>
    <dgm:pt modelId="{FEFF0B01-D414-4B57-B9FB-5428B18FA8D6}" type="pres">
      <dgm:prSet presAssocID="{4DB6696B-AC01-4385-B693-3A65088606AF}" presName="node" presStyleLbl="node1" presStyleIdx="1" presStyleCnt="10">
        <dgm:presLayoutVars>
          <dgm:bulletEnabled val="1"/>
        </dgm:presLayoutVars>
      </dgm:prSet>
      <dgm:spPr/>
    </dgm:pt>
    <dgm:pt modelId="{FA6ABBEA-B91E-4239-A9F4-41C2636A308D}" type="pres">
      <dgm:prSet presAssocID="{A265F4ED-FC63-48EE-AB3E-F95729A771DC}" presName="sibTrans" presStyleLbl="bgSibTrans2D1" presStyleIdx="1" presStyleCnt="9"/>
      <dgm:spPr/>
    </dgm:pt>
    <dgm:pt modelId="{19EEAF78-21B1-407F-AF78-1F1B1094DA4A}" type="pres">
      <dgm:prSet presAssocID="{2BCD2FEB-7010-4753-B686-7D96418DBF98}" presName="compNode" presStyleCnt="0"/>
      <dgm:spPr/>
    </dgm:pt>
    <dgm:pt modelId="{5FA6ACB8-5037-47EB-BB8A-8367C38BC35D}" type="pres">
      <dgm:prSet presAssocID="{2BCD2FEB-7010-4753-B686-7D96418DBF98}" presName="dummyConnPt" presStyleCnt="0"/>
      <dgm:spPr/>
    </dgm:pt>
    <dgm:pt modelId="{3E80AE44-10A6-4164-AE70-D1ABC6CC37C7}" type="pres">
      <dgm:prSet presAssocID="{2BCD2FEB-7010-4753-B686-7D96418DBF98}" presName="node" presStyleLbl="node1" presStyleIdx="2" presStyleCnt="10">
        <dgm:presLayoutVars>
          <dgm:bulletEnabled val="1"/>
        </dgm:presLayoutVars>
      </dgm:prSet>
      <dgm:spPr/>
    </dgm:pt>
    <dgm:pt modelId="{A27F5590-3424-4813-BAC9-355B40D1EA11}" type="pres">
      <dgm:prSet presAssocID="{4E219C68-CFFC-4695-A6F0-ABFC7F50DCE0}" presName="sibTrans" presStyleLbl="bgSibTrans2D1" presStyleIdx="2" presStyleCnt="9"/>
      <dgm:spPr/>
    </dgm:pt>
    <dgm:pt modelId="{698963B7-7718-4C0C-872F-C25BA289D8EE}" type="pres">
      <dgm:prSet presAssocID="{29B5BBED-5AAD-46CD-8690-725B09DE90EE}" presName="compNode" presStyleCnt="0"/>
      <dgm:spPr/>
    </dgm:pt>
    <dgm:pt modelId="{4DEB1A1A-5423-4BE0-B85B-5691A7076BF6}" type="pres">
      <dgm:prSet presAssocID="{29B5BBED-5AAD-46CD-8690-725B09DE90EE}" presName="dummyConnPt" presStyleCnt="0"/>
      <dgm:spPr/>
    </dgm:pt>
    <dgm:pt modelId="{3E7BAE62-9F3C-4ACB-87BD-DFE9F28B6897}" type="pres">
      <dgm:prSet presAssocID="{29B5BBED-5AAD-46CD-8690-725B09DE90EE}" presName="node" presStyleLbl="node1" presStyleIdx="3" presStyleCnt="10">
        <dgm:presLayoutVars>
          <dgm:bulletEnabled val="1"/>
        </dgm:presLayoutVars>
      </dgm:prSet>
      <dgm:spPr/>
    </dgm:pt>
    <dgm:pt modelId="{EC61B5EB-4634-416E-8F07-4A9B1FD0B9F7}" type="pres">
      <dgm:prSet presAssocID="{591BAB45-D210-4563-A74E-7945A67DBFA3}" presName="sibTrans" presStyleLbl="bgSibTrans2D1" presStyleIdx="3" presStyleCnt="9"/>
      <dgm:spPr/>
    </dgm:pt>
    <dgm:pt modelId="{2F291B8B-8086-4435-BAB1-8CCF70DD34CC}" type="pres">
      <dgm:prSet presAssocID="{8574CAE2-09B5-45B3-B385-518A896815AD}" presName="compNode" presStyleCnt="0"/>
      <dgm:spPr/>
    </dgm:pt>
    <dgm:pt modelId="{4F773E98-68E2-4601-9D02-1DF1DDC766C0}" type="pres">
      <dgm:prSet presAssocID="{8574CAE2-09B5-45B3-B385-518A896815AD}" presName="dummyConnPt" presStyleCnt="0"/>
      <dgm:spPr/>
    </dgm:pt>
    <dgm:pt modelId="{5A3034D2-5272-413E-A11F-BA0F3D39D7B2}" type="pres">
      <dgm:prSet presAssocID="{8574CAE2-09B5-45B3-B385-518A896815AD}" presName="node" presStyleLbl="node1" presStyleIdx="4" presStyleCnt="10">
        <dgm:presLayoutVars>
          <dgm:bulletEnabled val="1"/>
        </dgm:presLayoutVars>
      </dgm:prSet>
      <dgm:spPr/>
    </dgm:pt>
    <dgm:pt modelId="{7EF10D3C-6EFB-44FB-A9BB-BE49444F0F94}" type="pres">
      <dgm:prSet presAssocID="{DAFA80FB-BD7C-46DE-B9AE-A3A15D504490}" presName="sibTrans" presStyleLbl="bgSibTrans2D1" presStyleIdx="4" presStyleCnt="9"/>
      <dgm:spPr/>
    </dgm:pt>
    <dgm:pt modelId="{C9E39315-344C-4F08-A24F-AA831CA5817D}" type="pres">
      <dgm:prSet presAssocID="{3B1B7B1E-4DE5-4F80-90AA-BBDE614109BE}" presName="compNode" presStyleCnt="0"/>
      <dgm:spPr/>
    </dgm:pt>
    <dgm:pt modelId="{F7381DDC-B1EB-4DDB-9FA0-6F3F9BA43B0D}" type="pres">
      <dgm:prSet presAssocID="{3B1B7B1E-4DE5-4F80-90AA-BBDE614109BE}" presName="dummyConnPt" presStyleCnt="0"/>
      <dgm:spPr/>
    </dgm:pt>
    <dgm:pt modelId="{2FFA91A6-5B43-4976-A94E-786D1576028C}" type="pres">
      <dgm:prSet presAssocID="{3B1B7B1E-4DE5-4F80-90AA-BBDE614109BE}" presName="node" presStyleLbl="node1" presStyleIdx="5" presStyleCnt="10">
        <dgm:presLayoutVars>
          <dgm:bulletEnabled val="1"/>
        </dgm:presLayoutVars>
      </dgm:prSet>
      <dgm:spPr/>
    </dgm:pt>
    <dgm:pt modelId="{E298B307-A770-4E4F-B619-42E5791A9BAA}" type="pres">
      <dgm:prSet presAssocID="{04A60F57-333A-4785-A20E-95D3EB9E00FF}" presName="sibTrans" presStyleLbl="bgSibTrans2D1" presStyleIdx="5" presStyleCnt="9"/>
      <dgm:spPr/>
    </dgm:pt>
    <dgm:pt modelId="{88BCDDEC-26E5-4AB1-B474-D48B9E684438}" type="pres">
      <dgm:prSet presAssocID="{EC188F37-70EC-40A1-9711-34664CC7DEFE}" presName="compNode" presStyleCnt="0"/>
      <dgm:spPr/>
    </dgm:pt>
    <dgm:pt modelId="{2B7D114C-311B-4DB1-AE3D-CDF7AB6CC1AD}" type="pres">
      <dgm:prSet presAssocID="{EC188F37-70EC-40A1-9711-34664CC7DEFE}" presName="dummyConnPt" presStyleCnt="0"/>
      <dgm:spPr/>
    </dgm:pt>
    <dgm:pt modelId="{B624C166-00BA-4F7B-88AA-EF18EAEDB2CD}" type="pres">
      <dgm:prSet presAssocID="{EC188F37-70EC-40A1-9711-34664CC7DEFE}" presName="node" presStyleLbl="node1" presStyleIdx="6" presStyleCnt="10">
        <dgm:presLayoutVars>
          <dgm:bulletEnabled val="1"/>
        </dgm:presLayoutVars>
      </dgm:prSet>
      <dgm:spPr/>
    </dgm:pt>
    <dgm:pt modelId="{4F8F27F6-9217-4BFA-A3C4-7B67EA10AE76}" type="pres">
      <dgm:prSet presAssocID="{46190B90-5080-44DC-A4FA-4B9E83F3EFDA}" presName="sibTrans" presStyleLbl="bgSibTrans2D1" presStyleIdx="6" presStyleCnt="9"/>
      <dgm:spPr/>
    </dgm:pt>
    <dgm:pt modelId="{02E9B60D-FA8E-4FDA-BC2D-C2EE68F13CC5}" type="pres">
      <dgm:prSet presAssocID="{1DC1EDB7-82BC-4285-AE60-D3FA1AA2E90B}" presName="compNode" presStyleCnt="0"/>
      <dgm:spPr/>
    </dgm:pt>
    <dgm:pt modelId="{E3C05BF9-27B2-4B37-ACAC-FFC3269305DC}" type="pres">
      <dgm:prSet presAssocID="{1DC1EDB7-82BC-4285-AE60-D3FA1AA2E90B}" presName="dummyConnPt" presStyleCnt="0"/>
      <dgm:spPr/>
    </dgm:pt>
    <dgm:pt modelId="{208AB9FF-F5D5-49C9-ADB6-22A8488F035D}" type="pres">
      <dgm:prSet presAssocID="{1DC1EDB7-82BC-4285-AE60-D3FA1AA2E90B}" presName="node" presStyleLbl="node1" presStyleIdx="7" presStyleCnt="10">
        <dgm:presLayoutVars>
          <dgm:bulletEnabled val="1"/>
        </dgm:presLayoutVars>
      </dgm:prSet>
      <dgm:spPr/>
    </dgm:pt>
    <dgm:pt modelId="{812B032D-04BB-4580-B3DE-9ED101C77135}" type="pres">
      <dgm:prSet presAssocID="{D93121D7-5439-44E8-893F-59F978C8B15B}" presName="sibTrans" presStyleLbl="bgSibTrans2D1" presStyleIdx="7" presStyleCnt="9"/>
      <dgm:spPr/>
    </dgm:pt>
    <dgm:pt modelId="{9CA9A9FD-35F3-45E4-8F76-982E40FE8F1B}" type="pres">
      <dgm:prSet presAssocID="{13C3BC51-230E-4A30-A494-EF717070426A}" presName="compNode" presStyleCnt="0"/>
      <dgm:spPr/>
    </dgm:pt>
    <dgm:pt modelId="{F96EEEB9-7BF8-4853-9C93-AA6316A65B78}" type="pres">
      <dgm:prSet presAssocID="{13C3BC51-230E-4A30-A494-EF717070426A}" presName="dummyConnPt" presStyleCnt="0"/>
      <dgm:spPr/>
    </dgm:pt>
    <dgm:pt modelId="{82DA7440-F234-4D26-80E0-2C191B621C09}" type="pres">
      <dgm:prSet presAssocID="{13C3BC51-230E-4A30-A494-EF717070426A}" presName="node" presStyleLbl="node1" presStyleIdx="8" presStyleCnt="10">
        <dgm:presLayoutVars>
          <dgm:bulletEnabled val="1"/>
        </dgm:presLayoutVars>
      </dgm:prSet>
      <dgm:spPr/>
    </dgm:pt>
    <dgm:pt modelId="{A8E0F4A8-D0FF-4134-BB74-96C6E9458BAE}" type="pres">
      <dgm:prSet presAssocID="{2073265D-F802-428C-BA21-1519E4349566}" presName="sibTrans" presStyleLbl="bgSibTrans2D1" presStyleIdx="8" presStyleCnt="9"/>
      <dgm:spPr/>
    </dgm:pt>
    <dgm:pt modelId="{6C006418-46DC-48F2-97AF-651ADB3F5E5F}" type="pres">
      <dgm:prSet presAssocID="{4A6DC7F6-EFCA-45EC-9CC1-8ED594DB5C17}" presName="compNode" presStyleCnt="0"/>
      <dgm:spPr/>
    </dgm:pt>
    <dgm:pt modelId="{0473FF82-8FCC-4A90-B6EF-9C13DF402DD4}" type="pres">
      <dgm:prSet presAssocID="{4A6DC7F6-EFCA-45EC-9CC1-8ED594DB5C17}" presName="dummyConnPt" presStyleCnt="0"/>
      <dgm:spPr/>
    </dgm:pt>
    <dgm:pt modelId="{6B566AF9-239C-4C87-8AED-0BFD753B32FE}" type="pres">
      <dgm:prSet presAssocID="{4A6DC7F6-EFCA-45EC-9CC1-8ED594DB5C17}" presName="node" presStyleLbl="node1" presStyleIdx="9" presStyleCnt="10">
        <dgm:presLayoutVars>
          <dgm:bulletEnabled val="1"/>
        </dgm:presLayoutVars>
      </dgm:prSet>
      <dgm:spPr/>
    </dgm:pt>
  </dgm:ptLst>
  <dgm:cxnLst>
    <dgm:cxn modelId="{553FA41A-E7C2-405B-B342-9B5559213B52}" type="presOf" srcId="{2BCD2FEB-7010-4753-B686-7D96418DBF98}" destId="{3E80AE44-10A6-4164-AE70-D1ABC6CC37C7}" srcOrd="0" destOrd="0" presId="urn:microsoft.com/office/officeart/2005/8/layout/bProcess4"/>
    <dgm:cxn modelId="{042BE620-7548-4761-BED2-6F0315DBF7CD}" srcId="{FA88E0EA-AA27-4577-B013-551AB466F5B7}" destId="{1DC1EDB7-82BC-4285-AE60-D3FA1AA2E90B}" srcOrd="7" destOrd="0" parTransId="{EBA787A7-4101-49A9-9FDD-04112DE07F4A}" sibTransId="{D93121D7-5439-44E8-893F-59F978C8B15B}"/>
    <dgm:cxn modelId="{A3680D22-BE74-4D66-A2DD-1083CD74D05D}" type="presOf" srcId="{13C3BC51-230E-4A30-A494-EF717070426A}" destId="{82DA7440-F234-4D26-80E0-2C191B621C09}" srcOrd="0" destOrd="0" presId="urn:microsoft.com/office/officeart/2005/8/layout/bProcess4"/>
    <dgm:cxn modelId="{DB302726-507B-4694-A920-BCA9F4A45B3F}" type="presOf" srcId="{3B1B7B1E-4DE5-4F80-90AA-BBDE614109BE}" destId="{2FFA91A6-5B43-4976-A94E-786D1576028C}" srcOrd="0" destOrd="0" presId="urn:microsoft.com/office/officeart/2005/8/layout/bProcess4"/>
    <dgm:cxn modelId="{F6DB282A-6049-42BA-A44B-49C9991E8D6E}" type="presOf" srcId="{591BAB45-D210-4563-A74E-7945A67DBFA3}" destId="{EC61B5EB-4634-416E-8F07-4A9B1FD0B9F7}" srcOrd="0" destOrd="0" presId="urn:microsoft.com/office/officeart/2005/8/layout/bProcess4"/>
    <dgm:cxn modelId="{E1B5DD2D-8610-4FA4-8E9E-459B663B96D1}" type="presOf" srcId="{33CD12DF-B1F4-4D2E-861F-D78E8720BB5A}" destId="{3152A334-32ED-4244-B72B-4C44DA429BCC}" srcOrd="0" destOrd="0" presId="urn:microsoft.com/office/officeart/2005/8/layout/bProcess4"/>
    <dgm:cxn modelId="{B34F5C5C-0F1D-406D-87D3-5FEC5994FCDB}" type="presOf" srcId="{A265F4ED-FC63-48EE-AB3E-F95729A771DC}" destId="{FA6ABBEA-B91E-4239-A9F4-41C2636A308D}" srcOrd="0" destOrd="0" presId="urn:microsoft.com/office/officeart/2005/8/layout/bProcess4"/>
    <dgm:cxn modelId="{6A0C0541-35C1-4DD6-88EA-4F9AFCDEF578}" type="presOf" srcId="{A24F8E67-CEE6-4FD3-8E92-F3B9EB458CD9}" destId="{30ACC4AA-91FF-4B9C-B47C-5546EFCAAD0D}" srcOrd="0" destOrd="0" presId="urn:microsoft.com/office/officeart/2005/8/layout/bProcess4"/>
    <dgm:cxn modelId="{72093361-2246-48E4-B5D2-6270F52D4F24}" type="presOf" srcId="{8574CAE2-09B5-45B3-B385-518A896815AD}" destId="{5A3034D2-5272-413E-A11F-BA0F3D39D7B2}" srcOrd="0" destOrd="0" presId="urn:microsoft.com/office/officeart/2005/8/layout/bProcess4"/>
    <dgm:cxn modelId="{9746C342-A2C5-4219-8F77-359C10281FDE}" type="presOf" srcId="{DAFA80FB-BD7C-46DE-B9AE-A3A15D504490}" destId="{7EF10D3C-6EFB-44FB-A9BB-BE49444F0F94}" srcOrd="0" destOrd="0" presId="urn:microsoft.com/office/officeart/2005/8/layout/bProcess4"/>
    <dgm:cxn modelId="{D609FD66-CAB9-43EA-AB08-D6CFD47C922D}" srcId="{FA88E0EA-AA27-4577-B013-551AB466F5B7}" destId="{29B5BBED-5AAD-46CD-8690-725B09DE90EE}" srcOrd="3" destOrd="0" parTransId="{CB02B28B-237E-401B-A72E-C10E7E84FF2A}" sibTransId="{591BAB45-D210-4563-A74E-7945A67DBFA3}"/>
    <dgm:cxn modelId="{12413948-B884-4D4A-83D5-40C84D7003DE}" type="presOf" srcId="{1DC1EDB7-82BC-4285-AE60-D3FA1AA2E90B}" destId="{208AB9FF-F5D5-49C9-ADB6-22A8488F035D}" srcOrd="0" destOrd="0" presId="urn:microsoft.com/office/officeart/2005/8/layout/bProcess4"/>
    <dgm:cxn modelId="{157B3F4A-FE7A-484B-A698-D61A53BE689B}" srcId="{FA88E0EA-AA27-4577-B013-551AB466F5B7}" destId="{A24F8E67-CEE6-4FD3-8E92-F3B9EB458CD9}" srcOrd="0" destOrd="0" parTransId="{798040CE-C3E8-4059-9B2D-94007998ECAE}" sibTransId="{33CD12DF-B1F4-4D2E-861F-D78E8720BB5A}"/>
    <dgm:cxn modelId="{BE8EE656-23A7-45CC-9284-7E9151EA8C21}" srcId="{FA88E0EA-AA27-4577-B013-551AB466F5B7}" destId="{2BCD2FEB-7010-4753-B686-7D96418DBF98}" srcOrd="2" destOrd="0" parTransId="{5DB03FFB-A14D-4031-ADE0-24F5CD33C339}" sibTransId="{4E219C68-CFFC-4695-A6F0-ABFC7F50DCE0}"/>
    <dgm:cxn modelId="{F69EC077-6982-42AC-9AF1-129FA318FDBA}" srcId="{FA88E0EA-AA27-4577-B013-551AB466F5B7}" destId="{4DB6696B-AC01-4385-B693-3A65088606AF}" srcOrd="1" destOrd="0" parTransId="{0ED16AD9-6966-47FA-8F26-1738503B5462}" sibTransId="{A265F4ED-FC63-48EE-AB3E-F95729A771DC}"/>
    <dgm:cxn modelId="{67B62058-1998-4D0B-9229-3851EC3A3C3C}" srcId="{FA88E0EA-AA27-4577-B013-551AB466F5B7}" destId="{13C3BC51-230E-4A30-A494-EF717070426A}" srcOrd="8" destOrd="0" parTransId="{7C06CB5F-664E-422C-BD7E-A57676C82AB1}" sibTransId="{2073265D-F802-428C-BA21-1519E4349566}"/>
    <dgm:cxn modelId="{8125C779-403A-4738-B7D5-EB3C8AFC4169}" type="presOf" srcId="{4DB6696B-AC01-4385-B693-3A65088606AF}" destId="{FEFF0B01-D414-4B57-B9FB-5428B18FA8D6}" srcOrd="0" destOrd="0" presId="urn:microsoft.com/office/officeart/2005/8/layout/bProcess4"/>
    <dgm:cxn modelId="{9732718B-CEBA-4903-96B9-F7436317D2BF}" srcId="{FA88E0EA-AA27-4577-B013-551AB466F5B7}" destId="{4A6DC7F6-EFCA-45EC-9CC1-8ED594DB5C17}" srcOrd="9" destOrd="0" parTransId="{4097AA45-5E52-40B6-B030-60AE957DD6FE}" sibTransId="{4D382668-3DEC-40C1-B20D-4BF08F6FDB56}"/>
    <dgm:cxn modelId="{30C8BB9C-9033-42DC-A4A9-05D0E4A9909E}" type="presOf" srcId="{FA88E0EA-AA27-4577-B013-551AB466F5B7}" destId="{FC3E568E-9B3F-4F0C-A243-7ECC002F9A90}" srcOrd="0" destOrd="0" presId="urn:microsoft.com/office/officeart/2005/8/layout/bProcess4"/>
    <dgm:cxn modelId="{D488A19E-DF19-464E-BA6E-4F752256A384}" srcId="{FA88E0EA-AA27-4577-B013-551AB466F5B7}" destId="{8574CAE2-09B5-45B3-B385-518A896815AD}" srcOrd="4" destOrd="0" parTransId="{81FC8A94-833A-47A6-8FDE-9F5B163E5CDE}" sibTransId="{DAFA80FB-BD7C-46DE-B9AE-A3A15D504490}"/>
    <dgm:cxn modelId="{99DD93A8-7609-4DDC-88AA-97EBD193FDA2}" srcId="{FA88E0EA-AA27-4577-B013-551AB466F5B7}" destId="{3B1B7B1E-4DE5-4F80-90AA-BBDE614109BE}" srcOrd="5" destOrd="0" parTransId="{BF8897C9-66BD-450E-B17B-53CE8629F2F3}" sibTransId="{04A60F57-333A-4785-A20E-95D3EB9E00FF}"/>
    <dgm:cxn modelId="{D2819EA9-FFA9-4EE8-ADD1-08AB0E7E3FC0}" type="presOf" srcId="{EC188F37-70EC-40A1-9711-34664CC7DEFE}" destId="{B624C166-00BA-4F7B-88AA-EF18EAEDB2CD}" srcOrd="0" destOrd="0" presId="urn:microsoft.com/office/officeart/2005/8/layout/bProcess4"/>
    <dgm:cxn modelId="{089740BB-A519-43FD-87FF-9654E980E0C1}" type="presOf" srcId="{4E219C68-CFFC-4695-A6F0-ABFC7F50DCE0}" destId="{A27F5590-3424-4813-BAC9-355B40D1EA11}" srcOrd="0" destOrd="0" presId="urn:microsoft.com/office/officeart/2005/8/layout/bProcess4"/>
    <dgm:cxn modelId="{E0BC9AC7-F59C-4EB1-A63F-B86B635A5172}" srcId="{FA88E0EA-AA27-4577-B013-551AB466F5B7}" destId="{EC188F37-70EC-40A1-9711-34664CC7DEFE}" srcOrd="6" destOrd="0" parTransId="{A3A3A8C7-23E0-4AB5-B454-A5E8A6C36046}" sibTransId="{46190B90-5080-44DC-A4FA-4B9E83F3EFDA}"/>
    <dgm:cxn modelId="{943306CE-E929-447C-A61E-72077EDE4A2D}" type="presOf" srcId="{2073265D-F802-428C-BA21-1519E4349566}" destId="{A8E0F4A8-D0FF-4134-BB74-96C6E9458BAE}" srcOrd="0" destOrd="0" presId="urn:microsoft.com/office/officeart/2005/8/layout/bProcess4"/>
    <dgm:cxn modelId="{1FEB93E0-64BE-46E0-B3F3-2A2D5BE04532}" type="presOf" srcId="{4A6DC7F6-EFCA-45EC-9CC1-8ED594DB5C17}" destId="{6B566AF9-239C-4C87-8AED-0BFD753B32FE}" srcOrd="0" destOrd="0" presId="urn:microsoft.com/office/officeart/2005/8/layout/bProcess4"/>
    <dgm:cxn modelId="{B051DCE1-673A-4003-A225-06400F494EB4}" type="presOf" srcId="{46190B90-5080-44DC-A4FA-4B9E83F3EFDA}" destId="{4F8F27F6-9217-4BFA-A3C4-7B67EA10AE76}" srcOrd="0" destOrd="0" presId="urn:microsoft.com/office/officeart/2005/8/layout/bProcess4"/>
    <dgm:cxn modelId="{A200ADF1-9E90-4A2F-BA51-F96B3DBC9E8E}" type="presOf" srcId="{04A60F57-333A-4785-A20E-95D3EB9E00FF}" destId="{E298B307-A770-4E4F-B619-42E5791A9BAA}" srcOrd="0" destOrd="0" presId="urn:microsoft.com/office/officeart/2005/8/layout/bProcess4"/>
    <dgm:cxn modelId="{F14355F9-7DC0-4018-A34F-01FA4B2DCBEE}" type="presOf" srcId="{D93121D7-5439-44E8-893F-59F978C8B15B}" destId="{812B032D-04BB-4580-B3DE-9ED101C77135}" srcOrd="0" destOrd="0" presId="urn:microsoft.com/office/officeart/2005/8/layout/bProcess4"/>
    <dgm:cxn modelId="{7678EBF9-D57C-41AA-B697-19AF06C76106}" type="presOf" srcId="{29B5BBED-5AAD-46CD-8690-725B09DE90EE}" destId="{3E7BAE62-9F3C-4ACB-87BD-DFE9F28B6897}" srcOrd="0" destOrd="0" presId="urn:microsoft.com/office/officeart/2005/8/layout/bProcess4"/>
    <dgm:cxn modelId="{B4140805-363E-4240-8454-5760C76D9711}" type="presParOf" srcId="{FC3E568E-9B3F-4F0C-A243-7ECC002F9A90}" destId="{080C9C8A-FAA1-4E48-984A-40702265C1A6}" srcOrd="0" destOrd="0" presId="urn:microsoft.com/office/officeart/2005/8/layout/bProcess4"/>
    <dgm:cxn modelId="{4E1DAC06-8FF1-4C2D-8863-658BF73275A4}" type="presParOf" srcId="{080C9C8A-FAA1-4E48-984A-40702265C1A6}" destId="{DD4553FD-606B-4B3A-916B-CAB74AB4595F}" srcOrd="0" destOrd="0" presId="urn:microsoft.com/office/officeart/2005/8/layout/bProcess4"/>
    <dgm:cxn modelId="{9EEC64E7-54FC-42A1-B311-71D7B6ABFF77}" type="presParOf" srcId="{080C9C8A-FAA1-4E48-984A-40702265C1A6}" destId="{30ACC4AA-91FF-4B9C-B47C-5546EFCAAD0D}" srcOrd="1" destOrd="0" presId="urn:microsoft.com/office/officeart/2005/8/layout/bProcess4"/>
    <dgm:cxn modelId="{2BC582CE-9B84-4B7F-9F4E-B30536301F57}" type="presParOf" srcId="{FC3E568E-9B3F-4F0C-A243-7ECC002F9A90}" destId="{3152A334-32ED-4244-B72B-4C44DA429BCC}" srcOrd="1" destOrd="0" presId="urn:microsoft.com/office/officeart/2005/8/layout/bProcess4"/>
    <dgm:cxn modelId="{724E840A-AAE4-46C1-BE18-7C4885BC4C0C}" type="presParOf" srcId="{FC3E568E-9B3F-4F0C-A243-7ECC002F9A90}" destId="{48551CC3-9170-4374-B32D-11D2157079F3}" srcOrd="2" destOrd="0" presId="urn:microsoft.com/office/officeart/2005/8/layout/bProcess4"/>
    <dgm:cxn modelId="{1544CC4D-6310-4CD6-9438-D4A197B657CC}" type="presParOf" srcId="{48551CC3-9170-4374-B32D-11D2157079F3}" destId="{E4F44A38-4B1F-4FED-8AF4-13D6575F4D06}" srcOrd="0" destOrd="0" presId="urn:microsoft.com/office/officeart/2005/8/layout/bProcess4"/>
    <dgm:cxn modelId="{EB1DF844-208A-4D3A-BB94-388A2E7F068A}" type="presParOf" srcId="{48551CC3-9170-4374-B32D-11D2157079F3}" destId="{FEFF0B01-D414-4B57-B9FB-5428B18FA8D6}" srcOrd="1" destOrd="0" presId="urn:microsoft.com/office/officeart/2005/8/layout/bProcess4"/>
    <dgm:cxn modelId="{D29D403E-FE61-4435-8314-EB111A0C20DD}" type="presParOf" srcId="{FC3E568E-9B3F-4F0C-A243-7ECC002F9A90}" destId="{FA6ABBEA-B91E-4239-A9F4-41C2636A308D}" srcOrd="3" destOrd="0" presId="urn:microsoft.com/office/officeart/2005/8/layout/bProcess4"/>
    <dgm:cxn modelId="{0CA3A664-9A2B-4BF1-86D3-5F8CC450D1F9}" type="presParOf" srcId="{FC3E568E-9B3F-4F0C-A243-7ECC002F9A90}" destId="{19EEAF78-21B1-407F-AF78-1F1B1094DA4A}" srcOrd="4" destOrd="0" presId="urn:microsoft.com/office/officeart/2005/8/layout/bProcess4"/>
    <dgm:cxn modelId="{8073E488-DF1B-4058-A514-93372AACAC79}" type="presParOf" srcId="{19EEAF78-21B1-407F-AF78-1F1B1094DA4A}" destId="{5FA6ACB8-5037-47EB-BB8A-8367C38BC35D}" srcOrd="0" destOrd="0" presId="urn:microsoft.com/office/officeart/2005/8/layout/bProcess4"/>
    <dgm:cxn modelId="{EFF0C636-A177-4B14-BB79-1871CA32AE1A}" type="presParOf" srcId="{19EEAF78-21B1-407F-AF78-1F1B1094DA4A}" destId="{3E80AE44-10A6-4164-AE70-D1ABC6CC37C7}" srcOrd="1" destOrd="0" presId="urn:microsoft.com/office/officeart/2005/8/layout/bProcess4"/>
    <dgm:cxn modelId="{B07EB5D9-28AF-4F8E-80E2-CBF1BC8C3C55}" type="presParOf" srcId="{FC3E568E-9B3F-4F0C-A243-7ECC002F9A90}" destId="{A27F5590-3424-4813-BAC9-355B40D1EA11}" srcOrd="5" destOrd="0" presId="urn:microsoft.com/office/officeart/2005/8/layout/bProcess4"/>
    <dgm:cxn modelId="{64ADD900-5C3B-4265-9B0A-548A466D5E1F}" type="presParOf" srcId="{FC3E568E-9B3F-4F0C-A243-7ECC002F9A90}" destId="{698963B7-7718-4C0C-872F-C25BA289D8EE}" srcOrd="6" destOrd="0" presId="urn:microsoft.com/office/officeart/2005/8/layout/bProcess4"/>
    <dgm:cxn modelId="{10EE235B-F8F1-4CDB-8A9D-A22257852623}" type="presParOf" srcId="{698963B7-7718-4C0C-872F-C25BA289D8EE}" destId="{4DEB1A1A-5423-4BE0-B85B-5691A7076BF6}" srcOrd="0" destOrd="0" presId="urn:microsoft.com/office/officeart/2005/8/layout/bProcess4"/>
    <dgm:cxn modelId="{70694F24-2338-4D2D-85E1-51820BC0C983}" type="presParOf" srcId="{698963B7-7718-4C0C-872F-C25BA289D8EE}" destId="{3E7BAE62-9F3C-4ACB-87BD-DFE9F28B6897}" srcOrd="1" destOrd="0" presId="urn:microsoft.com/office/officeart/2005/8/layout/bProcess4"/>
    <dgm:cxn modelId="{D14B7F7E-025D-47F3-84B2-37F7FAD74205}" type="presParOf" srcId="{FC3E568E-9B3F-4F0C-A243-7ECC002F9A90}" destId="{EC61B5EB-4634-416E-8F07-4A9B1FD0B9F7}" srcOrd="7" destOrd="0" presId="urn:microsoft.com/office/officeart/2005/8/layout/bProcess4"/>
    <dgm:cxn modelId="{44BA985E-923E-4F0F-913D-47F534BB24D6}" type="presParOf" srcId="{FC3E568E-9B3F-4F0C-A243-7ECC002F9A90}" destId="{2F291B8B-8086-4435-BAB1-8CCF70DD34CC}" srcOrd="8" destOrd="0" presId="urn:microsoft.com/office/officeart/2005/8/layout/bProcess4"/>
    <dgm:cxn modelId="{5B946F57-2715-4A60-AA58-E9D105E128E7}" type="presParOf" srcId="{2F291B8B-8086-4435-BAB1-8CCF70DD34CC}" destId="{4F773E98-68E2-4601-9D02-1DF1DDC766C0}" srcOrd="0" destOrd="0" presId="urn:microsoft.com/office/officeart/2005/8/layout/bProcess4"/>
    <dgm:cxn modelId="{351CB774-71F6-4151-B4B4-EE59296FB6F4}" type="presParOf" srcId="{2F291B8B-8086-4435-BAB1-8CCF70DD34CC}" destId="{5A3034D2-5272-413E-A11F-BA0F3D39D7B2}" srcOrd="1" destOrd="0" presId="urn:microsoft.com/office/officeart/2005/8/layout/bProcess4"/>
    <dgm:cxn modelId="{F3A1B147-F00A-4735-909B-7219C058CA3D}" type="presParOf" srcId="{FC3E568E-9B3F-4F0C-A243-7ECC002F9A90}" destId="{7EF10D3C-6EFB-44FB-A9BB-BE49444F0F94}" srcOrd="9" destOrd="0" presId="urn:microsoft.com/office/officeart/2005/8/layout/bProcess4"/>
    <dgm:cxn modelId="{0969DD00-0C58-4522-8826-1D209335F5A5}" type="presParOf" srcId="{FC3E568E-9B3F-4F0C-A243-7ECC002F9A90}" destId="{C9E39315-344C-4F08-A24F-AA831CA5817D}" srcOrd="10" destOrd="0" presId="urn:microsoft.com/office/officeart/2005/8/layout/bProcess4"/>
    <dgm:cxn modelId="{134DE71B-2C4F-49C1-8B59-E2F2F595B824}" type="presParOf" srcId="{C9E39315-344C-4F08-A24F-AA831CA5817D}" destId="{F7381DDC-B1EB-4DDB-9FA0-6F3F9BA43B0D}" srcOrd="0" destOrd="0" presId="urn:microsoft.com/office/officeart/2005/8/layout/bProcess4"/>
    <dgm:cxn modelId="{6750309F-6F69-4A8F-9E90-4CDA20B37D7F}" type="presParOf" srcId="{C9E39315-344C-4F08-A24F-AA831CA5817D}" destId="{2FFA91A6-5B43-4976-A94E-786D1576028C}" srcOrd="1" destOrd="0" presId="urn:microsoft.com/office/officeart/2005/8/layout/bProcess4"/>
    <dgm:cxn modelId="{8B68D627-AB30-459F-BB52-1CC8B78631AB}" type="presParOf" srcId="{FC3E568E-9B3F-4F0C-A243-7ECC002F9A90}" destId="{E298B307-A770-4E4F-B619-42E5791A9BAA}" srcOrd="11" destOrd="0" presId="urn:microsoft.com/office/officeart/2005/8/layout/bProcess4"/>
    <dgm:cxn modelId="{241F427F-C4BF-49A2-BC57-C41DFF69D190}" type="presParOf" srcId="{FC3E568E-9B3F-4F0C-A243-7ECC002F9A90}" destId="{88BCDDEC-26E5-4AB1-B474-D48B9E684438}" srcOrd="12" destOrd="0" presId="urn:microsoft.com/office/officeart/2005/8/layout/bProcess4"/>
    <dgm:cxn modelId="{70CACBF8-356A-4A8D-AC55-E012AFC414EF}" type="presParOf" srcId="{88BCDDEC-26E5-4AB1-B474-D48B9E684438}" destId="{2B7D114C-311B-4DB1-AE3D-CDF7AB6CC1AD}" srcOrd="0" destOrd="0" presId="urn:microsoft.com/office/officeart/2005/8/layout/bProcess4"/>
    <dgm:cxn modelId="{DB1D6007-D62F-4094-97EE-9E41949819CD}" type="presParOf" srcId="{88BCDDEC-26E5-4AB1-B474-D48B9E684438}" destId="{B624C166-00BA-4F7B-88AA-EF18EAEDB2CD}" srcOrd="1" destOrd="0" presId="urn:microsoft.com/office/officeart/2005/8/layout/bProcess4"/>
    <dgm:cxn modelId="{095FF6EA-8C9F-40B4-9324-69D2DDECBCD1}" type="presParOf" srcId="{FC3E568E-9B3F-4F0C-A243-7ECC002F9A90}" destId="{4F8F27F6-9217-4BFA-A3C4-7B67EA10AE76}" srcOrd="13" destOrd="0" presId="urn:microsoft.com/office/officeart/2005/8/layout/bProcess4"/>
    <dgm:cxn modelId="{05D862FE-E5E5-48A2-895C-D319AEB8526F}" type="presParOf" srcId="{FC3E568E-9B3F-4F0C-A243-7ECC002F9A90}" destId="{02E9B60D-FA8E-4FDA-BC2D-C2EE68F13CC5}" srcOrd="14" destOrd="0" presId="urn:microsoft.com/office/officeart/2005/8/layout/bProcess4"/>
    <dgm:cxn modelId="{D478A026-51D3-4179-9C50-2DAED13A2171}" type="presParOf" srcId="{02E9B60D-FA8E-4FDA-BC2D-C2EE68F13CC5}" destId="{E3C05BF9-27B2-4B37-ACAC-FFC3269305DC}" srcOrd="0" destOrd="0" presId="urn:microsoft.com/office/officeart/2005/8/layout/bProcess4"/>
    <dgm:cxn modelId="{F1341935-0FCE-41AD-9904-4DEB7A7C0D28}" type="presParOf" srcId="{02E9B60D-FA8E-4FDA-BC2D-C2EE68F13CC5}" destId="{208AB9FF-F5D5-49C9-ADB6-22A8488F035D}" srcOrd="1" destOrd="0" presId="urn:microsoft.com/office/officeart/2005/8/layout/bProcess4"/>
    <dgm:cxn modelId="{3276AB68-EB0D-4906-BF1E-816433A3FD0C}" type="presParOf" srcId="{FC3E568E-9B3F-4F0C-A243-7ECC002F9A90}" destId="{812B032D-04BB-4580-B3DE-9ED101C77135}" srcOrd="15" destOrd="0" presId="urn:microsoft.com/office/officeart/2005/8/layout/bProcess4"/>
    <dgm:cxn modelId="{6806248C-2B1E-485A-B57C-A2798472F94E}" type="presParOf" srcId="{FC3E568E-9B3F-4F0C-A243-7ECC002F9A90}" destId="{9CA9A9FD-35F3-45E4-8F76-982E40FE8F1B}" srcOrd="16" destOrd="0" presId="urn:microsoft.com/office/officeart/2005/8/layout/bProcess4"/>
    <dgm:cxn modelId="{1B2ECCA6-CB3D-4DC0-B669-D63E72595926}" type="presParOf" srcId="{9CA9A9FD-35F3-45E4-8F76-982E40FE8F1B}" destId="{F96EEEB9-7BF8-4853-9C93-AA6316A65B78}" srcOrd="0" destOrd="0" presId="urn:microsoft.com/office/officeart/2005/8/layout/bProcess4"/>
    <dgm:cxn modelId="{8BD71ECC-57D9-4A71-868B-F6B280B91347}" type="presParOf" srcId="{9CA9A9FD-35F3-45E4-8F76-982E40FE8F1B}" destId="{82DA7440-F234-4D26-80E0-2C191B621C09}" srcOrd="1" destOrd="0" presId="urn:microsoft.com/office/officeart/2005/8/layout/bProcess4"/>
    <dgm:cxn modelId="{0A77FD71-8CB3-4478-AE4B-B01413A91F5E}" type="presParOf" srcId="{FC3E568E-9B3F-4F0C-A243-7ECC002F9A90}" destId="{A8E0F4A8-D0FF-4134-BB74-96C6E9458BAE}" srcOrd="17" destOrd="0" presId="urn:microsoft.com/office/officeart/2005/8/layout/bProcess4"/>
    <dgm:cxn modelId="{C13A2467-DE33-41E6-8DA2-862C24FBE16A}" type="presParOf" srcId="{FC3E568E-9B3F-4F0C-A243-7ECC002F9A90}" destId="{6C006418-46DC-48F2-97AF-651ADB3F5E5F}" srcOrd="18" destOrd="0" presId="urn:microsoft.com/office/officeart/2005/8/layout/bProcess4"/>
    <dgm:cxn modelId="{85F367A7-6A0A-4DCC-84C8-70248667A71D}" type="presParOf" srcId="{6C006418-46DC-48F2-97AF-651ADB3F5E5F}" destId="{0473FF82-8FCC-4A90-B6EF-9C13DF402DD4}" srcOrd="0" destOrd="0" presId="urn:microsoft.com/office/officeart/2005/8/layout/bProcess4"/>
    <dgm:cxn modelId="{54A8E97B-2782-4E8D-A595-A93462A2DAA0}" type="presParOf" srcId="{6C006418-46DC-48F2-97AF-651ADB3F5E5F}" destId="{6B566AF9-239C-4C87-8AED-0BFD753B32FE}" srcOrd="1" destOrd="0" presId="urn:microsoft.com/office/officeart/2005/8/layout/b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B92E331-9E7E-4CFE-A8DD-C03AE237D30F}" type="doc">
      <dgm:prSet loTypeId="urn:microsoft.com/office/officeart/2008/layout/RadialCluster" loCatId="cycle" qsTypeId="urn:microsoft.com/office/officeart/2005/8/quickstyle/simple1" qsCatId="simple" csTypeId="urn:microsoft.com/office/officeart/2005/8/colors/accent1_2" csCatId="accent1" phldr="1"/>
      <dgm:spPr/>
      <dgm:t>
        <a:bodyPr/>
        <a:lstStyle/>
        <a:p>
          <a:endParaRPr lang="en-US"/>
        </a:p>
      </dgm:t>
    </dgm:pt>
    <dgm:pt modelId="{A33576DF-DECA-486B-A1A9-B104D844F942}">
      <dgm:prSet phldrT="[Text]"/>
      <dgm:spPr>
        <a:solidFill>
          <a:srgbClr val="FFC000"/>
        </a:solidFill>
      </dgm:spPr>
      <dgm:t>
        <a:bodyPr/>
        <a:lstStyle/>
        <a:p>
          <a:r>
            <a:rPr lang="en-US" dirty="0"/>
            <a:t>Types of Interviews</a:t>
          </a:r>
        </a:p>
        <a:p>
          <a:endParaRPr lang="en-US" dirty="0"/>
        </a:p>
      </dgm:t>
    </dgm:pt>
    <dgm:pt modelId="{7E4B3C88-637F-4965-8E8E-532E29DC0528}" type="parTrans" cxnId="{BFCED908-6A6B-4833-A103-9D92A3C86E3E}">
      <dgm:prSet/>
      <dgm:spPr/>
      <dgm:t>
        <a:bodyPr/>
        <a:lstStyle/>
        <a:p>
          <a:endParaRPr lang="en-US"/>
        </a:p>
      </dgm:t>
    </dgm:pt>
    <dgm:pt modelId="{B68EAD88-49EF-4993-9CBC-78CBCBA4E820}" type="sibTrans" cxnId="{BFCED908-6A6B-4833-A103-9D92A3C86E3E}">
      <dgm:prSet/>
      <dgm:spPr/>
      <dgm:t>
        <a:bodyPr/>
        <a:lstStyle/>
        <a:p>
          <a:endParaRPr lang="en-US"/>
        </a:p>
      </dgm:t>
    </dgm:pt>
    <dgm:pt modelId="{E6B4492B-E1AC-4C44-B5F8-36EC968FCCE1}">
      <dgm:prSet phldrT="[Text]" custT="1"/>
      <dgm:spPr/>
      <dgm:t>
        <a:bodyPr/>
        <a:lstStyle/>
        <a:p>
          <a:pPr marL="0" lvl="0" algn="ctr" defTabSz="444500">
            <a:lnSpc>
              <a:spcPct val="90000"/>
            </a:lnSpc>
            <a:spcBef>
              <a:spcPct val="0"/>
            </a:spcBef>
            <a:spcAft>
              <a:spcPct val="35000"/>
            </a:spcAft>
            <a:buNone/>
          </a:pPr>
          <a:r>
            <a:rPr lang="en-US" sz="1000" u="sng" kern="1200" dirty="0">
              <a:solidFill>
                <a:prstClr val="white"/>
              </a:solidFill>
              <a:latin typeface="Arial"/>
              <a:ea typeface="+mn-ea"/>
              <a:cs typeface="+mn-cs"/>
            </a:rPr>
            <a:t>Assessment</a:t>
          </a:r>
          <a:r>
            <a:rPr lang="en-US" sz="1000" kern="1200" dirty="0">
              <a:solidFill>
                <a:prstClr val="white"/>
              </a:solidFill>
              <a:latin typeface="Arial"/>
              <a:ea typeface="+mn-ea"/>
              <a:cs typeface="+mn-cs"/>
            </a:rPr>
            <a:t> </a:t>
          </a:r>
        </a:p>
        <a:p>
          <a:pPr marL="0" lvl="0" algn="ctr" defTabSz="444500">
            <a:lnSpc>
              <a:spcPct val="90000"/>
            </a:lnSpc>
            <a:spcBef>
              <a:spcPct val="0"/>
            </a:spcBef>
            <a:spcAft>
              <a:spcPct val="35000"/>
            </a:spcAft>
            <a:buFont typeface="Arial" panose="020B0604020202020204" pitchFamily="34" charset="0"/>
            <a:buNone/>
          </a:pPr>
          <a:r>
            <a:rPr lang="en-US" sz="1000" kern="1200" dirty="0">
              <a:solidFill>
                <a:prstClr val="white"/>
              </a:solidFill>
              <a:latin typeface="Arial"/>
              <a:ea typeface="+mn-ea"/>
              <a:cs typeface="+mn-cs"/>
            </a:rPr>
            <a:t>-Do this test/show what you know</a:t>
          </a:r>
        </a:p>
      </dgm:t>
    </dgm:pt>
    <dgm:pt modelId="{A8CB85A8-B069-41D9-A049-0421385ACA95}" type="parTrans" cxnId="{841CAA09-96E7-43E9-A416-5BE7A34C8526}">
      <dgm:prSet/>
      <dgm:spPr/>
      <dgm:t>
        <a:bodyPr/>
        <a:lstStyle/>
        <a:p>
          <a:endParaRPr lang="en-US"/>
        </a:p>
      </dgm:t>
    </dgm:pt>
    <dgm:pt modelId="{3243A25C-80D5-473F-8761-F59A1D9EECBC}" type="sibTrans" cxnId="{841CAA09-96E7-43E9-A416-5BE7A34C8526}">
      <dgm:prSet/>
      <dgm:spPr/>
      <dgm:t>
        <a:bodyPr/>
        <a:lstStyle/>
        <a:p>
          <a:endParaRPr lang="en-US"/>
        </a:p>
      </dgm:t>
    </dgm:pt>
    <dgm:pt modelId="{BC05F95F-E454-44E6-BEB4-881DB03CB776}">
      <dgm:prSet phldrT="[Text]"/>
      <dgm:spPr>
        <a:solidFill>
          <a:srgbClr val="E46C24"/>
        </a:solidFill>
      </dgm:spPr>
      <dgm:t>
        <a:bodyPr/>
        <a:lstStyle/>
        <a:p>
          <a:r>
            <a:rPr lang="en-US" u="sng" dirty="0"/>
            <a:t>Case</a:t>
          </a:r>
        </a:p>
        <a:p>
          <a:r>
            <a:rPr lang="en-US" dirty="0"/>
            <a:t>-short period of time to assess information</a:t>
          </a:r>
          <a:r>
            <a:rPr lang="en-US"/>
            <a:t>, ask </a:t>
          </a:r>
          <a:r>
            <a:rPr lang="en-US" dirty="0"/>
            <a:t>follow-ups, and give recommendation</a:t>
          </a:r>
        </a:p>
      </dgm:t>
    </dgm:pt>
    <dgm:pt modelId="{4813B242-2A9C-43DA-879B-80313120906B}" type="parTrans" cxnId="{22C6A20C-D6C4-40D4-A0F4-3653A7C3CACC}">
      <dgm:prSet/>
      <dgm:spPr/>
      <dgm:t>
        <a:bodyPr/>
        <a:lstStyle/>
        <a:p>
          <a:endParaRPr lang="en-US"/>
        </a:p>
      </dgm:t>
    </dgm:pt>
    <dgm:pt modelId="{F7142E28-66B5-417E-8144-9A4B70ABB7B5}" type="sibTrans" cxnId="{22C6A20C-D6C4-40D4-A0F4-3653A7C3CACC}">
      <dgm:prSet/>
      <dgm:spPr/>
      <dgm:t>
        <a:bodyPr/>
        <a:lstStyle/>
        <a:p>
          <a:endParaRPr lang="en-US"/>
        </a:p>
      </dgm:t>
    </dgm:pt>
    <dgm:pt modelId="{EF1C3A12-7DBA-4EDD-8275-81C2A616C651}">
      <dgm:prSet phldrT="[Text]"/>
      <dgm:spPr>
        <a:solidFill>
          <a:srgbClr val="00B0F0"/>
        </a:solidFill>
      </dgm:spPr>
      <dgm:t>
        <a:bodyPr/>
        <a:lstStyle/>
        <a:p>
          <a:pPr>
            <a:buNone/>
          </a:pPr>
          <a:r>
            <a:rPr lang="en-US" u="sng" dirty="0"/>
            <a:t>Behavioral</a:t>
          </a:r>
        </a:p>
        <a:p>
          <a:pPr>
            <a:buNone/>
          </a:pPr>
          <a:r>
            <a:rPr lang="en-US" dirty="0"/>
            <a:t>-Scenario-based</a:t>
          </a:r>
        </a:p>
        <a:p>
          <a:pPr>
            <a:buNone/>
          </a:pPr>
          <a:r>
            <a:rPr lang="en-US" dirty="0"/>
            <a:t>-If x happens, what would you do?</a:t>
          </a:r>
        </a:p>
      </dgm:t>
    </dgm:pt>
    <dgm:pt modelId="{3D34EEBA-00C9-495E-B4DC-B57330DD27F4}" type="parTrans" cxnId="{88A4CDE5-4A26-4D23-B5D7-BDBC9E0A697E}">
      <dgm:prSet/>
      <dgm:spPr/>
      <dgm:t>
        <a:bodyPr/>
        <a:lstStyle/>
        <a:p>
          <a:endParaRPr lang="en-US"/>
        </a:p>
      </dgm:t>
    </dgm:pt>
    <dgm:pt modelId="{A95D744B-9983-4059-9E21-AE385AE7C9D8}" type="sibTrans" cxnId="{88A4CDE5-4A26-4D23-B5D7-BDBC9E0A697E}">
      <dgm:prSet/>
      <dgm:spPr/>
      <dgm:t>
        <a:bodyPr/>
        <a:lstStyle/>
        <a:p>
          <a:endParaRPr lang="en-US"/>
        </a:p>
      </dgm:t>
    </dgm:pt>
    <dgm:pt modelId="{DEE6DEBC-8611-4C3C-BBF7-9DD81A246B9E}">
      <dgm:prSet phldrT="[Text]" custT="1"/>
      <dgm:spPr>
        <a:solidFill>
          <a:srgbClr val="00B050"/>
        </a:solidFill>
      </dgm:spPr>
      <dgm:t>
        <a:bodyPr/>
        <a:lstStyle/>
        <a:p>
          <a:pPr marL="0" lvl="0" algn="ctr" defTabSz="444500">
            <a:lnSpc>
              <a:spcPct val="90000"/>
            </a:lnSpc>
            <a:spcBef>
              <a:spcPct val="0"/>
            </a:spcBef>
            <a:spcAft>
              <a:spcPct val="35000"/>
            </a:spcAft>
            <a:buNone/>
          </a:pPr>
          <a:r>
            <a:rPr lang="en-US" sz="1000" u="sng" kern="1200" dirty="0">
              <a:solidFill>
                <a:prstClr val="white"/>
              </a:solidFill>
              <a:latin typeface="Arial"/>
              <a:ea typeface="+mn-ea"/>
              <a:cs typeface="+mn-cs"/>
            </a:rPr>
            <a:t>Background</a:t>
          </a:r>
        </a:p>
        <a:p>
          <a:pPr marL="0" lvl="0" algn="ctr" defTabSz="444500">
            <a:lnSpc>
              <a:spcPct val="90000"/>
            </a:lnSpc>
            <a:spcBef>
              <a:spcPct val="0"/>
            </a:spcBef>
            <a:spcAft>
              <a:spcPct val="35000"/>
            </a:spcAft>
            <a:buNone/>
          </a:pPr>
          <a:r>
            <a:rPr lang="en-US" sz="1000" kern="1200" dirty="0">
              <a:solidFill>
                <a:prstClr val="white"/>
              </a:solidFill>
              <a:latin typeface="Arial"/>
              <a:ea typeface="+mn-ea"/>
              <a:cs typeface="+mn-cs"/>
            </a:rPr>
            <a:t>-Off of your resume</a:t>
          </a:r>
        </a:p>
      </dgm:t>
    </dgm:pt>
    <dgm:pt modelId="{CF58F9AC-0501-41A6-A764-1DD5324F92E0}" type="parTrans" cxnId="{9A2E1FAF-AEE6-44CE-AF21-5BEFA1E5E74A}">
      <dgm:prSet/>
      <dgm:spPr/>
      <dgm:t>
        <a:bodyPr/>
        <a:lstStyle/>
        <a:p>
          <a:endParaRPr lang="en-US"/>
        </a:p>
      </dgm:t>
    </dgm:pt>
    <dgm:pt modelId="{78A09B10-BAE3-4A69-836F-93A3F8B06FB8}" type="sibTrans" cxnId="{9A2E1FAF-AEE6-44CE-AF21-5BEFA1E5E74A}">
      <dgm:prSet/>
      <dgm:spPr/>
      <dgm:t>
        <a:bodyPr/>
        <a:lstStyle/>
        <a:p>
          <a:endParaRPr lang="en-US"/>
        </a:p>
      </dgm:t>
    </dgm:pt>
    <dgm:pt modelId="{9BD36E01-2A05-4676-84C3-ACFE5C09A844}" type="pres">
      <dgm:prSet presAssocID="{DB92E331-9E7E-4CFE-A8DD-C03AE237D30F}" presName="Name0" presStyleCnt="0">
        <dgm:presLayoutVars>
          <dgm:chMax val="1"/>
          <dgm:chPref val="1"/>
          <dgm:dir/>
          <dgm:animOne val="branch"/>
          <dgm:animLvl val="lvl"/>
        </dgm:presLayoutVars>
      </dgm:prSet>
      <dgm:spPr/>
    </dgm:pt>
    <dgm:pt modelId="{E7418AEE-CC4B-4629-B3C7-BCD4B6045D35}" type="pres">
      <dgm:prSet presAssocID="{A33576DF-DECA-486B-A1A9-B104D844F942}" presName="singleCycle" presStyleCnt="0"/>
      <dgm:spPr/>
    </dgm:pt>
    <dgm:pt modelId="{4D420DBD-8E1C-4346-87B8-97F31DA25701}" type="pres">
      <dgm:prSet presAssocID="{A33576DF-DECA-486B-A1A9-B104D844F942}" presName="singleCenter" presStyleLbl="node1" presStyleIdx="0" presStyleCnt="5" custScaleX="58775" custScaleY="68610">
        <dgm:presLayoutVars>
          <dgm:chMax val="7"/>
          <dgm:chPref val="7"/>
        </dgm:presLayoutVars>
      </dgm:prSet>
      <dgm:spPr/>
    </dgm:pt>
    <dgm:pt modelId="{49B9DD22-446B-4D9B-A4AD-28421209DFAC}" type="pres">
      <dgm:prSet presAssocID="{A8CB85A8-B069-41D9-A049-0421385ACA95}" presName="Name56" presStyleLbl="parChTrans1D2" presStyleIdx="0" presStyleCnt="4"/>
      <dgm:spPr/>
    </dgm:pt>
    <dgm:pt modelId="{B1E60387-FAC9-40CE-AC57-BB825D55D006}" type="pres">
      <dgm:prSet presAssocID="{E6B4492B-E1AC-4C44-B5F8-36EC968FCCE1}" presName="text0" presStyleLbl="node1" presStyleIdx="1" presStyleCnt="5" custScaleX="158087" custScaleY="168727" custRadScaleRad="254897" custRadScaleInc="156208">
        <dgm:presLayoutVars>
          <dgm:bulletEnabled val="1"/>
        </dgm:presLayoutVars>
      </dgm:prSet>
      <dgm:spPr/>
    </dgm:pt>
    <dgm:pt modelId="{495723D4-1311-4AAD-8C8D-E5814E122B6A}" type="pres">
      <dgm:prSet presAssocID="{4813B242-2A9C-43DA-879B-80313120906B}" presName="Name56" presStyleLbl="parChTrans1D2" presStyleIdx="1" presStyleCnt="4"/>
      <dgm:spPr/>
    </dgm:pt>
    <dgm:pt modelId="{FC6275CD-7971-4FB1-8053-47A392C525C9}" type="pres">
      <dgm:prSet presAssocID="{BC05F95F-E454-44E6-BEB4-881DB03CB776}" presName="text0" presStyleLbl="node1" presStyleIdx="2" presStyleCnt="5" custScaleX="213905" custScaleY="160730" custRadScaleRad="248274" custRadScaleInc="33203">
        <dgm:presLayoutVars>
          <dgm:bulletEnabled val="1"/>
        </dgm:presLayoutVars>
      </dgm:prSet>
      <dgm:spPr/>
    </dgm:pt>
    <dgm:pt modelId="{D3EE8B35-F444-4FC6-BA8A-17BD6837F0F8}" type="pres">
      <dgm:prSet presAssocID="{CF58F9AC-0501-41A6-A764-1DD5324F92E0}" presName="Name56" presStyleLbl="parChTrans1D2" presStyleIdx="2" presStyleCnt="4"/>
      <dgm:spPr/>
    </dgm:pt>
    <dgm:pt modelId="{0525046B-BC1D-45B4-8549-726E84CC4922}" type="pres">
      <dgm:prSet presAssocID="{DEE6DEBC-8611-4C3C-BBF7-9DD81A246B9E}" presName="text0" presStyleLbl="node1" presStyleIdx="3" presStyleCnt="5" custScaleX="181698" custScaleY="139432" custRadScaleRad="250664" custRadScaleInc="173015">
        <dgm:presLayoutVars>
          <dgm:bulletEnabled val="1"/>
        </dgm:presLayoutVars>
      </dgm:prSet>
      <dgm:spPr/>
    </dgm:pt>
    <dgm:pt modelId="{776E578A-29AC-413A-AD0A-D29EF3B5F7D5}" type="pres">
      <dgm:prSet presAssocID="{3D34EEBA-00C9-495E-B4DC-B57330DD27F4}" presName="Name56" presStyleLbl="parChTrans1D2" presStyleIdx="3" presStyleCnt="4"/>
      <dgm:spPr/>
    </dgm:pt>
    <dgm:pt modelId="{A8393450-0215-43BC-A04B-D8907D8E31C1}" type="pres">
      <dgm:prSet presAssocID="{EF1C3A12-7DBA-4EDD-8275-81C2A616C651}" presName="text0" presStyleLbl="node1" presStyleIdx="4" presStyleCnt="5" custScaleX="219215" custScaleY="163877" custRadScaleRad="291578" custRadScaleInc="52195">
        <dgm:presLayoutVars>
          <dgm:bulletEnabled val="1"/>
        </dgm:presLayoutVars>
      </dgm:prSet>
      <dgm:spPr/>
    </dgm:pt>
  </dgm:ptLst>
  <dgm:cxnLst>
    <dgm:cxn modelId="{BFCED908-6A6B-4833-A103-9D92A3C86E3E}" srcId="{DB92E331-9E7E-4CFE-A8DD-C03AE237D30F}" destId="{A33576DF-DECA-486B-A1A9-B104D844F942}" srcOrd="0" destOrd="0" parTransId="{7E4B3C88-637F-4965-8E8E-532E29DC0528}" sibTransId="{B68EAD88-49EF-4993-9CBC-78CBCBA4E820}"/>
    <dgm:cxn modelId="{841CAA09-96E7-43E9-A416-5BE7A34C8526}" srcId="{A33576DF-DECA-486B-A1A9-B104D844F942}" destId="{E6B4492B-E1AC-4C44-B5F8-36EC968FCCE1}" srcOrd="0" destOrd="0" parTransId="{A8CB85A8-B069-41D9-A049-0421385ACA95}" sibTransId="{3243A25C-80D5-473F-8761-F59A1D9EECBC}"/>
    <dgm:cxn modelId="{22C6A20C-D6C4-40D4-A0F4-3653A7C3CACC}" srcId="{A33576DF-DECA-486B-A1A9-B104D844F942}" destId="{BC05F95F-E454-44E6-BEB4-881DB03CB776}" srcOrd="1" destOrd="0" parTransId="{4813B242-2A9C-43DA-879B-80313120906B}" sibTransId="{F7142E28-66B5-417E-8144-9A4B70ABB7B5}"/>
    <dgm:cxn modelId="{1505D344-9823-4677-BD6E-5F037981E30A}" type="presOf" srcId="{CF58F9AC-0501-41A6-A764-1DD5324F92E0}" destId="{D3EE8B35-F444-4FC6-BA8A-17BD6837F0F8}" srcOrd="0" destOrd="0" presId="urn:microsoft.com/office/officeart/2008/layout/RadialCluster"/>
    <dgm:cxn modelId="{1D054B6F-AF6A-4CE0-962C-C67272462A75}" type="presOf" srcId="{E6B4492B-E1AC-4C44-B5F8-36EC968FCCE1}" destId="{B1E60387-FAC9-40CE-AC57-BB825D55D006}" srcOrd="0" destOrd="0" presId="urn:microsoft.com/office/officeart/2008/layout/RadialCluster"/>
    <dgm:cxn modelId="{4845F553-C109-441C-98F5-1FA9306BC5D8}" type="presOf" srcId="{3D34EEBA-00C9-495E-B4DC-B57330DD27F4}" destId="{776E578A-29AC-413A-AD0A-D29EF3B5F7D5}" srcOrd="0" destOrd="0" presId="urn:microsoft.com/office/officeart/2008/layout/RadialCluster"/>
    <dgm:cxn modelId="{ABE2857B-1E78-4351-B3E5-29741D147BFF}" type="presOf" srcId="{EF1C3A12-7DBA-4EDD-8275-81C2A616C651}" destId="{A8393450-0215-43BC-A04B-D8907D8E31C1}" srcOrd="0" destOrd="0" presId="urn:microsoft.com/office/officeart/2008/layout/RadialCluster"/>
    <dgm:cxn modelId="{29FB1BA6-DAFB-400B-9202-DAAA75F2EFF6}" type="presOf" srcId="{BC05F95F-E454-44E6-BEB4-881DB03CB776}" destId="{FC6275CD-7971-4FB1-8053-47A392C525C9}" srcOrd="0" destOrd="0" presId="urn:microsoft.com/office/officeart/2008/layout/RadialCluster"/>
    <dgm:cxn modelId="{9A2E1FAF-AEE6-44CE-AF21-5BEFA1E5E74A}" srcId="{A33576DF-DECA-486B-A1A9-B104D844F942}" destId="{DEE6DEBC-8611-4C3C-BBF7-9DD81A246B9E}" srcOrd="2" destOrd="0" parTransId="{CF58F9AC-0501-41A6-A764-1DD5324F92E0}" sibTransId="{78A09B10-BAE3-4A69-836F-93A3F8B06FB8}"/>
    <dgm:cxn modelId="{FFE890C1-9AD5-4B5D-8B05-44831A3F9371}" type="presOf" srcId="{A8CB85A8-B069-41D9-A049-0421385ACA95}" destId="{49B9DD22-446B-4D9B-A4AD-28421209DFAC}" srcOrd="0" destOrd="0" presId="urn:microsoft.com/office/officeart/2008/layout/RadialCluster"/>
    <dgm:cxn modelId="{5AAC5BD4-2EFB-4C40-8106-A499D468B5C9}" type="presOf" srcId="{DEE6DEBC-8611-4C3C-BBF7-9DD81A246B9E}" destId="{0525046B-BC1D-45B4-8549-726E84CC4922}" srcOrd="0" destOrd="0" presId="urn:microsoft.com/office/officeart/2008/layout/RadialCluster"/>
    <dgm:cxn modelId="{9CFB40D6-8B71-4083-8343-8902FF6D3A2D}" type="presOf" srcId="{4813B242-2A9C-43DA-879B-80313120906B}" destId="{495723D4-1311-4AAD-8C8D-E5814E122B6A}" srcOrd="0" destOrd="0" presId="urn:microsoft.com/office/officeart/2008/layout/RadialCluster"/>
    <dgm:cxn modelId="{88A4CDE5-4A26-4D23-B5D7-BDBC9E0A697E}" srcId="{A33576DF-DECA-486B-A1A9-B104D844F942}" destId="{EF1C3A12-7DBA-4EDD-8275-81C2A616C651}" srcOrd="3" destOrd="0" parTransId="{3D34EEBA-00C9-495E-B4DC-B57330DD27F4}" sibTransId="{A95D744B-9983-4059-9E21-AE385AE7C9D8}"/>
    <dgm:cxn modelId="{9587F1F8-701F-4360-A730-E63EC2679161}" type="presOf" srcId="{A33576DF-DECA-486B-A1A9-B104D844F942}" destId="{4D420DBD-8E1C-4346-87B8-97F31DA25701}" srcOrd="0" destOrd="0" presId="urn:microsoft.com/office/officeart/2008/layout/RadialCluster"/>
    <dgm:cxn modelId="{2F68C2FA-0671-4DCB-B76B-5FCD60221FB9}" type="presOf" srcId="{DB92E331-9E7E-4CFE-A8DD-C03AE237D30F}" destId="{9BD36E01-2A05-4676-84C3-ACFE5C09A844}" srcOrd="0" destOrd="0" presId="urn:microsoft.com/office/officeart/2008/layout/RadialCluster"/>
    <dgm:cxn modelId="{AC0C698A-5505-4964-A939-EE9FCBD86CF9}" type="presParOf" srcId="{9BD36E01-2A05-4676-84C3-ACFE5C09A844}" destId="{E7418AEE-CC4B-4629-B3C7-BCD4B6045D35}" srcOrd="0" destOrd="0" presId="urn:microsoft.com/office/officeart/2008/layout/RadialCluster"/>
    <dgm:cxn modelId="{BE8B304A-86C4-4227-9133-C88B3521F81C}" type="presParOf" srcId="{E7418AEE-CC4B-4629-B3C7-BCD4B6045D35}" destId="{4D420DBD-8E1C-4346-87B8-97F31DA25701}" srcOrd="0" destOrd="0" presId="urn:microsoft.com/office/officeart/2008/layout/RadialCluster"/>
    <dgm:cxn modelId="{12D52311-ACB8-4865-A046-C0BCBFFCB23F}" type="presParOf" srcId="{E7418AEE-CC4B-4629-B3C7-BCD4B6045D35}" destId="{49B9DD22-446B-4D9B-A4AD-28421209DFAC}" srcOrd="1" destOrd="0" presId="urn:microsoft.com/office/officeart/2008/layout/RadialCluster"/>
    <dgm:cxn modelId="{9798BFC1-28D8-4DC5-A4D5-112AE799C940}" type="presParOf" srcId="{E7418AEE-CC4B-4629-B3C7-BCD4B6045D35}" destId="{B1E60387-FAC9-40CE-AC57-BB825D55D006}" srcOrd="2" destOrd="0" presId="urn:microsoft.com/office/officeart/2008/layout/RadialCluster"/>
    <dgm:cxn modelId="{E24F84F4-E8B1-41BE-B18C-45230C1CFE26}" type="presParOf" srcId="{E7418AEE-CC4B-4629-B3C7-BCD4B6045D35}" destId="{495723D4-1311-4AAD-8C8D-E5814E122B6A}" srcOrd="3" destOrd="0" presId="urn:microsoft.com/office/officeart/2008/layout/RadialCluster"/>
    <dgm:cxn modelId="{58EE77D0-000F-41B0-99D3-0C285F54CCA7}" type="presParOf" srcId="{E7418AEE-CC4B-4629-B3C7-BCD4B6045D35}" destId="{FC6275CD-7971-4FB1-8053-47A392C525C9}" srcOrd="4" destOrd="0" presId="urn:microsoft.com/office/officeart/2008/layout/RadialCluster"/>
    <dgm:cxn modelId="{3D7AD69C-FCA2-4372-846F-1E46F19FD603}" type="presParOf" srcId="{E7418AEE-CC4B-4629-B3C7-BCD4B6045D35}" destId="{D3EE8B35-F444-4FC6-BA8A-17BD6837F0F8}" srcOrd="5" destOrd="0" presId="urn:microsoft.com/office/officeart/2008/layout/RadialCluster"/>
    <dgm:cxn modelId="{16E28DEC-2806-4842-8948-F7065A2EFD9B}" type="presParOf" srcId="{E7418AEE-CC4B-4629-B3C7-BCD4B6045D35}" destId="{0525046B-BC1D-45B4-8549-726E84CC4922}" srcOrd="6" destOrd="0" presId="urn:microsoft.com/office/officeart/2008/layout/RadialCluster"/>
    <dgm:cxn modelId="{7053EBF5-08A3-4AF3-BD2C-C202AE01BE39}" type="presParOf" srcId="{E7418AEE-CC4B-4629-B3C7-BCD4B6045D35}" destId="{776E578A-29AC-413A-AD0A-D29EF3B5F7D5}" srcOrd="7" destOrd="0" presId="urn:microsoft.com/office/officeart/2008/layout/RadialCluster"/>
    <dgm:cxn modelId="{34BF0A6E-D8FB-4CA5-A45E-7E7E68A41A1B}" type="presParOf" srcId="{E7418AEE-CC4B-4629-B3C7-BCD4B6045D35}" destId="{A8393450-0215-43BC-A04B-D8907D8E31C1}" srcOrd="8" destOrd="0" presId="urn:microsoft.com/office/officeart/2008/layout/RadialCluster"/>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52A334-32ED-4244-B72B-4C44DA429BCC}">
      <dsp:nvSpPr>
        <dsp:cNvPr id="0" name=""/>
        <dsp:cNvSpPr/>
      </dsp:nvSpPr>
      <dsp:spPr>
        <a:xfrm rot="5400000">
          <a:off x="645218" y="682099"/>
          <a:ext cx="1061269" cy="128232"/>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0ACC4AA-91FF-4B9C-B47C-5546EFCAAD0D}">
      <dsp:nvSpPr>
        <dsp:cNvPr id="0" name=""/>
        <dsp:cNvSpPr/>
      </dsp:nvSpPr>
      <dsp:spPr>
        <a:xfrm>
          <a:off x="887221" y="1644"/>
          <a:ext cx="1424810" cy="85488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1. Do your research (on the company and the interviewers)</a:t>
          </a:r>
        </a:p>
      </dsp:txBody>
      <dsp:txXfrm>
        <a:off x="912260" y="26683"/>
        <a:ext cx="1374732" cy="804808"/>
      </dsp:txXfrm>
    </dsp:sp>
    <dsp:sp modelId="{FA6ABBEA-B91E-4239-A9F4-41C2636A308D}">
      <dsp:nvSpPr>
        <dsp:cNvPr id="0" name=""/>
        <dsp:cNvSpPr/>
      </dsp:nvSpPr>
      <dsp:spPr>
        <a:xfrm rot="5400000">
          <a:off x="645218" y="1750707"/>
          <a:ext cx="1061269" cy="128232"/>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EFF0B01-D414-4B57-B9FB-5428B18FA8D6}">
      <dsp:nvSpPr>
        <dsp:cNvPr id="0" name=""/>
        <dsp:cNvSpPr/>
      </dsp:nvSpPr>
      <dsp:spPr>
        <a:xfrm>
          <a:off x="887221" y="1070252"/>
          <a:ext cx="1424810" cy="85488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2. Look sharp</a:t>
          </a:r>
        </a:p>
      </dsp:txBody>
      <dsp:txXfrm>
        <a:off x="912260" y="1095291"/>
        <a:ext cx="1374732" cy="804808"/>
      </dsp:txXfrm>
    </dsp:sp>
    <dsp:sp modelId="{A27F5590-3424-4813-BAC9-355B40D1EA11}">
      <dsp:nvSpPr>
        <dsp:cNvPr id="0" name=""/>
        <dsp:cNvSpPr/>
      </dsp:nvSpPr>
      <dsp:spPr>
        <a:xfrm rot="5400000">
          <a:off x="645218" y="2819315"/>
          <a:ext cx="1061269" cy="128232"/>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E80AE44-10A6-4164-AE70-D1ABC6CC37C7}">
      <dsp:nvSpPr>
        <dsp:cNvPr id="0" name=""/>
        <dsp:cNvSpPr/>
      </dsp:nvSpPr>
      <dsp:spPr>
        <a:xfrm>
          <a:off x="887221" y="2138860"/>
          <a:ext cx="1424810" cy="85488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3. Show up with something in your hands</a:t>
          </a:r>
        </a:p>
      </dsp:txBody>
      <dsp:txXfrm>
        <a:off x="912260" y="2163899"/>
        <a:ext cx="1374732" cy="804808"/>
      </dsp:txXfrm>
    </dsp:sp>
    <dsp:sp modelId="{EC61B5EB-4634-416E-8F07-4A9B1FD0B9F7}">
      <dsp:nvSpPr>
        <dsp:cNvPr id="0" name=""/>
        <dsp:cNvSpPr/>
      </dsp:nvSpPr>
      <dsp:spPr>
        <a:xfrm>
          <a:off x="1179522" y="3353619"/>
          <a:ext cx="1887659" cy="128232"/>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E7BAE62-9F3C-4ACB-87BD-DFE9F28B6897}">
      <dsp:nvSpPr>
        <dsp:cNvPr id="0" name=""/>
        <dsp:cNvSpPr/>
      </dsp:nvSpPr>
      <dsp:spPr>
        <a:xfrm>
          <a:off x="887221" y="3207468"/>
          <a:ext cx="1424810" cy="85488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4. Arrive early</a:t>
          </a:r>
        </a:p>
      </dsp:txBody>
      <dsp:txXfrm>
        <a:off x="912260" y="3232507"/>
        <a:ext cx="1374732" cy="804808"/>
      </dsp:txXfrm>
    </dsp:sp>
    <dsp:sp modelId="{7EF10D3C-6EFB-44FB-A9BB-BE49444F0F94}">
      <dsp:nvSpPr>
        <dsp:cNvPr id="0" name=""/>
        <dsp:cNvSpPr/>
      </dsp:nvSpPr>
      <dsp:spPr>
        <a:xfrm rot="16200000">
          <a:off x="2540217" y="2819315"/>
          <a:ext cx="1061269" cy="128232"/>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A3034D2-5272-413E-A11F-BA0F3D39D7B2}">
      <dsp:nvSpPr>
        <dsp:cNvPr id="0" name=""/>
        <dsp:cNvSpPr/>
      </dsp:nvSpPr>
      <dsp:spPr>
        <a:xfrm>
          <a:off x="2782220" y="3207468"/>
          <a:ext cx="1424810" cy="85488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5. Project enthusiasm</a:t>
          </a:r>
        </a:p>
      </dsp:txBody>
      <dsp:txXfrm>
        <a:off x="2807259" y="3232507"/>
        <a:ext cx="1374732" cy="804808"/>
      </dsp:txXfrm>
    </dsp:sp>
    <dsp:sp modelId="{E298B307-A770-4E4F-B619-42E5791A9BAA}">
      <dsp:nvSpPr>
        <dsp:cNvPr id="0" name=""/>
        <dsp:cNvSpPr/>
      </dsp:nvSpPr>
      <dsp:spPr>
        <a:xfrm rot="16200000">
          <a:off x="2540217" y="1750707"/>
          <a:ext cx="1061269" cy="128232"/>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FFA91A6-5B43-4976-A94E-786D1576028C}">
      <dsp:nvSpPr>
        <dsp:cNvPr id="0" name=""/>
        <dsp:cNvSpPr/>
      </dsp:nvSpPr>
      <dsp:spPr>
        <a:xfrm>
          <a:off x="2782220" y="2138860"/>
          <a:ext cx="1424810" cy="85488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6. Listen carefully</a:t>
          </a:r>
        </a:p>
      </dsp:txBody>
      <dsp:txXfrm>
        <a:off x="2807259" y="2163899"/>
        <a:ext cx="1374732" cy="804808"/>
      </dsp:txXfrm>
    </dsp:sp>
    <dsp:sp modelId="{4F8F27F6-9217-4BFA-A3C4-7B67EA10AE76}">
      <dsp:nvSpPr>
        <dsp:cNvPr id="0" name=""/>
        <dsp:cNvSpPr/>
      </dsp:nvSpPr>
      <dsp:spPr>
        <a:xfrm rot="16200000">
          <a:off x="2540217" y="682099"/>
          <a:ext cx="1061269" cy="128232"/>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624C166-00BA-4F7B-88AA-EF18EAEDB2CD}">
      <dsp:nvSpPr>
        <dsp:cNvPr id="0" name=""/>
        <dsp:cNvSpPr/>
      </dsp:nvSpPr>
      <dsp:spPr>
        <a:xfrm>
          <a:off x="2782220" y="1070252"/>
          <a:ext cx="1424810" cy="85488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7. Give specific examples that show impact</a:t>
          </a:r>
        </a:p>
      </dsp:txBody>
      <dsp:txXfrm>
        <a:off x="2807259" y="1095291"/>
        <a:ext cx="1374732" cy="804808"/>
      </dsp:txXfrm>
    </dsp:sp>
    <dsp:sp modelId="{812B032D-04BB-4580-B3DE-9ED101C77135}">
      <dsp:nvSpPr>
        <dsp:cNvPr id="0" name=""/>
        <dsp:cNvSpPr/>
      </dsp:nvSpPr>
      <dsp:spPr>
        <a:xfrm>
          <a:off x="3074521" y="147795"/>
          <a:ext cx="1887659" cy="128232"/>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08AB9FF-F5D5-49C9-ADB6-22A8488F035D}">
      <dsp:nvSpPr>
        <dsp:cNvPr id="0" name=""/>
        <dsp:cNvSpPr/>
      </dsp:nvSpPr>
      <dsp:spPr>
        <a:xfrm>
          <a:off x="2782220" y="1644"/>
          <a:ext cx="1424810" cy="85488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8. Ask questions</a:t>
          </a:r>
        </a:p>
      </dsp:txBody>
      <dsp:txXfrm>
        <a:off x="2807259" y="26683"/>
        <a:ext cx="1374732" cy="804808"/>
      </dsp:txXfrm>
    </dsp:sp>
    <dsp:sp modelId="{A8E0F4A8-D0FF-4134-BB74-96C6E9458BAE}">
      <dsp:nvSpPr>
        <dsp:cNvPr id="0" name=""/>
        <dsp:cNvSpPr/>
      </dsp:nvSpPr>
      <dsp:spPr>
        <a:xfrm rot="5400000">
          <a:off x="4435215" y="682099"/>
          <a:ext cx="1061269" cy="128232"/>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2DA7440-F234-4D26-80E0-2C191B621C09}">
      <dsp:nvSpPr>
        <dsp:cNvPr id="0" name=""/>
        <dsp:cNvSpPr/>
      </dsp:nvSpPr>
      <dsp:spPr>
        <a:xfrm>
          <a:off x="4677218" y="1644"/>
          <a:ext cx="1424810" cy="85488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9. End on the right note</a:t>
          </a:r>
        </a:p>
      </dsp:txBody>
      <dsp:txXfrm>
        <a:off x="4702257" y="26683"/>
        <a:ext cx="1374732" cy="804808"/>
      </dsp:txXfrm>
    </dsp:sp>
    <dsp:sp modelId="{6B566AF9-239C-4C87-8AED-0BFD753B32FE}">
      <dsp:nvSpPr>
        <dsp:cNvPr id="0" name=""/>
        <dsp:cNvSpPr/>
      </dsp:nvSpPr>
      <dsp:spPr>
        <a:xfrm>
          <a:off x="4677218" y="1070252"/>
          <a:ext cx="1424810" cy="85488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10.Ace</a:t>
          </a:r>
          <a:r>
            <a:rPr lang="en-US" sz="1300" kern="1200" baseline="0" dirty="0"/>
            <a:t> the follow-up</a:t>
          </a:r>
          <a:endParaRPr lang="en-US" sz="1300" kern="1200" dirty="0"/>
        </a:p>
      </dsp:txBody>
      <dsp:txXfrm>
        <a:off x="4702257" y="1095291"/>
        <a:ext cx="1374732" cy="8048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420DBD-8E1C-4346-87B8-97F31DA25701}">
      <dsp:nvSpPr>
        <dsp:cNvPr id="0" name=""/>
        <dsp:cNvSpPr/>
      </dsp:nvSpPr>
      <dsp:spPr>
        <a:xfrm>
          <a:off x="3915340" y="1457817"/>
          <a:ext cx="624201" cy="728650"/>
        </a:xfrm>
        <a:prstGeom prst="roundRect">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400050">
            <a:lnSpc>
              <a:spcPct val="90000"/>
            </a:lnSpc>
            <a:spcBef>
              <a:spcPct val="0"/>
            </a:spcBef>
            <a:spcAft>
              <a:spcPct val="35000"/>
            </a:spcAft>
            <a:buNone/>
          </a:pPr>
          <a:r>
            <a:rPr lang="en-US" sz="900" kern="1200" dirty="0"/>
            <a:t>Types of Interviews</a:t>
          </a:r>
        </a:p>
        <a:p>
          <a:pPr marL="0" lvl="0" indent="0" algn="ctr" defTabSz="400050">
            <a:lnSpc>
              <a:spcPct val="90000"/>
            </a:lnSpc>
            <a:spcBef>
              <a:spcPct val="0"/>
            </a:spcBef>
            <a:spcAft>
              <a:spcPct val="35000"/>
            </a:spcAft>
            <a:buNone/>
          </a:pPr>
          <a:endParaRPr lang="en-US" sz="900" kern="1200" dirty="0"/>
        </a:p>
      </dsp:txBody>
      <dsp:txXfrm>
        <a:off x="3945811" y="1488288"/>
        <a:ext cx="563259" cy="667708"/>
      </dsp:txXfrm>
    </dsp:sp>
    <dsp:sp modelId="{49B9DD22-446B-4D9B-A4AD-28421209DFAC}">
      <dsp:nvSpPr>
        <dsp:cNvPr id="0" name=""/>
        <dsp:cNvSpPr/>
      </dsp:nvSpPr>
      <dsp:spPr>
        <a:xfrm rot="20417616">
          <a:off x="4461203" y="1259319"/>
          <a:ext cx="2675173" cy="0"/>
        </a:xfrm>
        <a:custGeom>
          <a:avLst/>
          <a:gdLst/>
          <a:ahLst/>
          <a:cxnLst/>
          <a:rect l="0" t="0" r="0" b="0"/>
          <a:pathLst>
            <a:path>
              <a:moveTo>
                <a:pt x="0" y="0"/>
              </a:moveTo>
              <a:lnTo>
                <a:pt x="2675173"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1E60387-FAC9-40CE-AC57-BB825D55D006}">
      <dsp:nvSpPr>
        <dsp:cNvPr id="0" name=""/>
        <dsp:cNvSpPr/>
      </dsp:nvSpPr>
      <dsp:spPr>
        <a:xfrm>
          <a:off x="7058038" y="6542"/>
          <a:ext cx="1124871" cy="1200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444500">
            <a:lnSpc>
              <a:spcPct val="90000"/>
            </a:lnSpc>
            <a:spcBef>
              <a:spcPct val="0"/>
            </a:spcBef>
            <a:spcAft>
              <a:spcPct val="35000"/>
            </a:spcAft>
            <a:buNone/>
          </a:pPr>
          <a:r>
            <a:rPr lang="en-US" sz="1000" u="sng" kern="1200" dirty="0">
              <a:solidFill>
                <a:prstClr val="white"/>
              </a:solidFill>
              <a:latin typeface="Arial"/>
              <a:ea typeface="+mn-ea"/>
              <a:cs typeface="+mn-cs"/>
            </a:rPr>
            <a:t>Assessment</a:t>
          </a:r>
          <a:r>
            <a:rPr lang="en-US" sz="1000" kern="1200" dirty="0">
              <a:solidFill>
                <a:prstClr val="white"/>
              </a:solidFill>
              <a:latin typeface="Arial"/>
              <a:ea typeface="+mn-ea"/>
              <a:cs typeface="+mn-cs"/>
            </a:rPr>
            <a:t> </a:t>
          </a:r>
        </a:p>
        <a:p>
          <a:pPr marL="0" lvl="0" indent="0" algn="ctr" defTabSz="444500">
            <a:lnSpc>
              <a:spcPct val="90000"/>
            </a:lnSpc>
            <a:spcBef>
              <a:spcPct val="0"/>
            </a:spcBef>
            <a:spcAft>
              <a:spcPct val="35000"/>
            </a:spcAft>
            <a:buFont typeface="Arial" panose="020B0604020202020204" pitchFamily="34" charset="0"/>
            <a:buNone/>
          </a:pPr>
          <a:r>
            <a:rPr lang="en-US" sz="1000" kern="1200" dirty="0">
              <a:solidFill>
                <a:prstClr val="white"/>
              </a:solidFill>
              <a:latin typeface="Arial"/>
              <a:ea typeface="+mn-ea"/>
              <a:cs typeface="+mn-cs"/>
            </a:rPr>
            <a:t>-Do this test/show what you know</a:t>
          </a:r>
        </a:p>
      </dsp:txBody>
      <dsp:txXfrm>
        <a:off x="7112950" y="61454"/>
        <a:ext cx="1015047" cy="1090756"/>
      </dsp:txXfrm>
    </dsp:sp>
    <dsp:sp modelId="{495723D4-1311-4AAD-8C8D-E5814E122B6A}">
      <dsp:nvSpPr>
        <dsp:cNvPr id="0" name=""/>
        <dsp:cNvSpPr/>
      </dsp:nvSpPr>
      <dsp:spPr>
        <a:xfrm rot="896481">
          <a:off x="4498973" y="2214796"/>
          <a:ext cx="2399794" cy="0"/>
        </a:xfrm>
        <a:custGeom>
          <a:avLst/>
          <a:gdLst/>
          <a:ahLst/>
          <a:cxnLst/>
          <a:rect l="0" t="0" r="0" b="0"/>
          <a:pathLst>
            <a:path>
              <a:moveTo>
                <a:pt x="0" y="0"/>
              </a:moveTo>
              <a:lnTo>
                <a:pt x="2399794"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C6275CD-7971-4FB1-8053-47A392C525C9}">
      <dsp:nvSpPr>
        <dsp:cNvPr id="0" name=""/>
        <dsp:cNvSpPr/>
      </dsp:nvSpPr>
      <dsp:spPr>
        <a:xfrm>
          <a:off x="6858200" y="2155408"/>
          <a:ext cx="1522045" cy="1143677"/>
        </a:xfrm>
        <a:prstGeom prst="roundRect">
          <a:avLst/>
        </a:prstGeom>
        <a:solidFill>
          <a:srgbClr val="E46C2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444500">
            <a:lnSpc>
              <a:spcPct val="90000"/>
            </a:lnSpc>
            <a:spcBef>
              <a:spcPct val="0"/>
            </a:spcBef>
            <a:spcAft>
              <a:spcPct val="35000"/>
            </a:spcAft>
            <a:buNone/>
          </a:pPr>
          <a:r>
            <a:rPr lang="en-US" sz="1000" u="sng" kern="1200" dirty="0"/>
            <a:t>Case</a:t>
          </a:r>
        </a:p>
        <a:p>
          <a:pPr marL="0" lvl="0" indent="0" algn="ctr" defTabSz="444500">
            <a:lnSpc>
              <a:spcPct val="90000"/>
            </a:lnSpc>
            <a:spcBef>
              <a:spcPct val="0"/>
            </a:spcBef>
            <a:spcAft>
              <a:spcPct val="35000"/>
            </a:spcAft>
            <a:buNone/>
          </a:pPr>
          <a:r>
            <a:rPr lang="en-US" sz="1000" kern="1200" dirty="0"/>
            <a:t>-short period of time to assess information</a:t>
          </a:r>
          <a:r>
            <a:rPr lang="en-US" sz="1000" kern="1200"/>
            <a:t>, ask </a:t>
          </a:r>
          <a:r>
            <a:rPr lang="en-US" sz="1000" kern="1200" dirty="0"/>
            <a:t>follow-ups, and give recommendation</a:t>
          </a:r>
        </a:p>
      </dsp:txBody>
      <dsp:txXfrm>
        <a:off x="6914030" y="2211238"/>
        <a:ext cx="1410385" cy="1032017"/>
      </dsp:txXfrm>
    </dsp:sp>
    <dsp:sp modelId="{D3EE8B35-F444-4FC6-BA8A-17BD6837F0F8}">
      <dsp:nvSpPr>
        <dsp:cNvPr id="0" name=""/>
        <dsp:cNvSpPr/>
      </dsp:nvSpPr>
      <dsp:spPr>
        <a:xfrm rot="10071405">
          <a:off x="1380237" y="2158951"/>
          <a:ext cx="2563786" cy="0"/>
        </a:xfrm>
        <a:custGeom>
          <a:avLst/>
          <a:gdLst/>
          <a:ahLst/>
          <a:cxnLst/>
          <a:rect l="0" t="0" r="0" b="0"/>
          <a:pathLst>
            <a:path>
              <a:moveTo>
                <a:pt x="0" y="0"/>
              </a:moveTo>
              <a:lnTo>
                <a:pt x="2563786"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525046B-BC1D-45B4-8549-726E84CC4922}">
      <dsp:nvSpPr>
        <dsp:cNvPr id="0" name=""/>
        <dsp:cNvSpPr/>
      </dsp:nvSpPr>
      <dsp:spPr>
        <a:xfrm>
          <a:off x="116044" y="2071635"/>
          <a:ext cx="1292875" cy="992131"/>
        </a:xfrm>
        <a:prstGeom prst="roundRect">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444500">
            <a:lnSpc>
              <a:spcPct val="90000"/>
            </a:lnSpc>
            <a:spcBef>
              <a:spcPct val="0"/>
            </a:spcBef>
            <a:spcAft>
              <a:spcPct val="35000"/>
            </a:spcAft>
            <a:buNone/>
          </a:pPr>
          <a:r>
            <a:rPr lang="en-US" sz="1000" u="sng" kern="1200" dirty="0">
              <a:solidFill>
                <a:prstClr val="white"/>
              </a:solidFill>
              <a:latin typeface="Arial"/>
              <a:ea typeface="+mn-ea"/>
              <a:cs typeface="+mn-cs"/>
            </a:rPr>
            <a:t>Background</a:t>
          </a:r>
        </a:p>
        <a:p>
          <a:pPr marL="0" lvl="0" indent="0" algn="ctr" defTabSz="444500">
            <a:lnSpc>
              <a:spcPct val="90000"/>
            </a:lnSpc>
            <a:spcBef>
              <a:spcPct val="0"/>
            </a:spcBef>
            <a:spcAft>
              <a:spcPct val="35000"/>
            </a:spcAft>
            <a:buNone/>
          </a:pPr>
          <a:r>
            <a:rPr lang="en-US" sz="1000" kern="1200" dirty="0">
              <a:solidFill>
                <a:prstClr val="white"/>
              </a:solidFill>
              <a:latin typeface="Arial"/>
              <a:ea typeface="+mn-ea"/>
              <a:cs typeface="+mn-cs"/>
            </a:rPr>
            <a:t>-Off of your resume</a:t>
          </a:r>
        </a:p>
      </dsp:txBody>
      <dsp:txXfrm>
        <a:off x="164476" y="2120067"/>
        <a:ext cx="1196011" cy="895267"/>
      </dsp:txXfrm>
    </dsp:sp>
    <dsp:sp modelId="{776E578A-29AC-413A-AD0A-D29EF3B5F7D5}">
      <dsp:nvSpPr>
        <dsp:cNvPr id="0" name=""/>
        <dsp:cNvSpPr/>
      </dsp:nvSpPr>
      <dsp:spPr>
        <a:xfrm rot="11986165">
          <a:off x="1486066" y="1286659"/>
          <a:ext cx="2503037" cy="0"/>
        </a:xfrm>
        <a:custGeom>
          <a:avLst/>
          <a:gdLst/>
          <a:ahLst/>
          <a:cxnLst/>
          <a:rect l="0" t="0" r="0" b="0"/>
          <a:pathLst>
            <a:path>
              <a:moveTo>
                <a:pt x="0" y="0"/>
              </a:moveTo>
              <a:lnTo>
                <a:pt x="2503037"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8393450-0215-43BC-A04B-D8907D8E31C1}">
      <dsp:nvSpPr>
        <dsp:cNvPr id="0" name=""/>
        <dsp:cNvSpPr/>
      </dsp:nvSpPr>
      <dsp:spPr>
        <a:xfrm>
          <a:off x="0" y="0"/>
          <a:ext cx="1559828" cy="1166070"/>
        </a:xfrm>
        <a:prstGeom prst="round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488950">
            <a:lnSpc>
              <a:spcPct val="90000"/>
            </a:lnSpc>
            <a:spcBef>
              <a:spcPct val="0"/>
            </a:spcBef>
            <a:spcAft>
              <a:spcPct val="35000"/>
            </a:spcAft>
            <a:buNone/>
          </a:pPr>
          <a:r>
            <a:rPr lang="en-US" sz="1100" u="sng" kern="1200" dirty="0"/>
            <a:t>Behavioral</a:t>
          </a:r>
        </a:p>
        <a:p>
          <a:pPr marL="0" lvl="0" indent="0" algn="ctr" defTabSz="488950">
            <a:lnSpc>
              <a:spcPct val="90000"/>
            </a:lnSpc>
            <a:spcBef>
              <a:spcPct val="0"/>
            </a:spcBef>
            <a:spcAft>
              <a:spcPct val="35000"/>
            </a:spcAft>
            <a:buNone/>
          </a:pPr>
          <a:r>
            <a:rPr lang="en-US" sz="1100" kern="1200" dirty="0"/>
            <a:t>-Scenario-based</a:t>
          </a:r>
        </a:p>
        <a:p>
          <a:pPr marL="0" lvl="0" indent="0" algn="ctr" defTabSz="488950">
            <a:lnSpc>
              <a:spcPct val="90000"/>
            </a:lnSpc>
            <a:spcBef>
              <a:spcPct val="0"/>
            </a:spcBef>
            <a:spcAft>
              <a:spcPct val="35000"/>
            </a:spcAft>
            <a:buNone/>
          </a:pPr>
          <a:r>
            <a:rPr lang="en-US" sz="1100" kern="1200" dirty="0"/>
            <a:t>-If x happens, what would you do?</a:t>
          </a:r>
        </a:p>
      </dsp:txBody>
      <dsp:txXfrm>
        <a:off x="56923" y="56923"/>
        <a:ext cx="1445982" cy="1052224"/>
      </dsp:txXfrm>
    </dsp:sp>
  </dsp:spTree>
</dsp:drawing>
</file>

<file path=ppt/diagrams/layout1.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72" tIns="46586" rIns="93172" bIns="46586" rtlCol="0"/>
          <a:lstStyle>
            <a:lvl1pPr algn="l">
              <a:defRPr sz="1200"/>
            </a:lvl1pPr>
          </a:lstStyle>
          <a:p>
            <a:endParaRPr lang="en-US"/>
          </a:p>
        </p:txBody>
      </p:sp>
      <p:sp>
        <p:nvSpPr>
          <p:cNvPr id="4" name="Footer Placeholder 3"/>
          <p:cNvSpPr>
            <a:spLocks noGrp="1"/>
          </p:cNvSpPr>
          <p:nvPr>
            <p:ph type="ftr" sz="quarter" idx="2"/>
          </p:nvPr>
        </p:nvSpPr>
        <p:spPr>
          <a:xfrm>
            <a:off x="0" y="8829967"/>
            <a:ext cx="3037840" cy="466433"/>
          </a:xfrm>
          <a:prstGeom prst="rect">
            <a:avLst/>
          </a:prstGeom>
        </p:spPr>
        <p:txBody>
          <a:bodyPr vert="horz" lIns="93172" tIns="46586" rIns="93172" bIns="46586" rtlCol="0" anchor="b"/>
          <a:lstStyle>
            <a:lvl1pPr algn="l">
              <a:defRPr sz="1200"/>
            </a:lvl1pPr>
          </a:lstStyle>
          <a:p>
            <a:endParaRPr lang="en-US"/>
          </a:p>
        </p:txBody>
      </p:sp>
      <p:sp>
        <p:nvSpPr>
          <p:cNvPr id="6" name="Date Placeholder 5"/>
          <p:cNvSpPr>
            <a:spLocks noGrp="1"/>
          </p:cNvSpPr>
          <p:nvPr>
            <p:ph type="dt" sz="quarter" idx="1"/>
          </p:nvPr>
        </p:nvSpPr>
        <p:spPr>
          <a:xfrm>
            <a:off x="3970938" y="1"/>
            <a:ext cx="3037840" cy="466434"/>
          </a:xfrm>
          <a:prstGeom prst="rect">
            <a:avLst/>
          </a:prstGeom>
        </p:spPr>
        <p:txBody>
          <a:bodyPr vert="horz" lIns="93172" tIns="46586" rIns="93172" bIns="46586" rtlCol="0"/>
          <a:lstStyle>
            <a:lvl1pPr algn="r">
              <a:defRPr sz="1200"/>
            </a:lvl1pPr>
          </a:lstStyle>
          <a:p>
            <a:fld id="{4888D498-CA9B-8D40-B07D-EB92BE597C17}" type="datetimeFigureOut">
              <a:rPr lang="en-US" smtClean="0"/>
              <a:t>11/5/2025</a:t>
            </a:fld>
            <a:endParaRPr lang="en-US"/>
          </a:p>
        </p:txBody>
      </p:sp>
    </p:spTree>
    <p:extLst>
      <p:ext uri="{BB962C8B-B14F-4D97-AF65-F5344CB8AC3E}">
        <p14:creationId xmlns:p14="http://schemas.microsoft.com/office/powerpoint/2010/main" val="615279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72" tIns="46586" rIns="93172" bIns="46586" rtlCol="0"/>
          <a:lstStyle>
            <a:lvl1pPr algn="l">
              <a:defRPr sz="1200"/>
            </a:lvl1pPr>
          </a:lstStyle>
          <a:p>
            <a:endParaRPr lang="en-US"/>
          </a:p>
        </p:txBody>
      </p:sp>
      <p:sp>
        <p:nvSpPr>
          <p:cNvPr id="3" name="Date Placeholder 2"/>
          <p:cNvSpPr>
            <a:spLocks noGrp="1"/>
          </p:cNvSpPr>
          <p:nvPr>
            <p:ph type="dt" idx="1"/>
          </p:nvPr>
        </p:nvSpPr>
        <p:spPr>
          <a:xfrm>
            <a:off x="3970938" y="1"/>
            <a:ext cx="3037840" cy="466434"/>
          </a:xfrm>
          <a:prstGeom prst="rect">
            <a:avLst/>
          </a:prstGeom>
        </p:spPr>
        <p:txBody>
          <a:bodyPr vert="horz" lIns="93172" tIns="46586" rIns="93172" bIns="46586" rtlCol="0"/>
          <a:lstStyle>
            <a:lvl1pPr algn="r">
              <a:defRPr sz="1200"/>
            </a:lvl1pPr>
          </a:lstStyle>
          <a:p>
            <a:fld id="{13AAC0AE-F2B6-6846-ABA1-89ECC7B4183F}" type="datetimeFigureOut">
              <a:rPr lang="en-US" smtClean="0"/>
              <a:t>11/5/2025</a:t>
            </a:fld>
            <a:endParaRPr lang="en-US"/>
          </a:p>
        </p:txBody>
      </p:sp>
      <p:sp>
        <p:nvSpPr>
          <p:cNvPr id="4" name="Slide Image Placeholder 3"/>
          <p:cNvSpPr>
            <a:spLocks noGrp="1" noRot="1" noChangeAspect="1"/>
          </p:cNvSpPr>
          <p:nvPr>
            <p:ph type="sldImg" idx="2"/>
          </p:nvPr>
        </p:nvSpPr>
        <p:spPr>
          <a:xfrm>
            <a:off x="715963" y="1162050"/>
            <a:ext cx="5578475" cy="3138488"/>
          </a:xfrm>
          <a:prstGeom prst="rect">
            <a:avLst/>
          </a:prstGeom>
          <a:noFill/>
          <a:ln w="12700">
            <a:solidFill>
              <a:prstClr val="black"/>
            </a:solidFill>
          </a:ln>
        </p:spPr>
        <p:txBody>
          <a:bodyPr vert="horz" lIns="93172" tIns="46586" rIns="93172" bIns="46586" rtlCol="0" anchor="ctr"/>
          <a:lstStyle/>
          <a:p>
            <a:endParaRPr lang="en-US"/>
          </a:p>
        </p:txBody>
      </p:sp>
      <p:sp>
        <p:nvSpPr>
          <p:cNvPr id="5" name="Notes Placeholder 4"/>
          <p:cNvSpPr>
            <a:spLocks noGrp="1"/>
          </p:cNvSpPr>
          <p:nvPr>
            <p:ph type="body" sz="quarter" idx="3"/>
          </p:nvPr>
        </p:nvSpPr>
        <p:spPr>
          <a:xfrm>
            <a:off x="701040" y="4473893"/>
            <a:ext cx="5608320" cy="3660458"/>
          </a:xfrm>
          <a:prstGeom prst="rect">
            <a:avLst/>
          </a:prstGeom>
        </p:spPr>
        <p:txBody>
          <a:bodyPr vert="horz" lIns="93172" tIns="46586" rIns="93172" bIns="4658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2" tIns="46586" rIns="93172" bIns="46586"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2" tIns="46586" rIns="93172" bIns="46586" rtlCol="0" anchor="b"/>
          <a:lstStyle>
            <a:lvl1pPr algn="r">
              <a:defRPr sz="1200"/>
            </a:lvl1pPr>
          </a:lstStyle>
          <a:p>
            <a:fld id="{75EC4D74-3CE0-A14E-94A9-E88D6AC0C899}" type="slidenum">
              <a:rPr lang="en-US" smtClean="0"/>
              <a:t>‹#›</a:t>
            </a:fld>
            <a:endParaRPr lang="en-US"/>
          </a:p>
        </p:txBody>
      </p:sp>
    </p:spTree>
    <p:extLst>
      <p:ext uri="{BB962C8B-B14F-4D97-AF65-F5344CB8AC3E}">
        <p14:creationId xmlns:p14="http://schemas.microsoft.com/office/powerpoint/2010/main" val="52631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8" Type="http://schemas.openxmlformats.org/officeDocument/2006/relationships/hyperlink" Target="https://nam02.safelinks.protection.outlook.com/?url=https%3A%2F%2Fwww.monster.com%2Fcareer-advice%2Farticle%2Finappropriate-interview-follow-up&amp;data=02%7C01%7Crschafer%40lwsd.org%7Cf7474a5458614ee81b0b08d85aadb4d3%7C1fd4673fdf9646218638a1d88c4c85d7%7C0%7C0%7C637359049396262007&amp;sdata=4wsibl9ce0YAZN1u2%2F4%2B%2BpiiwdCu4RiZNPKPSfCbneQ%3D&amp;reserved=0" TargetMode="External"/><Relationship Id="rId3" Type="http://schemas.openxmlformats.org/officeDocument/2006/relationships/hyperlink" Target="https://nam02.safelinks.protection.outlook.com/?url=https%3A%2F%2Fwww.monster.com%2Fcareer-advice%2Farticle%2FDo-Your-Homework-Before-Interview&amp;data=02%7C01%7Crschafer%40lwsd.org%7Cf7474a5458614ee81b0b08d85aadb4d3%7C1fd4673fdf9646218638a1d88c4c85d7%7C0%7C0%7C637359049396232022&amp;sdata=xpoqYgqwCCnDhvcSB99lgCpbMUHA4TQLh58VVudtN8g%3D&amp;reserved=0" TargetMode="External"/><Relationship Id="rId7" Type="http://schemas.openxmlformats.org/officeDocument/2006/relationships/hyperlink" Target="https://nam02.safelinks.protection.outlook.com/?url=https%3A%2F%2Fwww.monster.com%2Fcareer-advice%2Farticle%2Fnine-questions-to-ask-interview&amp;data=02%7C01%7Crschafer%40lwsd.org%7Cf7474a5458614ee81b0b08d85aadb4d3%7C1fd4673fdf9646218638a1d88c4c85d7%7C0%7C0%7C637359049396262007&amp;sdata=KBod6bT2RHrxRmjChThd4GMURz3OgL%2F6ZvsrDrmbHbA%3D&amp;reserved=0"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nam02.safelinks.protection.outlook.com/?url=https%3A%2F%2Fwww.monster.com%2Fcareer-advice%2Farticle%2Fthe-listener-wins&amp;data=02%7C01%7Crschafer%40lwsd.org%7Cf7474a5458614ee81b0b08d85aadb4d3%7C1fd4673fdf9646218638a1d88c4c85d7%7C0%7C0%7C637359049396252019&amp;sdata=%2B0dgzxdBjiw1wMaeZ9R8tlg2O4a%2FyR%2Bb8ILY8HK%2B1A4%3D&amp;reserved=0" TargetMode="External"/><Relationship Id="rId5" Type="http://schemas.openxmlformats.org/officeDocument/2006/relationships/hyperlink" Target="https://nam02.safelinks.protection.outlook.com/?url=https%3A%2F%2Fwww.monster.com%2Fcareer-advice%2Farticle%2Fwhat-to-do-if-you-miss-job-interview&amp;data=02%7C01%7Crschafer%40lwsd.org%7Cf7474a5458614ee81b0b08d85aadb4d3%7C1fd4673fdf9646218638a1d88c4c85d7%7C0%7C0%7C637359049396252019&amp;sdata=EC1ftOFgLR8xpscIDlAdPzYp13ulApC1nkdE9nGgoVQ%3D&amp;reserved=0" TargetMode="External"/><Relationship Id="rId4" Type="http://schemas.openxmlformats.org/officeDocument/2006/relationships/hyperlink" Target="https://nam02.safelinks.protection.outlook.com/?url=https%3A%2F%2Fwww.monster.com%2Fcareer-advice%2Farticle%2Fwhat-to-bring-to-interview&amp;data=02%7C01%7Crschafer%40lwsd.org%7Cf7474a5458614ee81b0b08d85aadb4d3%7C1fd4673fdf9646218638a1d88c4c85d7%7C0%7C0%7C637359049396242021&amp;sdata=oycTmqZs02K3hmsP2r8B4ai%2BG%2Fo3ZiWAScX1R7pji6k%3D&amp;reserved=0"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EC4D74-3CE0-A14E-94A9-E88D6AC0C899}" type="slidenum">
              <a:rPr lang="en-US" smtClean="0"/>
              <a:t>1</a:t>
            </a:fld>
            <a:endParaRPr lang="en-US"/>
          </a:p>
        </p:txBody>
      </p:sp>
    </p:spTree>
    <p:extLst>
      <p:ext uri="{BB962C8B-B14F-4D97-AF65-F5344CB8AC3E}">
        <p14:creationId xmlns:p14="http://schemas.microsoft.com/office/powerpoint/2010/main" val="32722764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into pairs to discuss this together</a:t>
            </a:r>
          </a:p>
        </p:txBody>
      </p:sp>
      <p:sp>
        <p:nvSpPr>
          <p:cNvPr id="4" name="Slide Number Placeholder 3"/>
          <p:cNvSpPr>
            <a:spLocks noGrp="1"/>
          </p:cNvSpPr>
          <p:nvPr>
            <p:ph type="sldNum" sz="quarter" idx="5"/>
          </p:nvPr>
        </p:nvSpPr>
        <p:spPr/>
        <p:txBody>
          <a:bodyPr/>
          <a:lstStyle/>
          <a:p>
            <a:fld id="{75EC4D74-3CE0-A14E-94A9-E88D6AC0C899}" type="slidenum">
              <a:rPr lang="en-US" smtClean="0"/>
              <a:t>3</a:t>
            </a:fld>
            <a:endParaRPr lang="en-US"/>
          </a:p>
        </p:txBody>
      </p:sp>
    </p:spTree>
    <p:extLst>
      <p:ext uri="{BB962C8B-B14F-4D97-AF65-F5344CB8AC3E}">
        <p14:creationId xmlns:p14="http://schemas.microsoft.com/office/powerpoint/2010/main" val="1065429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1. Do your research on the company and the people interviewing you</a:t>
            </a:r>
            <a:endParaRPr lang="en-US" sz="1200" b="1" kern="1200" dirty="0">
              <a:solidFill>
                <a:schemeClr val="tx1"/>
              </a:solidFill>
              <a:effectLst/>
              <a:latin typeface="+mn-lt"/>
              <a:ea typeface="+mn-ea"/>
              <a:cs typeface="+mn-cs"/>
            </a:endParaRPr>
          </a:p>
          <a:p>
            <a:r>
              <a:rPr lang="en-US" sz="1200" u="sng" kern="1200" dirty="0">
                <a:solidFill>
                  <a:schemeClr val="tx1"/>
                </a:solidFill>
                <a:effectLst/>
                <a:latin typeface="+mn-lt"/>
                <a:ea typeface="+mn-ea"/>
                <a:cs typeface="+mn-cs"/>
                <a:hlinkClick r:id="rId3"/>
              </a:rPr>
              <a:t>Learning as much as possible</a:t>
            </a:r>
            <a:r>
              <a:rPr lang="en-US" sz="1200" kern="1200" dirty="0">
                <a:solidFill>
                  <a:schemeClr val="tx1"/>
                </a:solidFill>
                <a:effectLst/>
                <a:latin typeface="+mn-lt"/>
                <a:ea typeface="+mn-ea"/>
                <a:cs typeface="+mn-cs"/>
              </a:rPr>
              <a:t> about a company’s services, products, customers and competition will give you an edge in understanding and addressing the employer’s needs, </a:t>
            </a:r>
          </a:p>
          <a:p>
            <a:r>
              <a:rPr lang="en-US" sz="1200" kern="1200" dirty="0">
                <a:solidFill>
                  <a:schemeClr val="tx1"/>
                </a:solidFill>
                <a:effectLst/>
                <a:latin typeface="+mn-lt"/>
                <a:ea typeface="+mn-ea"/>
                <a:cs typeface="+mn-cs"/>
              </a:rPr>
              <a:t>Go beyond reading what’s on the company’s website. Read news coverage of the company, check out the company’s social media feeds, and brush up on the key players—i.e., the company’s executive team.</a:t>
            </a:r>
          </a:p>
          <a:p>
            <a:r>
              <a:rPr lang="en-US" sz="1200" kern="1200" dirty="0">
                <a:solidFill>
                  <a:schemeClr val="tx1"/>
                </a:solidFill>
                <a:effectLst/>
                <a:latin typeface="+mn-lt"/>
                <a:ea typeface="+mn-ea"/>
                <a:cs typeface="+mn-cs"/>
              </a:rPr>
              <a:t>“Look for the information that you can weave into the conversation. (“I was excited to see your CEO talk about your company’s commitment to innovation on CNBC.”)</a:t>
            </a:r>
          </a:p>
          <a:p>
            <a:endParaRPr lang="en-US" sz="120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2. Look sharp</a:t>
            </a:r>
            <a:endParaRPr lang="en-US" sz="1200" b="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Unless you work in a creative industry, the employer wants to know that you dress professionally “As long as you look presentable, the interviewer is going to be paying attention to what’s coming out of your mouth, not what you’re wearing.” And no matter what industry you’re in, employers want to know they can one day put you in front of a client or investor.</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3. Don't show up empty handed</a:t>
            </a:r>
            <a:endParaRPr lang="en-US" sz="1200" b="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Part of arriving fully prepared entails </a:t>
            </a:r>
            <a:r>
              <a:rPr lang="en-US" sz="1200" u="sng" kern="1200" dirty="0">
                <a:solidFill>
                  <a:schemeClr val="tx1"/>
                </a:solidFill>
                <a:effectLst/>
                <a:latin typeface="+mn-lt"/>
                <a:ea typeface="+mn-ea"/>
                <a:cs typeface="+mn-cs"/>
                <a:hlinkClick r:id="rId4"/>
              </a:rPr>
              <a:t>bringing all the things that you need</a:t>
            </a:r>
            <a:r>
              <a:rPr lang="en-US" sz="1200" kern="1200" dirty="0">
                <a:solidFill>
                  <a:schemeClr val="tx1"/>
                </a:solidFill>
                <a:effectLst/>
                <a:latin typeface="+mn-lt"/>
                <a:ea typeface="+mn-ea"/>
                <a:cs typeface="+mn-cs"/>
              </a:rPr>
              <a:t> to make a great first impression. Make sure to take the following items with you to job interviews:</a:t>
            </a:r>
          </a:p>
          <a:p>
            <a:pPr lvl="0"/>
            <a:r>
              <a:rPr lang="en-US" sz="1200" kern="1200" dirty="0">
                <a:solidFill>
                  <a:schemeClr val="tx1"/>
                </a:solidFill>
                <a:effectLst/>
                <a:latin typeface="+mn-lt"/>
                <a:ea typeface="+mn-ea"/>
                <a:cs typeface="+mn-cs"/>
              </a:rPr>
              <a:t>Several copies of your resume. You may meet more employees that you originally expected to, Portfolio/work samples. This is a must in creative fields like advertising, journalism, graphic design, architecture, or fashion.</a:t>
            </a:r>
          </a:p>
          <a:p>
            <a:pPr lvl="0"/>
            <a:r>
              <a:rPr lang="en-US" sz="1200" kern="1200" dirty="0">
                <a:solidFill>
                  <a:schemeClr val="tx1"/>
                </a:solidFill>
                <a:effectLst/>
                <a:latin typeface="+mn-lt"/>
                <a:ea typeface="+mn-ea"/>
                <a:cs typeface="+mn-cs"/>
              </a:rPr>
              <a:t>Pen and notepad. Taking notes shows you’re actively listening to the interviewer and engaged in the conversation.</a:t>
            </a:r>
          </a:p>
          <a:p>
            <a:pPr lvl="0"/>
            <a:r>
              <a:rPr lang="en-US" sz="1200" kern="1200" dirty="0">
                <a:solidFill>
                  <a:schemeClr val="tx1"/>
                </a:solidFill>
                <a:effectLst/>
                <a:latin typeface="+mn-lt"/>
                <a:ea typeface="+mn-ea"/>
                <a:cs typeface="+mn-cs"/>
              </a:rPr>
              <a:t>Photo ID. You may need to provide identification to enter the building. If online, be prepared to send your latest version of your resume to interviewers after the meeting.</a:t>
            </a:r>
          </a:p>
          <a:p>
            <a:pPr lvl="0"/>
            <a:endParaRPr lang="en-US" sz="120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4. Arrive early</a:t>
            </a:r>
            <a:endParaRPr lang="en-US" sz="1200" b="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last thing you want to do is show up late (</a:t>
            </a:r>
            <a:r>
              <a:rPr lang="en-US" sz="1200" u="sng" kern="1200" dirty="0">
                <a:solidFill>
                  <a:schemeClr val="tx1"/>
                </a:solidFill>
                <a:effectLst/>
                <a:latin typeface="+mn-lt"/>
                <a:ea typeface="+mn-ea"/>
                <a:cs typeface="+mn-cs"/>
                <a:hlinkClick r:id="rId5"/>
              </a:rPr>
              <a:t>or not at all</a:t>
            </a:r>
            <a:r>
              <a:rPr lang="en-US" sz="1200" kern="1200" dirty="0">
                <a:solidFill>
                  <a:schemeClr val="tx1"/>
                </a:solidFill>
                <a:effectLst/>
                <a:latin typeface="+mn-lt"/>
                <a:ea typeface="+mn-ea"/>
                <a:cs typeface="+mn-cs"/>
              </a:rPr>
              <a:t>), says Martin, so get to the building 10 to 15 minutes before the interview. Moreover, “having extra time means you can take a few minutes in the bathroom to check how you look—tuck in your shirt, fix your tie, comb your hair—and fine-tune the image that you want to present</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5. Project enthusiasm</a:t>
            </a:r>
            <a:endParaRPr lang="en-US" sz="1200" b="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hiring manager will want to see that you’re passionate about your field and the job that you’re applying for, so bring some energy to the room. “A firm handshake and plenty of eye contact demonstrate confidence,” Martin adds. “Speak distinctly in a confident voice, even though you may feel shaky.”</a:t>
            </a:r>
          </a:p>
          <a:p>
            <a:endParaRPr lang="en-US" sz="120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6. Listen carefully</a:t>
            </a:r>
            <a:endParaRPr lang="en-US" sz="1200" b="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Learning </a:t>
            </a:r>
            <a:r>
              <a:rPr lang="en-US" sz="1200" u="sng" kern="1200" dirty="0">
                <a:solidFill>
                  <a:schemeClr val="tx1"/>
                </a:solidFill>
                <a:effectLst/>
                <a:latin typeface="+mn-lt"/>
                <a:ea typeface="+mn-ea"/>
                <a:cs typeface="+mn-cs"/>
                <a:hlinkClick r:id="rId6"/>
              </a:rPr>
              <a:t>how to listen</a:t>
            </a:r>
            <a:r>
              <a:rPr lang="en-US" sz="1200" kern="1200" dirty="0">
                <a:solidFill>
                  <a:schemeClr val="tx1"/>
                </a:solidFill>
                <a:effectLst/>
                <a:latin typeface="+mn-lt"/>
                <a:ea typeface="+mn-ea"/>
                <a:cs typeface="+mn-cs"/>
              </a:rPr>
              <a:t>—really listen—is a powerful thing. Some ground rules to follow: don’t interrupt when the other person is talking; maintain good eye contact, lean forward, and face the speaker directly; and put away your cellphone</a:t>
            </a:r>
          </a:p>
          <a:p>
            <a:endParaRPr lang="en-US" sz="120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7. Give specific examples</a:t>
            </a:r>
            <a:endParaRPr lang="en-US" sz="1200" b="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Select anecdotes that highlight quantifiable achievements. Show the value in what you did. </a:t>
            </a:r>
            <a:r>
              <a:rPr lang="en-US" sz="1200" i="1" kern="1200" dirty="0">
                <a:solidFill>
                  <a:schemeClr val="tx1"/>
                </a:solidFill>
                <a:effectLst/>
                <a:latin typeface="+mn-lt"/>
                <a:ea typeface="+mn-ea"/>
                <a:cs typeface="+mn-cs"/>
              </a:rPr>
              <a:t>What impact did it make? </a:t>
            </a:r>
            <a:r>
              <a:rPr lang="en-US" sz="1200" kern="1200" dirty="0">
                <a:solidFill>
                  <a:schemeClr val="tx1"/>
                </a:solidFill>
                <a:effectLst/>
                <a:latin typeface="+mn-lt"/>
                <a:ea typeface="+mn-ea"/>
                <a:cs typeface="+mn-cs"/>
              </a:rPr>
              <a:t>(“I’m highly self-motivated. In fact, recently our budgeting system didn’t pass muster for the sophisticated reporting we needed to do. I took the initiative to do some research and found an alternative that was 25% cheaper that integrated with our other software and could be implemented within six weeks.”)</a:t>
            </a:r>
          </a:p>
          <a:p>
            <a:endParaRPr lang="en-US" sz="120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8. Ask questions</a:t>
            </a:r>
            <a:endParaRPr lang="en-US" sz="1200" b="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Hiring managers often conclude job interviews by giving the candidate a chance to </a:t>
            </a:r>
            <a:r>
              <a:rPr lang="en-US" sz="1200" u="sng" kern="1200" dirty="0">
                <a:solidFill>
                  <a:schemeClr val="tx1"/>
                </a:solidFill>
                <a:effectLst/>
                <a:latin typeface="+mn-lt"/>
                <a:ea typeface="+mn-ea"/>
                <a:cs typeface="+mn-cs"/>
                <a:hlinkClick r:id="rId7"/>
              </a:rPr>
              <a:t>ask them questions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few recommendations:</a:t>
            </a:r>
          </a:p>
          <a:p>
            <a:pPr lvl="0"/>
            <a:r>
              <a:rPr lang="en-US" sz="1200" kern="1200" dirty="0">
                <a:solidFill>
                  <a:schemeClr val="tx1"/>
                </a:solidFill>
                <a:effectLst/>
                <a:latin typeface="+mn-lt"/>
                <a:ea typeface="+mn-ea"/>
                <a:cs typeface="+mn-cs"/>
              </a:rPr>
              <a:t>Why is this position open?</a:t>
            </a:r>
          </a:p>
          <a:p>
            <a:pPr lvl="0"/>
            <a:r>
              <a:rPr lang="en-US" sz="1200" kern="1200" dirty="0">
                <a:solidFill>
                  <a:schemeClr val="tx1"/>
                </a:solidFill>
                <a:effectLst/>
                <a:latin typeface="+mn-lt"/>
                <a:ea typeface="+mn-ea"/>
                <a:cs typeface="+mn-cs"/>
              </a:rPr>
              <a:t>What do you enjoy most about working here?</a:t>
            </a:r>
          </a:p>
          <a:p>
            <a:pPr lvl="0"/>
            <a:r>
              <a:rPr lang="en-US" sz="1200" kern="1200" dirty="0">
                <a:solidFill>
                  <a:schemeClr val="tx1"/>
                </a:solidFill>
                <a:effectLst/>
                <a:latin typeface="+mn-lt"/>
                <a:ea typeface="+mn-ea"/>
                <a:cs typeface="+mn-cs"/>
              </a:rPr>
              <a:t>How is performance measured in this role?</a:t>
            </a:r>
          </a:p>
          <a:p>
            <a:pPr lvl="0"/>
            <a:r>
              <a:rPr lang="en-US" sz="1200" kern="1200" dirty="0">
                <a:solidFill>
                  <a:schemeClr val="tx1"/>
                </a:solidFill>
                <a:effectLst/>
                <a:latin typeface="+mn-lt"/>
                <a:ea typeface="+mn-ea"/>
                <a:cs typeface="+mn-cs"/>
              </a:rPr>
              <a:t>If you can’t think of other question to ask, a great one I’ve done is “what do you think I should ask that I haven’t yet asked.”</a:t>
            </a:r>
          </a:p>
          <a:p>
            <a:pPr lvl="0"/>
            <a:r>
              <a:rPr lang="en-US" sz="1200" kern="1200" dirty="0">
                <a:solidFill>
                  <a:schemeClr val="tx1"/>
                </a:solidFill>
                <a:effectLst/>
                <a:latin typeface="+mn-lt"/>
                <a:ea typeface="+mn-ea"/>
                <a:cs typeface="+mn-cs"/>
              </a:rPr>
              <a:t>Or what do you love about working here? And if there was one thing you’d change if you had complete control, what would it be?</a:t>
            </a:r>
          </a:p>
          <a:p>
            <a:pPr lvl="0"/>
            <a:endParaRPr lang="en-US" sz="120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9. End on the right note</a:t>
            </a:r>
            <a:endParaRPr lang="en-US" sz="1200" b="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An essential step to nabbing a job is following up with the interviewer. “Your last question during an interview should always be, </a:t>
            </a:r>
            <a:r>
              <a:rPr lang="en-US" sz="1200" b="1" kern="1200" dirty="0">
                <a:solidFill>
                  <a:schemeClr val="tx1"/>
                </a:solidFill>
                <a:effectLst/>
                <a:latin typeface="+mn-lt"/>
                <a:ea typeface="+mn-ea"/>
                <a:cs typeface="+mn-cs"/>
              </a:rPr>
              <a:t>‘What are the next steps from here?’</a:t>
            </a:r>
          </a:p>
          <a:p>
            <a:r>
              <a:rPr lang="en-US" sz="1200" b="1" kern="1200" dirty="0">
                <a:solidFill>
                  <a:schemeClr val="tx1"/>
                </a:solidFill>
                <a:effectLst/>
                <a:latin typeface="+mn-lt"/>
                <a:ea typeface="+mn-ea"/>
                <a:cs typeface="+mn-cs"/>
              </a:rPr>
              <a:t>Never ask…did I get the job? Makes you seem desperate and without any EQ</a:t>
            </a:r>
          </a:p>
          <a:p>
            <a:endParaRPr lang="en-US" sz="1200" b="1"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10. Ace the follow-up</a:t>
            </a:r>
            <a:endParaRPr lang="en-US" sz="1200" b="1" kern="1200" dirty="0">
              <a:solidFill>
                <a:schemeClr val="tx1"/>
              </a:solidFill>
              <a:effectLst/>
              <a:latin typeface="+mn-lt"/>
              <a:ea typeface="+mn-ea"/>
              <a:cs typeface="+mn-cs"/>
            </a:endParaRPr>
          </a:p>
          <a:p>
            <a:r>
              <a:rPr lang="en-US" sz="1200" u="sng" kern="1200" dirty="0">
                <a:solidFill>
                  <a:schemeClr val="tx1"/>
                </a:solidFill>
                <a:effectLst/>
                <a:latin typeface="+mn-lt"/>
                <a:ea typeface="+mn-ea"/>
                <a:cs typeface="+mn-cs"/>
                <a:hlinkClick r:id="rId8"/>
              </a:rPr>
              <a:t>Following up</a:t>
            </a:r>
            <a:r>
              <a:rPr lang="en-US" sz="1200" kern="1200" dirty="0">
                <a:solidFill>
                  <a:schemeClr val="tx1"/>
                </a:solidFill>
                <a:effectLst/>
                <a:latin typeface="+mn-lt"/>
                <a:ea typeface="+mn-ea"/>
                <a:cs typeface="+mn-cs"/>
              </a:rPr>
              <a:t> is a critical part to getting hired, yet it's often overlooked. The goal  is two-fold: to stay top-of-mind and restate your interest. For example: “Hi Tom,  it was great to meet you today. Please let me know if I can offer any additional information, such as letters of recommendation, that might be useful.”</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Want more interviews? Do this</a:t>
            </a:r>
            <a:endParaRPr lang="en-US" sz="1200" b="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It's important to appear confident and cool for the interview. One way to do that is to go on an ample number of interviews so you get comfortable with the process</a:t>
            </a:r>
            <a:endParaRPr lang="en-US" dirty="0"/>
          </a:p>
        </p:txBody>
      </p:sp>
      <p:sp>
        <p:nvSpPr>
          <p:cNvPr id="4" name="Slide Number Placeholder 3"/>
          <p:cNvSpPr>
            <a:spLocks noGrp="1"/>
          </p:cNvSpPr>
          <p:nvPr>
            <p:ph type="sldNum" sz="quarter" idx="5"/>
          </p:nvPr>
        </p:nvSpPr>
        <p:spPr/>
        <p:txBody>
          <a:bodyPr/>
          <a:lstStyle/>
          <a:p>
            <a:fld id="{75EC4D74-3CE0-A14E-94A9-E88D6AC0C899}" type="slidenum">
              <a:rPr lang="en-US" smtClean="0"/>
              <a:t>4</a:t>
            </a:fld>
            <a:endParaRPr lang="en-US"/>
          </a:p>
        </p:txBody>
      </p:sp>
    </p:spTree>
    <p:extLst>
      <p:ext uri="{BB962C8B-B14F-4D97-AF65-F5344CB8AC3E}">
        <p14:creationId xmlns:p14="http://schemas.microsoft.com/office/powerpoint/2010/main" val="2529700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online and find some questions that could be asked for each of these interviews</a:t>
            </a:r>
          </a:p>
        </p:txBody>
      </p:sp>
      <p:sp>
        <p:nvSpPr>
          <p:cNvPr id="4" name="Slide Number Placeholder 3"/>
          <p:cNvSpPr>
            <a:spLocks noGrp="1"/>
          </p:cNvSpPr>
          <p:nvPr>
            <p:ph type="sldNum" sz="quarter" idx="5"/>
          </p:nvPr>
        </p:nvSpPr>
        <p:spPr/>
        <p:txBody>
          <a:bodyPr/>
          <a:lstStyle/>
          <a:p>
            <a:fld id="{75EC4D74-3CE0-A14E-94A9-E88D6AC0C899}" type="slidenum">
              <a:rPr lang="en-US" smtClean="0"/>
              <a:t>5</a:t>
            </a:fld>
            <a:endParaRPr lang="en-US"/>
          </a:p>
        </p:txBody>
      </p:sp>
    </p:spTree>
    <p:extLst>
      <p:ext uri="{BB962C8B-B14F-4D97-AF65-F5344CB8AC3E}">
        <p14:creationId xmlns:p14="http://schemas.microsoft.com/office/powerpoint/2010/main" val="25186539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E9E2BFF-0B83-4EEC-B349-6032F0DFE8E4}"/>
              </a:ext>
            </a:extLst>
          </p:cNvPr>
          <p:cNvSpPr/>
          <p:nvPr userDrawn="1"/>
        </p:nvSpPr>
        <p:spPr>
          <a:xfrm rot="10800000">
            <a:off x="0" y="0"/>
            <a:ext cx="9144000" cy="5143500"/>
          </a:xfrm>
          <a:prstGeom prst="rect">
            <a:avLst/>
          </a:prstGeom>
          <a:gradFill flip="none" rotWithShape="1">
            <a:gsLst>
              <a:gs pos="0">
                <a:schemeClr val="bg2">
                  <a:lumMod val="50000"/>
                </a:schemeClr>
              </a:gs>
              <a:gs pos="62000">
                <a:srgbClr val="4EABD5">
                  <a:tint val="44500"/>
                  <a:satMod val="160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18"/>
          <p:cNvSpPr>
            <a:spLocks noGrp="1"/>
          </p:cNvSpPr>
          <p:nvPr>
            <p:ph type="body" sz="quarter" idx="10" hasCustomPrompt="1"/>
          </p:nvPr>
        </p:nvSpPr>
        <p:spPr>
          <a:xfrm>
            <a:off x="1728216" y="3295142"/>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a:t>Click to edit optional sub-header</a:t>
            </a:r>
            <a:br>
              <a:rPr lang="en-US"/>
            </a:br>
            <a:r>
              <a:rPr lang="en-US"/>
              <a:t>Arial, 12pt, sentence case</a:t>
            </a:r>
          </a:p>
        </p:txBody>
      </p:sp>
      <p:sp>
        <p:nvSpPr>
          <p:cNvPr id="9" name="Title 1"/>
          <p:cNvSpPr>
            <a:spLocks noGrp="1"/>
          </p:cNvSpPr>
          <p:nvPr>
            <p:ph type="title" hasCustomPrompt="1"/>
          </p:nvPr>
        </p:nvSpPr>
        <p:spPr>
          <a:xfrm>
            <a:off x="1728216" y="2230871"/>
            <a:ext cx="5687568" cy="952270"/>
          </a:xfrm>
          <a:prstGeom prst="rect">
            <a:avLst/>
          </a:prstGeom>
        </p:spPr>
        <p:txBody>
          <a:bodyPr anchor="b"/>
          <a:lstStyle>
            <a:lvl1pPr algn="ctr">
              <a:defRPr sz="2000" cap="all" baseline="0">
                <a:solidFill>
                  <a:schemeClr val="bg1"/>
                </a:solidFill>
              </a:defRPr>
            </a:lvl1pPr>
          </a:lstStyle>
          <a:p>
            <a:r>
              <a:rPr lang="en-US" dirty="0"/>
              <a:t>TITLE, ARIAL, 20PT, UPPERCASE</a:t>
            </a:r>
          </a:p>
        </p:txBody>
      </p:sp>
      <p:pic>
        <p:nvPicPr>
          <p:cNvPr id="4" name="Picture 3" descr="A picture containing drawing&#10;&#10;Description automatically generated">
            <a:extLst>
              <a:ext uri="{FF2B5EF4-FFF2-40B4-BE49-F238E27FC236}">
                <a16:creationId xmlns:a16="http://schemas.microsoft.com/office/drawing/2014/main" id="{68CD39B6-2E49-4642-967A-D62CD650C9F5}"/>
              </a:ext>
            </a:extLst>
          </p:cNvPr>
          <p:cNvPicPr>
            <a:picLocks noChangeAspect="1"/>
          </p:cNvPicPr>
          <p:nvPr userDrawn="1"/>
        </p:nvPicPr>
        <p:blipFill>
          <a:blip r:embed="rId2"/>
          <a:stretch>
            <a:fillRect/>
          </a:stretch>
        </p:blipFill>
        <p:spPr>
          <a:xfrm>
            <a:off x="4036022" y="424100"/>
            <a:ext cx="1071956" cy="137484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39970196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ivider-blu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1662544"/>
            <a:ext cx="9144000" cy="1715445"/>
          </a:xfrm>
          <a:prstGeom prst="rect">
            <a:avLst/>
          </a:prstGeom>
          <a:gradFill flip="none" rotWithShape="1">
            <a:gsLst>
              <a:gs pos="0">
                <a:schemeClr val="bg2">
                  <a:lumMod val="50000"/>
                </a:schemeClr>
              </a:gs>
              <a:gs pos="85000">
                <a:srgbClr val="4EABD5">
                  <a:tint val="44500"/>
                  <a:satMod val="160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1728216" y="2871807"/>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1728216" y="1807536"/>
            <a:ext cx="5687568" cy="952270"/>
          </a:xfrm>
          <a:prstGeom prst="rect">
            <a:avLst/>
          </a:prstGeom>
        </p:spPr>
        <p:txBody>
          <a:bodyPr anchor="b"/>
          <a:lstStyle>
            <a:lvl1pPr algn="ctr">
              <a:defRPr sz="2000" cap="all" baseline="0">
                <a:solidFill>
                  <a:schemeClr val="bg1"/>
                </a:solidFill>
              </a:defRPr>
            </a:lvl1pPr>
          </a:lstStyle>
          <a:p>
            <a:r>
              <a:rPr lang="en-US" dirty="0"/>
              <a:t>DIVIDER TITLE, ARIAL, 20PT, UPPERCASE</a:t>
            </a:r>
          </a:p>
        </p:txBody>
      </p:sp>
    </p:spTree>
    <p:extLst>
      <p:ext uri="{BB962C8B-B14F-4D97-AF65-F5344CB8AC3E}">
        <p14:creationId xmlns:p14="http://schemas.microsoft.com/office/powerpoint/2010/main" val="400873604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ivider-gra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1662544"/>
            <a:ext cx="9144000" cy="1715445"/>
          </a:xfrm>
          <a:prstGeom prst="rect">
            <a:avLst/>
          </a:prstGeom>
          <a:gradFill flip="none" rotWithShape="1">
            <a:gsLst>
              <a:gs pos="1000">
                <a:schemeClr val="tx1">
                  <a:lumMod val="50000"/>
                  <a:lumOff val="5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1728216" y="2871807"/>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1728216" y="1807536"/>
            <a:ext cx="5687568" cy="952270"/>
          </a:xfrm>
          <a:prstGeom prst="rect">
            <a:avLst/>
          </a:prstGeom>
        </p:spPr>
        <p:txBody>
          <a:bodyPr anchor="b"/>
          <a:lstStyle>
            <a:lvl1pPr algn="ctr">
              <a:defRPr sz="2000" cap="all" baseline="0">
                <a:solidFill>
                  <a:schemeClr val="bg1"/>
                </a:solidFill>
              </a:defRPr>
            </a:lvl1pPr>
          </a:lstStyle>
          <a:p>
            <a:r>
              <a:rPr lang="en-US" dirty="0"/>
              <a:t>DIVIDER TITLE, ARIAL, 20PT, UPPERCASE</a:t>
            </a:r>
          </a:p>
        </p:txBody>
      </p:sp>
    </p:spTree>
    <p:extLst>
      <p:ext uri="{BB962C8B-B14F-4D97-AF65-F5344CB8AC3E}">
        <p14:creationId xmlns:p14="http://schemas.microsoft.com/office/powerpoint/2010/main" val="2947379605"/>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blu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1662544"/>
            <a:ext cx="9144000" cy="1715445"/>
          </a:xfrm>
          <a:prstGeom prst="rect">
            <a:avLst/>
          </a:prstGeom>
          <a:gradFill flip="none" rotWithShape="1">
            <a:gsLst>
              <a:gs pos="0">
                <a:schemeClr val="bg2">
                  <a:lumMod val="50000"/>
                </a:schemeClr>
              </a:gs>
              <a:gs pos="85000">
                <a:srgbClr val="4EABD5">
                  <a:tint val="44500"/>
                  <a:satMod val="160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1728216" y="2871807"/>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1728216" y="1807536"/>
            <a:ext cx="5687568" cy="952270"/>
          </a:xfrm>
          <a:prstGeom prst="rect">
            <a:avLst/>
          </a:prstGeom>
        </p:spPr>
        <p:txBody>
          <a:bodyPr anchor="b"/>
          <a:lstStyle>
            <a:lvl1pPr algn="ctr">
              <a:defRPr sz="2000" cap="all" baseline="0">
                <a:solidFill>
                  <a:schemeClr val="bg1"/>
                </a:solidFill>
              </a:defRPr>
            </a:lvl1pPr>
          </a:lstStyle>
          <a:p>
            <a:r>
              <a:rPr lang="en-US" dirty="0"/>
              <a:t>DIVIDER TITLE, ARIAL, 20PT, UPPERCASE</a:t>
            </a:r>
          </a:p>
        </p:txBody>
      </p:sp>
      <p:pic>
        <p:nvPicPr>
          <p:cNvPr id="3" name="Picture 2" descr="A large building&#10;&#10;Description automatically generated">
            <a:extLst>
              <a:ext uri="{FF2B5EF4-FFF2-40B4-BE49-F238E27FC236}">
                <a16:creationId xmlns:a16="http://schemas.microsoft.com/office/drawing/2014/main" id="{0F5107FE-B099-49F5-9A06-956B06276127}"/>
              </a:ext>
            </a:extLst>
          </p:cNvPr>
          <p:cNvPicPr>
            <a:picLocks noChangeAspect="1"/>
          </p:cNvPicPr>
          <p:nvPr userDrawn="1"/>
        </p:nvPicPr>
        <p:blipFill>
          <a:blip r:embed="rId2">
            <a:alphaModFix amt="12000"/>
          </a:blip>
          <a:stretch>
            <a:fillRect/>
          </a:stretch>
        </p:blipFill>
        <p:spPr>
          <a:xfrm>
            <a:off x="1011690" y="302969"/>
            <a:ext cx="7120619" cy="4260503"/>
          </a:xfrm>
          <a:prstGeom prst="rect">
            <a:avLst/>
          </a:prstGeom>
        </p:spPr>
      </p:pic>
    </p:spTree>
    <p:extLst>
      <p:ext uri="{BB962C8B-B14F-4D97-AF65-F5344CB8AC3E}">
        <p14:creationId xmlns:p14="http://schemas.microsoft.com/office/powerpoint/2010/main" val="36062824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gra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1662544"/>
            <a:ext cx="9144000" cy="1715445"/>
          </a:xfrm>
          <a:prstGeom prst="rect">
            <a:avLst/>
          </a:prstGeom>
          <a:gradFill flip="none" rotWithShape="1">
            <a:gsLst>
              <a:gs pos="1000">
                <a:schemeClr val="tx1">
                  <a:lumMod val="50000"/>
                  <a:lumOff val="5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1728216" y="2871807"/>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1728216" y="1807536"/>
            <a:ext cx="5687568" cy="952270"/>
          </a:xfrm>
          <a:prstGeom prst="rect">
            <a:avLst/>
          </a:prstGeom>
        </p:spPr>
        <p:txBody>
          <a:bodyPr anchor="b"/>
          <a:lstStyle>
            <a:lvl1pPr algn="ctr">
              <a:defRPr sz="2000" cap="all" baseline="0">
                <a:solidFill>
                  <a:schemeClr val="bg1"/>
                </a:solidFill>
              </a:defRPr>
            </a:lvl1pPr>
          </a:lstStyle>
          <a:p>
            <a:r>
              <a:rPr lang="en-US" dirty="0"/>
              <a:t>DIVIDER TITLE, ARIAL, 20PT, UPPERCASE</a:t>
            </a:r>
          </a:p>
        </p:txBody>
      </p:sp>
      <p:pic>
        <p:nvPicPr>
          <p:cNvPr id="2" name="Picture 1" descr="A large building&#10;&#10;Description automatically generated">
            <a:extLst>
              <a:ext uri="{FF2B5EF4-FFF2-40B4-BE49-F238E27FC236}">
                <a16:creationId xmlns:a16="http://schemas.microsoft.com/office/drawing/2014/main" id="{E1234ECC-ADCC-46AC-9691-CE80D2E9AC5F}"/>
              </a:ext>
            </a:extLst>
          </p:cNvPr>
          <p:cNvPicPr>
            <a:picLocks noChangeAspect="1"/>
          </p:cNvPicPr>
          <p:nvPr userDrawn="1"/>
        </p:nvPicPr>
        <p:blipFill>
          <a:blip r:embed="rId2">
            <a:alphaModFix amt="12000"/>
          </a:blip>
          <a:stretch>
            <a:fillRect/>
          </a:stretch>
        </p:blipFill>
        <p:spPr>
          <a:xfrm>
            <a:off x="1011690" y="302969"/>
            <a:ext cx="7120619" cy="4260503"/>
          </a:xfrm>
          <a:prstGeom prst="rect">
            <a:avLst/>
          </a:prstGeom>
        </p:spPr>
      </p:pic>
    </p:spTree>
    <p:extLst>
      <p:ext uri="{BB962C8B-B14F-4D97-AF65-F5344CB8AC3E}">
        <p14:creationId xmlns:p14="http://schemas.microsoft.com/office/powerpoint/2010/main" val="145277668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bullet list">
    <p:spTree>
      <p:nvGrpSpPr>
        <p:cNvPr id="1" name=""/>
        <p:cNvGrpSpPr/>
        <p:nvPr/>
      </p:nvGrpSpPr>
      <p:grpSpPr>
        <a:xfrm>
          <a:off x="0" y="0"/>
          <a:ext cx="0" cy="0"/>
          <a:chOff x="0" y="0"/>
          <a:chExt cx="0" cy="0"/>
        </a:xfrm>
      </p:grpSpPr>
      <p:cxnSp>
        <p:nvCxnSpPr>
          <p:cNvPr id="13" name="Straight Connector 12"/>
          <p:cNvCxnSpPr/>
          <p:nvPr userDrawn="1"/>
        </p:nvCxnSpPr>
        <p:spPr>
          <a:xfrm>
            <a:off x="2793883" y="868296"/>
            <a:ext cx="0" cy="3216977"/>
          </a:xfrm>
          <a:prstGeom prst="line">
            <a:avLst/>
          </a:prstGeom>
          <a:ln w="19050">
            <a:solidFill>
              <a:srgbClr val="CDCDCD"/>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2793883" y="1020696"/>
            <a:ext cx="0" cy="3216977"/>
          </a:xfrm>
          <a:prstGeom prst="line">
            <a:avLst/>
          </a:prstGeom>
          <a:ln w="19050">
            <a:solidFill>
              <a:srgbClr val="CDCDCD"/>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userDrawn="1"/>
        </p:nvSpPr>
        <p:spPr>
          <a:xfrm>
            <a:off x="509695" y="2243735"/>
            <a:ext cx="2098939" cy="584775"/>
          </a:xfrm>
          <a:prstGeom prst="rect">
            <a:avLst/>
          </a:prstGeom>
          <a:noFill/>
        </p:spPr>
        <p:txBody>
          <a:bodyPr wrap="square" rtlCol="0">
            <a:spAutoFit/>
          </a:bodyPr>
          <a:lstStyle/>
          <a:p>
            <a:pPr algn="ctr"/>
            <a:r>
              <a:rPr lang="en-US" sz="3200">
                <a:solidFill>
                  <a:srgbClr val="2597CB"/>
                </a:solidFill>
              </a:rPr>
              <a:t>AGENDA</a:t>
            </a:r>
            <a:endParaRPr lang="en-US" sz="3200">
              <a:solidFill>
                <a:srgbClr val="2597CB"/>
              </a:solidFill>
              <a:latin typeface="Arial" panose="020B0604020202020204" pitchFamily="34" charset="0"/>
            </a:endParaRPr>
          </a:p>
        </p:txBody>
      </p:sp>
      <p:sp>
        <p:nvSpPr>
          <p:cNvPr id="5" name="Text Placeholder 4"/>
          <p:cNvSpPr>
            <a:spLocks noGrp="1"/>
          </p:cNvSpPr>
          <p:nvPr>
            <p:ph type="body" sz="quarter" idx="13"/>
          </p:nvPr>
        </p:nvSpPr>
        <p:spPr>
          <a:xfrm>
            <a:off x="3233738" y="1075638"/>
            <a:ext cx="5203825" cy="3162035"/>
          </a:xfrm>
        </p:spPr>
        <p:txBody>
          <a:bodyPr/>
          <a:lstStyle>
            <a:lvl1pPr>
              <a:buClr>
                <a:srgbClr val="2597CB"/>
              </a:buClr>
              <a:defRPr>
                <a:solidFill>
                  <a:srgbClr val="414042"/>
                </a:solidFill>
              </a:defRPr>
            </a:lvl1pPr>
            <a:lvl2pPr>
              <a:buClr>
                <a:srgbClr val="2597CB"/>
              </a:buClr>
              <a:defRPr>
                <a:solidFill>
                  <a:srgbClr val="414042"/>
                </a:solidFill>
              </a:defRPr>
            </a:lvl2pPr>
            <a:lvl3pPr>
              <a:buClr>
                <a:srgbClr val="2597CB"/>
              </a:buClr>
              <a:defRPr>
                <a:solidFill>
                  <a:srgbClr val="414042"/>
                </a:solidFill>
              </a:defRPr>
            </a:lvl3pPr>
            <a:lvl4pPr>
              <a:buClr>
                <a:srgbClr val="2597CB"/>
              </a:buClr>
              <a:defRPr/>
            </a:lvl4pPr>
            <a:lvl5pPr>
              <a:buClr>
                <a:srgbClr val="2597CB"/>
              </a:buClr>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591587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col bullets">
    <p:spTree>
      <p:nvGrpSpPr>
        <p:cNvPr id="1" name=""/>
        <p:cNvGrpSpPr/>
        <p:nvPr/>
      </p:nvGrpSpPr>
      <p:grpSpPr>
        <a:xfrm>
          <a:off x="0" y="0"/>
          <a:ext cx="0" cy="0"/>
          <a:chOff x="0" y="0"/>
          <a:chExt cx="0" cy="0"/>
        </a:xfrm>
      </p:grpSpPr>
      <p:sp>
        <p:nvSpPr>
          <p:cNvPr id="4" name="Text Placeholder 3"/>
          <p:cNvSpPr>
            <a:spLocks noGrp="1"/>
          </p:cNvSpPr>
          <p:nvPr>
            <p:ph type="body" sz="quarter" idx="18" hasCustomPrompt="1"/>
          </p:nvPr>
        </p:nvSpPr>
        <p:spPr>
          <a:xfrm>
            <a:off x="692306" y="865565"/>
            <a:ext cx="7746421" cy="3554299"/>
          </a:xfrm>
          <a:prstGeom prst="rect">
            <a:avLst/>
          </a:prstGeom>
        </p:spPr>
        <p:txBody>
          <a:bodyPr lIns="0" tIns="0" rIns="0" bIns="0"/>
          <a:lstStyle>
            <a:lvl1pPr marL="228600" marR="0" indent="-228600" algn="l" defTabSz="914400" rtl="0" eaLnBrk="1" fontAlgn="auto" latinLnBrk="0" hangingPunct="1">
              <a:lnSpc>
                <a:spcPct val="90000"/>
              </a:lnSpc>
              <a:spcBef>
                <a:spcPts val="1000"/>
              </a:spcBef>
              <a:spcAft>
                <a:spcPts val="0"/>
              </a:spcAft>
              <a:buClr>
                <a:schemeClr val="accent3"/>
              </a:buClr>
              <a:buSzPct val="140000"/>
              <a:buFont typeface="Arial"/>
              <a:buChar char="•"/>
              <a:tabLst/>
              <a:defRPr baseline="0"/>
            </a:lvl1pPr>
            <a:lvl2pPr marL="685800" marR="0" indent="-228600" algn="l" defTabSz="914400" rtl="0" eaLnBrk="1" fontAlgn="auto" latinLnBrk="0" hangingPunct="1">
              <a:lnSpc>
                <a:spcPct val="90000"/>
              </a:lnSpc>
              <a:spcBef>
                <a:spcPts val="500"/>
              </a:spcBef>
              <a:spcAft>
                <a:spcPts val="0"/>
              </a:spcAft>
              <a:buClr>
                <a:schemeClr val="accent3"/>
              </a:buClr>
              <a:buSzTx/>
              <a:buFont typeface="Courier New" charset="0"/>
              <a:buChar char="o"/>
              <a:tabLst/>
              <a:defRPr baseline="0"/>
            </a:lvl2pPr>
            <a:lvl3pPr marL="11430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3pPr>
            <a:lvl4pPr marL="1600200" marR="0" indent="-228600" algn="l" defTabSz="914400" rtl="0" eaLnBrk="1" fontAlgn="auto" latinLnBrk="0" hangingPunct="1">
              <a:lnSpc>
                <a:spcPct val="90000"/>
              </a:lnSpc>
              <a:spcBef>
                <a:spcPts val="500"/>
              </a:spcBef>
              <a:spcAft>
                <a:spcPts val="0"/>
              </a:spcAft>
              <a:buClr>
                <a:schemeClr val="accent3"/>
              </a:buClr>
              <a:buSzPct val="60000"/>
              <a:buFont typeface="Courier New" charset="0"/>
              <a:buChar char="o"/>
              <a:tabLst/>
              <a:defRPr baseline="0"/>
            </a:lvl4pPr>
            <a:lvl5pPr marL="20574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5pPr>
          </a:lstStyle>
          <a:p>
            <a:pPr lvl="0"/>
            <a:r>
              <a:rPr lang="en-US" dirty="0"/>
              <a:t>Click to edit Master text styles</a:t>
            </a:r>
          </a:p>
          <a:p>
            <a:pPr lvl="1"/>
            <a:r>
              <a:rPr lang="en-US" dirty="0"/>
              <a:t>Second level</a:t>
            </a:r>
          </a:p>
          <a:p>
            <a:pPr lvl="2"/>
            <a:r>
              <a:rPr lang="en-US" dirty="0"/>
              <a:t>Third level</a:t>
            </a:r>
          </a:p>
        </p:txBody>
      </p:sp>
      <p:sp>
        <p:nvSpPr>
          <p:cNvPr id="5" name="Title 9"/>
          <p:cNvSpPr>
            <a:spLocks noGrp="1"/>
          </p:cNvSpPr>
          <p:nvPr>
            <p:ph type="title" hasCustomPrompt="1"/>
          </p:nvPr>
        </p:nvSpPr>
        <p:spPr>
          <a:xfrm>
            <a:off x="692306" y="139129"/>
            <a:ext cx="7739647" cy="382198"/>
          </a:xfrm>
          <a:prstGeom prst="rect">
            <a:avLst/>
          </a:prstGeom>
        </p:spPr>
        <p:txBody>
          <a:bodyPr lIns="0">
            <a:noAutofit/>
          </a:bodyPr>
          <a:lstStyle>
            <a:lvl1pPr>
              <a:defRPr sz="2000" baseline="0">
                <a:solidFill>
                  <a:srgbClr val="414042"/>
                </a:solidFill>
              </a:defRPr>
            </a:lvl1pPr>
          </a:lstStyle>
          <a:p>
            <a:r>
              <a:rPr lang="en-US" dirty="0"/>
              <a:t>Click to Add Title – Use Title Case, No More than Two Lines</a:t>
            </a:r>
          </a:p>
        </p:txBody>
      </p:sp>
      <p:cxnSp>
        <p:nvCxnSpPr>
          <p:cNvPr id="8" name="Straight Connector 7">
            <a:extLst>
              <a:ext uri="{FF2B5EF4-FFF2-40B4-BE49-F238E27FC236}">
                <a16:creationId xmlns:a16="http://schemas.microsoft.com/office/drawing/2014/main" id="{065853EB-037E-4664-B8C6-47A825981E1A}"/>
              </a:ext>
            </a:extLst>
          </p:cNvPr>
          <p:cNvCxnSpPr>
            <a:cxnSpLocks/>
          </p:cNvCxnSpPr>
          <p:nvPr userDrawn="1"/>
        </p:nvCxnSpPr>
        <p:spPr>
          <a:xfrm>
            <a:off x="695833" y="684557"/>
            <a:ext cx="7752333"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0037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col blue subtitle">
    <p:spTree>
      <p:nvGrpSpPr>
        <p:cNvPr id="1" name=""/>
        <p:cNvGrpSpPr/>
        <p:nvPr/>
      </p:nvGrpSpPr>
      <p:grpSpPr>
        <a:xfrm>
          <a:off x="0" y="0"/>
          <a:ext cx="0" cy="0"/>
          <a:chOff x="0" y="0"/>
          <a:chExt cx="0" cy="0"/>
        </a:xfrm>
      </p:grpSpPr>
      <p:sp>
        <p:nvSpPr>
          <p:cNvPr id="5" name="Text Placeholder 4"/>
          <p:cNvSpPr>
            <a:spLocks noGrp="1"/>
          </p:cNvSpPr>
          <p:nvPr>
            <p:ph type="body" sz="quarter" idx="10" hasCustomPrompt="1"/>
          </p:nvPr>
        </p:nvSpPr>
        <p:spPr>
          <a:xfrm>
            <a:off x="692306" y="866121"/>
            <a:ext cx="7765894" cy="237970"/>
          </a:xfrm>
          <a:prstGeom prst="rect">
            <a:avLst/>
          </a:prstGeom>
        </p:spPr>
        <p:txBody>
          <a:bodyPr>
            <a:noAutofit/>
          </a:bodyPr>
          <a:lstStyle>
            <a:lvl1pPr marL="0" indent="0">
              <a:spcBef>
                <a:spcPts val="0"/>
              </a:spcBef>
              <a:buNone/>
              <a:defRPr sz="1600" b="0">
                <a:solidFill>
                  <a:schemeClr val="accent3"/>
                </a:solidFill>
              </a:defRPr>
            </a:lvl1pPr>
          </a:lstStyle>
          <a:p>
            <a:pPr lvl="0"/>
            <a:r>
              <a:rPr lang="en-US" dirty="0"/>
              <a:t>Click to enter subtitle</a:t>
            </a:r>
          </a:p>
        </p:txBody>
      </p:sp>
      <p:sp>
        <p:nvSpPr>
          <p:cNvPr id="9" name="Text Placeholder 3">
            <a:extLst>
              <a:ext uri="{FF2B5EF4-FFF2-40B4-BE49-F238E27FC236}">
                <a16:creationId xmlns:a16="http://schemas.microsoft.com/office/drawing/2014/main" id="{FC134C1F-53DF-43C2-AF4D-EE37600EC2CB}"/>
              </a:ext>
            </a:extLst>
          </p:cNvPr>
          <p:cNvSpPr>
            <a:spLocks noGrp="1"/>
          </p:cNvSpPr>
          <p:nvPr>
            <p:ph type="body" sz="quarter" idx="18" hasCustomPrompt="1"/>
          </p:nvPr>
        </p:nvSpPr>
        <p:spPr>
          <a:xfrm>
            <a:off x="692306" y="1207501"/>
            <a:ext cx="7746421" cy="3245229"/>
          </a:xfrm>
          <a:prstGeom prst="rect">
            <a:avLst/>
          </a:prstGeom>
        </p:spPr>
        <p:txBody>
          <a:bodyPr lIns="0" tIns="0" rIns="0" bIns="0"/>
          <a:lstStyle>
            <a:lvl1pPr marL="228600" marR="0" indent="-228600" algn="l" defTabSz="914400" rtl="0" eaLnBrk="1" fontAlgn="auto" latinLnBrk="0" hangingPunct="1">
              <a:lnSpc>
                <a:spcPct val="90000"/>
              </a:lnSpc>
              <a:spcBef>
                <a:spcPts val="1000"/>
              </a:spcBef>
              <a:spcAft>
                <a:spcPts val="0"/>
              </a:spcAft>
              <a:buClr>
                <a:schemeClr val="accent3"/>
              </a:buClr>
              <a:buSzPct val="140000"/>
              <a:buFont typeface="Arial"/>
              <a:buChar char="•"/>
              <a:tabLst/>
              <a:defRPr baseline="0"/>
            </a:lvl1pPr>
            <a:lvl2pPr marL="685800" marR="0" indent="-228600" algn="l" defTabSz="914400" rtl="0" eaLnBrk="1" fontAlgn="auto" latinLnBrk="0" hangingPunct="1">
              <a:lnSpc>
                <a:spcPct val="90000"/>
              </a:lnSpc>
              <a:spcBef>
                <a:spcPts val="500"/>
              </a:spcBef>
              <a:spcAft>
                <a:spcPts val="0"/>
              </a:spcAft>
              <a:buClr>
                <a:schemeClr val="accent3"/>
              </a:buClr>
              <a:buSzTx/>
              <a:buFont typeface="Courier New" charset="0"/>
              <a:buChar char="o"/>
              <a:tabLst/>
              <a:defRPr baseline="0"/>
            </a:lvl2pPr>
            <a:lvl3pPr marL="11430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3pPr>
            <a:lvl4pPr marL="1600200" marR="0" indent="-228600" algn="l" defTabSz="914400" rtl="0" eaLnBrk="1" fontAlgn="auto" latinLnBrk="0" hangingPunct="1">
              <a:lnSpc>
                <a:spcPct val="90000"/>
              </a:lnSpc>
              <a:spcBef>
                <a:spcPts val="500"/>
              </a:spcBef>
              <a:spcAft>
                <a:spcPts val="0"/>
              </a:spcAft>
              <a:buClr>
                <a:schemeClr val="accent3"/>
              </a:buClr>
              <a:buSzPct val="60000"/>
              <a:buFont typeface="Courier New" charset="0"/>
              <a:buChar char="o"/>
              <a:tabLst/>
              <a:defRPr baseline="0"/>
            </a:lvl4pPr>
            <a:lvl5pPr marL="20574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5pPr>
          </a:lstStyle>
          <a:p>
            <a:pPr lvl="0"/>
            <a:r>
              <a:rPr lang="en-US"/>
              <a:t>Select &amp; type to begin bullet list</a:t>
            </a:r>
          </a:p>
          <a:p>
            <a:pPr lvl="1"/>
            <a:r>
              <a:rPr lang="en-US"/>
              <a:t>Second level</a:t>
            </a:r>
          </a:p>
          <a:p>
            <a:pPr lvl="2"/>
            <a:r>
              <a:rPr lang="en-US"/>
              <a:t>Third level</a:t>
            </a:r>
          </a:p>
        </p:txBody>
      </p:sp>
      <p:sp>
        <p:nvSpPr>
          <p:cNvPr id="15" name="Title 9"/>
          <p:cNvSpPr>
            <a:spLocks noGrp="1"/>
          </p:cNvSpPr>
          <p:nvPr>
            <p:ph type="title" hasCustomPrompt="1"/>
          </p:nvPr>
        </p:nvSpPr>
        <p:spPr>
          <a:xfrm>
            <a:off x="692306" y="139129"/>
            <a:ext cx="7739647" cy="382198"/>
          </a:xfrm>
          <a:prstGeom prst="rect">
            <a:avLst/>
          </a:prstGeom>
        </p:spPr>
        <p:txBody>
          <a:bodyPr lIns="0">
            <a:noAutofit/>
          </a:bodyPr>
          <a:lstStyle>
            <a:lvl1pPr>
              <a:defRPr sz="2000" baseline="0">
                <a:solidFill>
                  <a:srgbClr val="414042"/>
                </a:solidFill>
              </a:defRPr>
            </a:lvl1pPr>
          </a:lstStyle>
          <a:p>
            <a:r>
              <a:rPr lang="en-US" dirty="0"/>
              <a:t>Click to Add Title – Use Title Case, No More than Two Lines</a:t>
            </a:r>
          </a:p>
        </p:txBody>
      </p:sp>
      <p:cxnSp>
        <p:nvCxnSpPr>
          <p:cNvPr id="11" name="Straight Connector 10">
            <a:extLst>
              <a:ext uri="{FF2B5EF4-FFF2-40B4-BE49-F238E27FC236}">
                <a16:creationId xmlns:a16="http://schemas.microsoft.com/office/drawing/2014/main" id="{AFDCBBB4-8E3B-4C61-976E-98D52FE44A29}"/>
              </a:ext>
            </a:extLst>
          </p:cNvPr>
          <p:cNvCxnSpPr>
            <a:cxnSpLocks/>
          </p:cNvCxnSpPr>
          <p:nvPr userDrawn="1"/>
        </p:nvCxnSpPr>
        <p:spPr>
          <a:xfrm>
            <a:off x="695833" y="684557"/>
            <a:ext cx="7752333"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3419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column bullets">
    <p:spTree>
      <p:nvGrpSpPr>
        <p:cNvPr id="1" name=""/>
        <p:cNvGrpSpPr/>
        <p:nvPr/>
      </p:nvGrpSpPr>
      <p:grpSpPr>
        <a:xfrm>
          <a:off x="0" y="0"/>
          <a:ext cx="0" cy="0"/>
          <a:chOff x="0" y="0"/>
          <a:chExt cx="0" cy="0"/>
        </a:xfrm>
      </p:grpSpPr>
      <p:sp>
        <p:nvSpPr>
          <p:cNvPr id="12" name="Title 9"/>
          <p:cNvSpPr>
            <a:spLocks noGrp="1"/>
          </p:cNvSpPr>
          <p:nvPr>
            <p:ph type="title" hasCustomPrompt="1"/>
          </p:nvPr>
        </p:nvSpPr>
        <p:spPr>
          <a:xfrm>
            <a:off x="692306" y="139129"/>
            <a:ext cx="7739647" cy="382198"/>
          </a:xfrm>
          <a:prstGeom prst="rect">
            <a:avLst/>
          </a:prstGeom>
        </p:spPr>
        <p:txBody>
          <a:bodyPr lIns="0">
            <a:noAutofit/>
          </a:bodyPr>
          <a:lstStyle>
            <a:lvl1pPr>
              <a:defRPr sz="2000" baseline="0">
                <a:solidFill>
                  <a:srgbClr val="414042"/>
                </a:solidFill>
              </a:defRPr>
            </a:lvl1pPr>
          </a:lstStyle>
          <a:p>
            <a:r>
              <a:rPr lang="en-US" dirty="0"/>
              <a:t>Click to Add Title – Use Title Case, No More than Two Lines</a:t>
            </a:r>
          </a:p>
        </p:txBody>
      </p:sp>
      <p:sp>
        <p:nvSpPr>
          <p:cNvPr id="15" name="Text Placeholder 3">
            <a:extLst>
              <a:ext uri="{FF2B5EF4-FFF2-40B4-BE49-F238E27FC236}">
                <a16:creationId xmlns:a16="http://schemas.microsoft.com/office/drawing/2014/main" id="{DAC10F0B-0123-4229-8555-D91EFBF8221C}"/>
              </a:ext>
            </a:extLst>
          </p:cNvPr>
          <p:cNvSpPr>
            <a:spLocks noGrp="1"/>
          </p:cNvSpPr>
          <p:nvPr>
            <p:ph type="body" sz="quarter" idx="18" hasCustomPrompt="1"/>
          </p:nvPr>
        </p:nvSpPr>
        <p:spPr>
          <a:xfrm>
            <a:off x="692307" y="865565"/>
            <a:ext cx="3794760" cy="3554299"/>
          </a:xfrm>
          <a:prstGeom prst="rect">
            <a:avLst/>
          </a:prstGeom>
        </p:spPr>
        <p:txBody>
          <a:bodyPr lIns="0" tIns="0" rIns="0" bIns="0"/>
          <a:lstStyle>
            <a:lvl1pPr marL="228600" marR="0" indent="-228600" algn="l" defTabSz="914400" rtl="0" eaLnBrk="1" fontAlgn="auto" latinLnBrk="0" hangingPunct="1">
              <a:lnSpc>
                <a:spcPct val="90000"/>
              </a:lnSpc>
              <a:spcBef>
                <a:spcPts val="1000"/>
              </a:spcBef>
              <a:spcAft>
                <a:spcPts val="0"/>
              </a:spcAft>
              <a:buClr>
                <a:schemeClr val="accent3"/>
              </a:buClr>
              <a:buSzPct val="140000"/>
              <a:buFont typeface="Arial"/>
              <a:buChar char="•"/>
              <a:tabLst/>
              <a:defRPr baseline="0"/>
            </a:lvl1pPr>
            <a:lvl2pPr marL="685800" marR="0" indent="-228600" algn="l" defTabSz="914400" rtl="0" eaLnBrk="1" fontAlgn="auto" latinLnBrk="0" hangingPunct="1">
              <a:lnSpc>
                <a:spcPct val="90000"/>
              </a:lnSpc>
              <a:spcBef>
                <a:spcPts val="500"/>
              </a:spcBef>
              <a:spcAft>
                <a:spcPts val="0"/>
              </a:spcAft>
              <a:buClr>
                <a:schemeClr val="accent3"/>
              </a:buClr>
              <a:buSzTx/>
              <a:buFont typeface="Courier New" charset="0"/>
              <a:buChar char="o"/>
              <a:tabLst/>
              <a:defRPr baseline="0"/>
            </a:lvl2pPr>
            <a:lvl3pPr marL="11430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3pPr>
            <a:lvl4pPr marL="1600200" marR="0" indent="-228600" algn="l" defTabSz="914400" rtl="0" eaLnBrk="1" fontAlgn="auto" latinLnBrk="0" hangingPunct="1">
              <a:lnSpc>
                <a:spcPct val="90000"/>
              </a:lnSpc>
              <a:spcBef>
                <a:spcPts val="500"/>
              </a:spcBef>
              <a:spcAft>
                <a:spcPts val="0"/>
              </a:spcAft>
              <a:buClr>
                <a:schemeClr val="accent3"/>
              </a:buClr>
              <a:buSzPct val="60000"/>
              <a:buFont typeface="Courier New" charset="0"/>
              <a:buChar char="o"/>
              <a:tabLst/>
              <a:defRPr baseline="0"/>
            </a:lvl4pPr>
            <a:lvl5pPr marL="20574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5pPr>
          </a:lstStyle>
          <a:p>
            <a:pPr lvl="0"/>
            <a:r>
              <a:rPr lang="en-US" dirty="0"/>
              <a:t>Click to edit Master text styles</a:t>
            </a:r>
          </a:p>
          <a:p>
            <a:pPr lvl="1"/>
            <a:r>
              <a:rPr lang="en-US" dirty="0"/>
              <a:t>Second level</a:t>
            </a:r>
          </a:p>
          <a:p>
            <a:pPr lvl="2"/>
            <a:r>
              <a:rPr lang="en-US" dirty="0"/>
              <a:t>Third level</a:t>
            </a:r>
          </a:p>
        </p:txBody>
      </p:sp>
      <p:sp>
        <p:nvSpPr>
          <p:cNvPr id="16" name="Text Placeholder 3">
            <a:extLst>
              <a:ext uri="{FF2B5EF4-FFF2-40B4-BE49-F238E27FC236}">
                <a16:creationId xmlns:a16="http://schemas.microsoft.com/office/drawing/2014/main" id="{C0598F9A-D406-4367-9FD6-44DB1EEC8496}"/>
              </a:ext>
            </a:extLst>
          </p:cNvPr>
          <p:cNvSpPr>
            <a:spLocks noGrp="1"/>
          </p:cNvSpPr>
          <p:nvPr>
            <p:ph type="body" sz="quarter" idx="19" hasCustomPrompt="1"/>
          </p:nvPr>
        </p:nvSpPr>
        <p:spPr>
          <a:xfrm>
            <a:off x="4652151" y="857250"/>
            <a:ext cx="3794760" cy="3554299"/>
          </a:xfrm>
          <a:prstGeom prst="rect">
            <a:avLst/>
          </a:prstGeom>
        </p:spPr>
        <p:txBody>
          <a:bodyPr lIns="0" tIns="0" rIns="0" bIns="0"/>
          <a:lstStyle>
            <a:lvl1pPr marL="228600" marR="0" indent="-228600" algn="l" defTabSz="914400" rtl="0" eaLnBrk="1" fontAlgn="auto" latinLnBrk="0" hangingPunct="1">
              <a:lnSpc>
                <a:spcPct val="90000"/>
              </a:lnSpc>
              <a:spcBef>
                <a:spcPts val="1000"/>
              </a:spcBef>
              <a:spcAft>
                <a:spcPts val="0"/>
              </a:spcAft>
              <a:buClr>
                <a:schemeClr val="accent3"/>
              </a:buClr>
              <a:buSzPct val="140000"/>
              <a:buFont typeface="Arial"/>
              <a:buChar char="•"/>
              <a:tabLst/>
              <a:defRPr baseline="0"/>
            </a:lvl1pPr>
            <a:lvl2pPr marL="685800" marR="0" indent="-228600" algn="l" defTabSz="914400" rtl="0" eaLnBrk="1" fontAlgn="auto" latinLnBrk="0" hangingPunct="1">
              <a:lnSpc>
                <a:spcPct val="90000"/>
              </a:lnSpc>
              <a:spcBef>
                <a:spcPts val="500"/>
              </a:spcBef>
              <a:spcAft>
                <a:spcPts val="0"/>
              </a:spcAft>
              <a:buClr>
                <a:schemeClr val="accent3"/>
              </a:buClr>
              <a:buSzTx/>
              <a:buFont typeface="Courier New" charset="0"/>
              <a:buChar char="o"/>
              <a:tabLst/>
              <a:defRPr baseline="0"/>
            </a:lvl2pPr>
            <a:lvl3pPr marL="11430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3pPr>
            <a:lvl4pPr marL="1600200" marR="0" indent="-228600" algn="l" defTabSz="914400" rtl="0" eaLnBrk="1" fontAlgn="auto" latinLnBrk="0" hangingPunct="1">
              <a:lnSpc>
                <a:spcPct val="90000"/>
              </a:lnSpc>
              <a:spcBef>
                <a:spcPts val="500"/>
              </a:spcBef>
              <a:spcAft>
                <a:spcPts val="0"/>
              </a:spcAft>
              <a:buClr>
                <a:schemeClr val="accent3"/>
              </a:buClr>
              <a:buSzPct val="60000"/>
              <a:buFont typeface="Courier New" charset="0"/>
              <a:buChar char="o"/>
              <a:tabLst/>
              <a:defRPr baseline="0"/>
            </a:lvl4pPr>
            <a:lvl5pPr marL="20574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5pPr>
          </a:lstStyle>
          <a:p>
            <a:pPr lvl="0"/>
            <a:r>
              <a:rPr lang="en-US"/>
              <a:t>Click to edit Master text styles</a:t>
            </a:r>
          </a:p>
          <a:p>
            <a:pPr lvl="1"/>
            <a:r>
              <a:rPr lang="en-US"/>
              <a:t>Second level</a:t>
            </a:r>
          </a:p>
          <a:p>
            <a:pPr lvl="2"/>
            <a:r>
              <a:rPr lang="en-US"/>
              <a:t>Third level</a:t>
            </a:r>
          </a:p>
        </p:txBody>
      </p:sp>
      <p:cxnSp>
        <p:nvCxnSpPr>
          <p:cNvPr id="9" name="Straight Connector 8">
            <a:extLst>
              <a:ext uri="{FF2B5EF4-FFF2-40B4-BE49-F238E27FC236}">
                <a16:creationId xmlns:a16="http://schemas.microsoft.com/office/drawing/2014/main" id="{AB59BEE1-BB1C-456A-8CAB-34661D039C71}"/>
              </a:ext>
            </a:extLst>
          </p:cNvPr>
          <p:cNvCxnSpPr>
            <a:cxnSpLocks/>
          </p:cNvCxnSpPr>
          <p:nvPr userDrawn="1"/>
        </p:nvCxnSpPr>
        <p:spPr>
          <a:xfrm>
            <a:off x="695833" y="684557"/>
            <a:ext cx="7752333"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2-column bullets">
    <p:spTree>
      <p:nvGrpSpPr>
        <p:cNvPr id="1" name=""/>
        <p:cNvGrpSpPr/>
        <p:nvPr/>
      </p:nvGrpSpPr>
      <p:grpSpPr>
        <a:xfrm>
          <a:off x="0" y="0"/>
          <a:ext cx="0" cy="0"/>
          <a:chOff x="0" y="0"/>
          <a:chExt cx="0" cy="0"/>
        </a:xfrm>
      </p:grpSpPr>
      <p:sp>
        <p:nvSpPr>
          <p:cNvPr id="12" name="Title 9"/>
          <p:cNvSpPr>
            <a:spLocks noGrp="1"/>
          </p:cNvSpPr>
          <p:nvPr>
            <p:ph type="title" hasCustomPrompt="1"/>
          </p:nvPr>
        </p:nvSpPr>
        <p:spPr>
          <a:xfrm>
            <a:off x="692306" y="139129"/>
            <a:ext cx="7739647" cy="382198"/>
          </a:xfrm>
          <a:prstGeom prst="rect">
            <a:avLst/>
          </a:prstGeom>
        </p:spPr>
        <p:txBody>
          <a:bodyPr lIns="0">
            <a:noAutofit/>
          </a:bodyPr>
          <a:lstStyle>
            <a:lvl1pPr>
              <a:defRPr sz="2000" baseline="0">
                <a:solidFill>
                  <a:srgbClr val="414042"/>
                </a:solidFill>
              </a:defRPr>
            </a:lvl1pPr>
          </a:lstStyle>
          <a:p>
            <a:r>
              <a:rPr lang="en-US" dirty="0"/>
              <a:t>Click to Add Title – Use Title Case, No More than Two Lines</a:t>
            </a:r>
          </a:p>
        </p:txBody>
      </p:sp>
      <p:cxnSp>
        <p:nvCxnSpPr>
          <p:cNvPr id="9" name="Straight Connector 8">
            <a:extLst>
              <a:ext uri="{FF2B5EF4-FFF2-40B4-BE49-F238E27FC236}">
                <a16:creationId xmlns:a16="http://schemas.microsoft.com/office/drawing/2014/main" id="{AB59BEE1-BB1C-456A-8CAB-34661D039C71}"/>
              </a:ext>
            </a:extLst>
          </p:cNvPr>
          <p:cNvCxnSpPr>
            <a:cxnSpLocks/>
          </p:cNvCxnSpPr>
          <p:nvPr userDrawn="1"/>
        </p:nvCxnSpPr>
        <p:spPr>
          <a:xfrm>
            <a:off x="695833" y="684557"/>
            <a:ext cx="7752333"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6703437"/>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3384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BDFE816-852F-4EC5-8BA8-2C49BCA56D83}"/>
              </a:ext>
            </a:extLst>
          </p:cNvPr>
          <p:cNvSpPr/>
          <p:nvPr userDrawn="1"/>
        </p:nvSpPr>
        <p:spPr>
          <a:xfrm>
            <a:off x="0" y="4827579"/>
            <a:ext cx="9144000" cy="323236"/>
          </a:xfrm>
          <a:prstGeom prst="rect">
            <a:avLst/>
          </a:prstGeom>
          <a:solidFill>
            <a:srgbClr val="DBDA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694944" y="164592"/>
            <a:ext cx="7735824" cy="384048"/>
          </a:xfrm>
          <a:prstGeom prst="rect">
            <a:avLst/>
          </a:prstGeom>
        </p:spPr>
        <p:txBody>
          <a:bodyPr vert="horz" lIns="0" tIns="0" rIns="0" bIns="0" rtlCol="0" anchor="ctr">
            <a:noAutofit/>
          </a:bodyPr>
          <a:lstStyle/>
          <a:p>
            <a:r>
              <a:rPr lang="en-US" dirty="0"/>
              <a:t>Click to edit Master title style42</a:t>
            </a:r>
          </a:p>
        </p:txBody>
      </p:sp>
      <p:sp>
        <p:nvSpPr>
          <p:cNvPr id="24" name="Text Placeholder 23"/>
          <p:cNvSpPr>
            <a:spLocks noGrp="1"/>
          </p:cNvSpPr>
          <p:nvPr>
            <p:ph type="body" idx="1"/>
          </p:nvPr>
        </p:nvSpPr>
        <p:spPr>
          <a:xfrm>
            <a:off x="685800" y="865565"/>
            <a:ext cx="7759699" cy="3766760"/>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6" name="TextBox 5">
            <a:extLst>
              <a:ext uri="{FF2B5EF4-FFF2-40B4-BE49-F238E27FC236}">
                <a16:creationId xmlns:a16="http://schemas.microsoft.com/office/drawing/2014/main" id="{ED650B3E-7DA0-47E4-9748-B24A0208F1CA}"/>
              </a:ext>
            </a:extLst>
          </p:cNvPr>
          <p:cNvSpPr txBox="1"/>
          <p:nvPr userDrawn="1"/>
        </p:nvSpPr>
        <p:spPr>
          <a:xfrm>
            <a:off x="8360163" y="4923587"/>
            <a:ext cx="496793" cy="110639"/>
          </a:xfrm>
          <a:prstGeom prst="rect">
            <a:avLst/>
          </a:prstGeom>
          <a:noFill/>
        </p:spPr>
        <p:txBody>
          <a:bodyPr wrap="square" lIns="0" tIns="0" rIns="0" bIns="0" rtlCol="0">
            <a:spAutoFit/>
          </a:bodyPr>
          <a:lstStyle/>
          <a:p>
            <a:pPr algn="r"/>
            <a:fld id="{198DCDC1-55DC-4367-A313-31C40E88617A}" type="slidenum">
              <a:rPr lang="en-US" sz="700" smtClean="0">
                <a:solidFill>
                  <a:srgbClr val="414042"/>
                </a:solidFill>
              </a:rPr>
              <a:t>‹#›</a:t>
            </a:fld>
            <a:endParaRPr lang="en-US" sz="700" dirty="0">
              <a:solidFill>
                <a:srgbClr val="414042"/>
              </a:solidFill>
            </a:endParaRPr>
          </a:p>
        </p:txBody>
      </p:sp>
      <p:sp>
        <p:nvSpPr>
          <p:cNvPr id="4" name="TextBox 3">
            <a:extLst>
              <a:ext uri="{FF2B5EF4-FFF2-40B4-BE49-F238E27FC236}">
                <a16:creationId xmlns:a16="http://schemas.microsoft.com/office/drawing/2014/main" id="{BCE7DAE6-672D-4E30-B617-4C20C7FB20BD}"/>
              </a:ext>
            </a:extLst>
          </p:cNvPr>
          <p:cNvSpPr txBox="1"/>
          <p:nvPr userDrawn="1"/>
        </p:nvSpPr>
        <p:spPr>
          <a:xfrm>
            <a:off x="194553" y="4260715"/>
            <a:ext cx="184731" cy="276999"/>
          </a:xfrm>
          <a:prstGeom prst="rect">
            <a:avLst/>
          </a:prstGeom>
          <a:noFill/>
        </p:spPr>
        <p:txBody>
          <a:bodyPr wrap="none" rtlCol="0">
            <a:spAutoFit/>
          </a:bodyPr>
          <a:lstStyle/>
          <a:p>
            <a:endParaRPr lang="en-US" sz="1200" dirty="0" err="1">
              <a:latin typeface="Arial" panose="020B0604020202020204" pitchFamily="34" charset="0"/>
            </a:endParaRPr>
          </a:p>
        </p:txBody>
      </p:sp>
      <p:sp>
        <p:nvSpPr>
          <p:cNvPr id="10" name="TextBox 9">
            <a:extLst>
              <a:ext uri="{FF2B5EF4-FFF2-40B4-BE49-F238E27FC236}">
                <a16:creationId xmlns:a16="http://schemas.microsoft.com/office/drawing/2014/main" id="{86686789-9FDA-46BC-9875-217FC8534140}"/>
              </a:ext>
            </a:extLst>
          </p:cNvPr>
          <p:cNvSpPr txBox="1"/>
          <p:nvPr userDrawn="1"/>
        </p:nvSpPr>
        <p:spPr>
          <a:xfrm>
            <a:off x="694944" y="4866086"/>
            <a:ext cx="3384260" cy="246221"/>
          </a:xfrm>
          <a:prstGeom prst="rect">
            <a:avLst/>
          </a:prstGeom>
          <a:noFill/>
        </p:spPr>
        <p:txBody>
          <a:bodyPr wrap="none" rtlCol="0">
            <a:spAutoFit/>
          </a:bodyPr>
          <a:lstStyle/>
          <a:p>
            <a:r>
              <a:rPr lang="en-US" sz="1000" dirty="0">
                <a:solidFill>
                  <a:srgbClr val="414042"/>
                </a:solidFill>
                <a:latin typeface="Arial" panose="020B0604020202020204" pitchFamily="34" charset="0"/>
              </a:rPr>
              <a:t>Business &amp; Marketing, Economics, and Digital Marketing</a:t>
            </a:r>
          </a:p>
        </p:txBody>
      </p:sp>
      <p:sp>
        <p:nvSpPr>
          <p:cNvPr id="11" name="TextBox 10">
            <a:extLst>
              <a:ext uri="{FF2B5EF4-FFF2-40B4-BE49-F238E27FC236}">
                <a16:creationId xmlns:a16="http://schemas.microsoft.com/office/drawing/2014/main" id="{AAB75B59-9310-4D12-B8AB-3D539D27C359}"/>
              </a:ext>
            </a:extLst>
          </p:cNvPr>
          <p:cNvSpPr txBox="1"/>
          <p:nvPr userDrawn="1"/>
        </p:nvSpPr>
        <p:spPr>
          <a:xfrm>
            <a:off x="7774169" y="4855795"/>
            <a:ext cx="784189" cy="246221"/>
          </a:xfrm>
          <a:prstGeom prst="rect">
            <a:avLst/>
          </a:prstGeom>
          <a:noFill/>
        </p:spPr>
        <p:txBody>
          <a:bodyPr wrap="none" rtlCol="0">
            <a:spAutoFit/>
          </a:bodyPr>
          <a:lstStyle/>
          <a:p>
            <a:r>
              <a:rPr lang="en-US" sz="1000" dirty="0">
                <a:solidFill>
                  <a:srgbClr val="414042"/>
                </a:solidFill>
                <a:latin typeface="Arial" panose="020B0604020202020204" pitchFamily="34" charset="0"/>
              </a:rPr>
              <a:t>2020/2021</a:t>
            </a:r>
          </a:p>
        </p:txBody>
      </p:sp>
      <p:pic>
        <p:nvPicPr>
          <p:cNvPr id="21" name="Picture 20" descr="A picture containing drawing&#10;&#10;Description automatically generated">
            <a:extLst>
              <a:ext uri="{FF2B5EF4-FFF2-40B4-BE49-F238E27FC236}">
                <a16:creationId xmlns:a16="http://schemas.microsoft.com/office/drawing/2014/main" id="{F4D7F0F3-F14F-4231-B370-8C5A4CDF590F}"/>
              </a:ext>
            </a:extLst>
          </p:cNvPr>
          <p:cNvPicPr>
            <a:picLocks noChangeAspect="1"/>
          </p:cNvPicPr>
          <p:nvPr userDrawn="1"/>
        </p:nvPicPr>
        <p:blipFill>
          <a:blip r:embed="rId14"/>
          <a:stretch>
            <a:fillRect/>
          </a:stretch>
        </p:blipFill>
        <p:spPr>
          <a:xfrm>
            <a:off x="130075" y="4500484"/>
            <a:ext cx="416155" cy="53374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685382473"/>
      </p:ext>
    </p:extLst>
  </p:cSld>
  <p:clrMap bg1="lt1" tx1="dk1" bg2="lt2" tx2="dk2" accent1="accent1" accent2="accent2" accent3="accent3" accent4="accent4" accent5="accent5" accent6="accent6" hlink="hlink" folHlink="folHlink"/>
  <p:sldLayoutIdLst>
    <p:sldLayoutId id="2147483831" r:id="rId1"/>
    <p:sldLayoutId id="2147483846" r:id="rId2"/>
    <p:sldLayoutId id="2147483847" r:id="rId3"/>
    <p:sldLayoutId id="2147483844" r:id="rId4"/>
    <p:sldLayoutId id="2147483845" r:id="rId5"/>
    <p:sldLayoutId id="2147483834" r:id="rId6"/>
    <p:sldLayoutId id="2147483836" r:id="rId7"/>
    <p:sldLayoutId id="2147483839" r:id="rId8"/>
    <p:sldLayoutId id="2147483782" r:id="rId9"/>
    <p:sldLayoutId id="2147483848" r:id="rId10"/>
    <p:sldLayoutId id="2147483818" r:id="rId11"/>
  </p:sldLayoutIdLst>
  <p:hf hdr="0" ftr="0" dt="0"/>
  <p:txStyles>
    <p:titleStyle>
      <a:lvl1pPr algn="l" defTabSz="914400" rtl="0" eaLnBrk="1" latinLnBrk="0" hangingPunct="1">
        <a:lnSpc>
          <a:spcPct val="90000"/>
        </a:lnSpc>
        <a:spcBef>
          <a:spcPct val="0"/>
        </a:spcBef>
        <a:buNone/>
        <a:defRPr sz="2000" kern="1200">
          <a:solidFill>
            <a:schemeClr val="bg1"/>
          </a:solidFill>
          <a:latin typeface="Arial" charset="0"/>
          <a:ea typeface="Arial" charset="0"/>
          <a:cs typeface="Arial" charset="0"/>
        </a:defRPr>
      </a:lvl1pPr>
    </p:titleStyle>
    <p:bodyStyle>
      <a:lvl1pPr marL="228600" indent="-228600" algn="l" defTabSz="914400" rtl="0" eaLnBrk="1" latinLnBrk="0" hangingPunct="1">
        <a:lnSpc>
          <a:spcPct val="90000"/>
        </a:lnSpc>
        <a:spcBef>
          <a:spcPts val="1000"/>
        </a:spcBef>
        <a:buClr>
          <a:srgbClr val="2597CB"/>
        </a:buClr>
        <a:buSzPct val="140000"/>
        <a:buFont typeface="Arial"/>
        <a:buChar char="•"/>
        <a:defRPr sz="1600" kern="1200">
          <a:solidFill>
            <a:srgbClr val="414042"/>
          </a:solidFill>
          <a:latin typeface="Arial" charset="0"/>
          <a:ea typeface="Arial" charset="0"/>
          <a:cs typeface="Arial" charset="0"/>
        </a:defRPr>
      </a:lvl1pPr>
      <a:lvl2pPr marL="687388" indent="-234950" algn="l" defTabSz="914400" rtl="0" eaLnBrk="1" latinLnBrk="0" hangingPunct="1">
        <a:lnSpc>
          <a:spcPct val="90000"/>
        </a:lnSpc>
        <a:spcBef>
          <a:spcPts val="500"/>
        </a:spcBef>
        <a:buClr>
          <a:srgbClr val="2597CB"/>
        </a:buClr>
        <a:buFont typeface="Courier New" charset="0"/>
        <a:buChar char="o"/>
        <a:defRPr sz="1400" kern="1200">
          <a:solidFill>
            <a:srgbClr val="414042"/>
          </a:solidFill>
          <a:latin typeface="Arial" charset="0"/>
          <a:ea typeface="Arial" charset="0"/>
          <a:cs typeface="Arial" charset="0"/>
        </a:defRPr>
      </a:lvl2pPr>
      <a:lvl3pPr marL="1141413" indent="-230188" algn="l" defTabSz="914400" rtl="0" eaLnBrk="1" latinLnBrk="0" hangingPunct="1">
        <a:lnSpc>
          <a:spcPct val="90000"/>
        </a:lnSpc>
        <a:spcBef>
          <a:spcPts val="500"/>
        </a:spcBef>
        <a:buClr>
          <a:srgbClr val="2597CB"/>
        </a:buClr>
        <a:buFont typeface="Arial"/>
        <a:buChar char="•"/>
        <a:defRPr sz="1200" kern="1200">
          <a:solidFill>
            <a:srgbClr val="414042"/>
          </a:solidFill>
          <a:latin typeface="Arial" charset="0"/>
          <a:ea typeface="Arial" charset="0"/>
          <a:cs typeface="Arial" charset="0"/>
        </a:defRPr>
      </a:lvl3pPr>
      <a:lvl4pPr marL="1601788" indent="-228600" algn="l" defTabSz="914400" rtl="0" eaLnBrk="1" latinLnBrk="0" hangingPunct="1">
        <a:lnSpc>
          <a:spcPct val="90000"/>
        </a:lnSpc>
        <a:spcBef>
          <a:spcPts val="500"/>
        </a:spcBef>
        <a:buClr>
          <a:srgbClr val="703F85"/>
        </a:buClr>
        <a:buSzPct val="60000"/>
        <a:buFont typeface="Courier New" charset="0"/>
        <a:buChar char="o"/>
        <a:defRPr sz="1100" kern="1200">
          <a:solidFill>
            <a:schemeClr val="tx1"/>
          </a:solidFill>
          <a:latin typeface="Arial" charset="0"/>
          <a:ea typeface="Arial" charset="0"/>
          <a:cs typeface="Arial" charset="0"/>
        </a:defRPr>
      </a:lvl4pPr>
      <a:lvl5pPr marL="2055813" indent="-230188" algn="l" defTabSz="914400" rtl="0" eaLnBrk="1" latinLnBrk="0" hangingPunct="1">
        <a:lnSpc>
          <a:spcPct val="90000"/>
        </a:lnSpc>
        <a:spcBef>
          <a:spcPts val="500"/>
        </a:spcBef>
        <a:buClr>
          <a:srgbClr val="703F85"/>
        </a:buClr>
        <a:buFont typeface="Arial"/>
        <a:buChar char="•"/>
        <a:defRPr sz="1100" kern="1200">
          <a:solidFill>
            <a:schemeClr val="tx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2">
          <p15:clr>
            <a:srgbClr val="F26B43"/>
          </p15:clr>
        </p15:guide>
        <p15:guide id="2" pos="5328" userDrawn="1">
          <p15:clr>
            <a:srgbClr val="F26B43"/>
          </p15:clr>
        </p15:guide>
        <p15:guide id="4" orient="horz" pos="540">
          <p15:clr>
            <a:srgbClr val="F26B43"/>
          </p15:clr>
        </p15:guide>
        <p15:guide id="5" orient="horz" pos="3156" userDrawn="1">
          <p15:clr>
            <a:srgbClr val="F26B43"/>
          </p15:clr>
        </p15:guide>
        <p15:guide id="6" pos="2880" userDrawn="1">
          <p15:clr>
            <a:srgbClr val="F26B43"/>
          </p15:clr>
        </p15:guide>
        <p15:guide id="7" orient="horz" pos="171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1.xml"/><Relationship Id="rId5" Type="http://schemas.openxmlformats.org/officeDocument/2006/relationships/hyperlink" Target="https://www.publicdomainpictures.net/view-image.php?image=52893" TargetMode="Externa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researchparent.com/relative-size-of-the-sun-activity/" TargetMode="External"/><Relationship Id="rId2" Type="http://schemas.openxmlformats.org/officeDocument/2006/relationships/image" Target="../media/image6.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BA2A26-3540-40B1-B7BC-7586323523F3}"/>
              </a:ext>
            </a:extLst>
          </p:cNvPr>
          <p:cNvSpPr>
            <a:spLocks noGrp="1"/>
          </p:cNvSpPr>
          <p:nvPr>
            <p:ph type="title"/>
          </p:nvPr>
        </p:nvSpPr>
        <p:spPr>
          <a:xfrm>
            <a:off x="1512711" y="2608557"/>
            <a:ext cx="6265333" cy="952270"/>
          </a:xfrm>
        </p:spPr>
        <p:txBody>
          <a:bodyPr/>
          <a:lstStyle/>
          <a:p>
            <a:r>
              <a:rPr lang="en-US" dirty="0"/>
              <a:t>Business, Marketing, Entrepreneurship, Digital Marketing, and Econ</a:t>
            </a:r>
            <a:br>
              <a:rPr lang="en-US" dirty="0"/>
            </a:br>
            <a:br>
              <a:rPr lang="en-US" dirty="0"/>
            </a:br>
            <a:r>
              <a:rPr lang="en-US" dirty="0"/>
              <a:t>Mrs. Schafer</a:t>
            </a:r>
            <a:br>
              <a:rPr lang="en-US" dirty="0"/>
            </a:br>
            <a:endParaRPr lang="en-US" dirty="0"/>
          </a:p>
        </p:txBody>
      </p:sp>
    </p:spTree>
    <p:extLst>
      <p:ext uri="{BB962C8B-B14F-4D97-AF65-F5344CB8AC3E}">
        <p14:creationId xmlns:p14="http://schemas.microsoft.com/office/powerpoint/2010/main" val="3149790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34AADD7-387E-4013-8C84-380563E11459}"/>
              </a:ext>
            </a:extLst>
          </p:cNvPr>
          <p:cNvSpPr>
            <a:spLocks noGrp="1"/>
          </p:cNvSpPr>
          <p:nvPr>
            <p:ph type="body" sz="quarter" idx="13"/>
          </p:nvPr>
        </p:nvSpPr>
        <p:spPr/>
        <p:txBody>
          <a:bodyPr/>
          <a:lstStyle/>
          <a:p>
            <a:r>
              <a:rPr lang="en-US" dirty="0"/>
              <a:t>Interviewing</a:t>
            </a:r>
          </a:p>
          <a:p>
            <a:r>
              <a:rPr lang="en-US" dirty="0"/>
              <a:t>Types of Interviews</a:t>
            </a:r>
          </a:p>
          <a:p>
            <a:r>
              <a:rPr lang="en-US" dirty="0"/>
              <a:t>Interview Activity</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098443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F7DB74-A831-410F-AF57-F95FB5B9220E}"/>
              </a:ext>
            </a:extLst>
          </p:cNvPr>
          <p:cNvSpPr>
            <a:spLocks noGrp="1"/>
          </p:cNvSpPr>
          <p:nvPr>
            <p:ph type="body" sz="quarter" idx="18"/>
          </p:nvPr>
        </p:nvSpPr>
        <p:spPr/>
        <p:txBody>
          <a:bodyPr/>
          <a:lstStyle/>
          <a:p>
            <a:pPr lvl="1"/>
            <a:r>
              <a:rPr lang="en-US" sz="2000" dirty="0"/>
              <a:t>Have you ever been interviewed before? When/where?</a:t>
            </a:r>
          </a:p>
          <a:p>
            <a:pPr lvl="1"/>
            <a:r>
              <a:rPr lang="en-US" sz="2000" dirty="0"/>
              <a:t>Have you ever interviewed someone else before? For a school project? As part of work?</a:t>
            </a:r>
          </a:p>
          <a:p>
            <a:pPr lvl="2"/>
            <a:r>
              <a:rPr lang="en-US" sz="1800" dirty="0"/>
              <a:t>Best way to become a good interviewee is to give a lot of interviews yourself (as the interviewer)</a:t>
            </a:r>
          </a:p>
          <a:p>
            <a:pPr lvl="1"/>
            <a:r>
              <a:rPr lang="en-US" sz="2000" dirty="0"/>
              <a:t>Best interviews?</a:t>
            </a:r>
          </a:p>
          <a:p>
            <a:pPr lvl="1"/>
            <a:r>
              <a:rPr lang="en-US" sz="2000" dirty="0"/>
              <a:t>Worst interview?</a:t>
            </a:r>
          </a:p>
          <a:p>
            <a:pPr lvl="1"/>
            <a:endParaRPr lang="en-US" sz="2000" dirty="0"/>
          </a:p>
          <a:p>
            <a:pPr marL="117475" lvl="1" indent="0">
              <a:buNone/>
            </a:pPr>
            <a:r>
              <a:rPr lang="en-US" sz="2000" dirty="0">
                <a:highlight>
                  <a:srgbClr val="FFFF00"/>
                </a:highlight>
              </a:rPr>
              <a:t>Practice handshakes (not too limp, not too long</a:t>
            </a:r>
          </a:p>
          <a:p>
            <a:pPr marL="117475" lvl="1" indent="0">
              <a:buNone/>
            </a:pPr>
            <a:r>
              <a:rPr lang="en-US" sz="2000" dirty="0">
                <a:highlight>
                  <a:srgbClr val="FFFF00"/>
                </a:highlight>
              </a:rPr>
              <a:t>sweaty/slimy? grip too tight?)</a:t>
            </a:r>
          </a:p>
        </p:txBody>
      </p:sp>
      <p:sp>
        <p:nvSpPr>
          <p:cNvPr id="3" name="Title 2">
            <a:extLst>
              <a:ext uri="{FF2B5EF4-FFF2-40B4-BE49-F238E27FC236}">
                <a16:creationId xmlns:a16="http://schemas.microsoft.com/office/drawing/2014/main" id="{B47250C5-709D-44CA-882D-3B8B519362BD}"/>
              </a:ext>
            </a:extLst>
          </p:cNvPr>
          <p:cNvSpPr>
            <a:spLocks noGrp="1"/>
          </p:cNvSpPr>
          <p:nvPr>
            <p:ph type="title"/>
          </p:nvPr>
        </p:nvSpPr>
        <p:spPr/>
        <p:txBody>
          <a:bodyPr/>
          <a:lstStyle/>
          <a:p>
            <a:r>
              <a:rPr lang="en-US" dirty="0"/>
              <a:t>Interviews in the Past?</a:t>
            </a:r>
          </a:p>
        </p:txBody>
      </p:sp>
      <p:pic>
        <p:nvPicPr>
          <p:cNvPr id="10" name="Picture 9" descr="A hands shaking with a white background&#10;&#10;AI-generated content may be incorrect.">
            <a:extLst>
              <a:ext uri="{FF2B5EF4-FFF2-40B4-BE49-F238E27FC236}">
                <a16:creationId xmlns:a16="http://schemas.microsoft.com/office/drawing/2014/main" id="{D363821E-BF73-DCDD-617E-37D418CFCC4B}"/>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6549656" y="2571750"/>
            <a:ext cx="2236326" cy="1931372"/>
          </a:xfrm>
          <a:prstGeom prst="rect">
            <a:avLst/>
          </a:prstGeom>
        </p:spPr>
      </p:pic>
      <p:sp>
        <p:nvSpPr>
          <p:cNvPr id="5" name="SMARTInkShape-1">
            <a:extLst>
              <a:ext uri="{FF2B5EF4-FFF2-40B4-BE49-F238E27FC236}">
                <a16:creationId xmlns:a16="http://schemas.microsoft.com/office/drawing/2014/main" id="{00901CD7-D02B-781C-6043-5D1EC1ED8A17}"/>
              </a:ext>
            </a:extLst>
          </p:cNvPr>
          <p:cNvSpPr/>
          <p:nvPr>
            <p:custDataLst>
              <p:tags r:id="rId1"/>
            </p:custDataLst>
          </p:nvPr>
        </p:nvSpPr>
        <p:spPr>
          <a:xfrm>
            <a:off x="6315075" y="4214813"/>
            <a:ext cx="7145" cy="1"/>
          </a:xfrm>
          <a:custGeom>
            <a:avLst/>
            <a:gdLst/>
            <a:ahLst/>
            <a:cxnLst/>
            <a:rect l="0" t="0" r="0" b="0"/>
            <a:pathLst>
              <a:path w="7145" h="1">
                <a:moveTo>
                  <a:pt x="0" y="0"/>
                </a:moveTo>
                <a:lnTo>
                  <a:pt x="0" y="0"/>
                </a:lnTo>
                <a:lnTo>
                  <a:pt x="7144" y="0"/>
                </a:lnTo>
              </a:path>
            </a:pathLst>
          </a:custGeom>
          <a:ln w="1905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104979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D6727A5-3C95-45D2-9370-6967EAB33427}"/>
              </a:ext>
            </a:extLst>
          </p:cNvPr>
          <p:cNvSpPr>
            <a:spLocks noGrp="1"/>
          </p:cNvSpPr>
          <p:nvPr>
            <p:ph type="title"/>
          </p:nvPr>
        </p:nvSpPr>
        <p:spPr/>
        <p:txBody>
          <a:bodyPr/>
          <a:lstStyle/>
          <a:p>
            <a:r>
              <a:rPr lang="en-US" dirty="0"/>
              <a:t>Interviewee Best Practices</a:t>
            </a:r>
          </a:p>
        </p:txBody>
      </p:sp>
      <p:graphicFrame>
        <p:nvGraphicFramePr>
          <p:cNvPr id="4" name="Diagram 3">
            <a:extLst>
              <a:ext uri="{FF2B5EF4-FFF2-40B4-BE49-F238E27FC236}">
                <a16:creationId xmlns:a16="http://schemas.microsoft.com/office/drawing/2014/main" id="{C12D72F2-0591-4F44-A50B-C1DB4EF9AA40}"/>
              </a:ext>
            </a:extLst>
          </p:cNvPr>
          <p:cNvGraphicFramePr/>
          <p:nvPr>
            <p:extLst>
              <p:ext uri="{D42A27DB-BD31-4B8C-83A1-F6EECF244321}">
                <p14:modId xmlns:p14="http://schemas.microsoft.com/office/powerpoint/2010/main" val="3058517967"/>
              </p:ext>
            </p:extLst>
          </p:nvPr>
        </p:nvGraphicFramePr>
        <p:xfrm>
          <a:off x="288624" y="707937"/>
          <a:ext cx="6989251"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Rectangle: Rounded Corners 1">
            <a:extLst>
              <a:ext uri="{FF2B5EF4-FFF2-40B4-BE49-F238E27FC236}">
                <a16:creationId xmlns:a16="http://schemas.microsoft.com/office/drawing/2014/main" id="{910C7CF7-BB2C-4883-9738-AA74C0B9C961}"/>
              </a:ext>
            </a:extLst>
          </p:cNvPr>
          <p:cNvSpPr/>
          <p:nvPr/>
        </p:nvSpPr>
        <p:spPr>
          <a:xfrm>
            <a:off x="6701246" y="1685109"/>
            <a:ext cx="2246812" cy="3086828"/>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 Mrs. Schafer’s personal tip (Who you know): talk about a person who connected you to the job whom both interviewee and interviewer know, perhaps someone who already works there or goes there. Have to be really careful with this, as it’s tricky. Is that person well-respected? Is tying yourself to them a good or bad thing? Does the interviewer really know that individual?</a:t>
            </a:r>
          </a:p>
        </p:txBody>
      </p:sp>
    </p:spTree>
    <p:extLst>
      <p:ext uri="{BB962C8B-B14F-4D97-AF65-F5344CB8AC3E}">
        <p14:creationId xmlns:p14="http://schemas.microsoft.com/office/powerpoint/2010/main" val="273000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735E0A-2A0D-42D4-809F-E861C0B3DA8F}"/>
              </a:ext>
            </a:extLst>
          </p:cNvPr>
          <p:cNvSpPr>
            <a:spLocks noGrp="1"/>
          </p:cNvSpPr>
          <p:nvPr>
            <p:ph type="title"/>
          </p:nvPr>
        </p:nvSpPr>
        <p:spPr/>
        <p:txBody>
          <a:bodyPr/>
          <a:lstStyle/>
          <a:p>
            <a:r>
              <a:rPr lang="en-US" dirty="0"/>
              <a:t>Types of interviews	</a:t>
            </a:r>
          </a:p>
        </p:txBody>
      </p:sp>
      <p:graphicFrame>
        <p:nvGraphicFramePr>
          <p:cNvPr id="4" name="Diagram 3">
            <a:extLst>
              <a:ext uri="{FF2B5EF4-FFF2-40B4-BE49-F238E27FC236}">
                <a16:creationId xmlns:a16="http://schemas.microsoft.com/office/drawing/2014/main" id="{9279CEFE-04B7-4E50-847E-E3CAD6F3F1A4}"/>
              </a:ext>
            </a:extLst>
          </p:cNvPr>
          <p:cNvGraphicFramePr/>
          <p:nvPr>
            <p:extLst>
              <p:ext uri="{D42A27DB-BD31-4B8C-83A1-F6EECF244321}">
                <p14:modId xmlns:p14="http://schemas.microsoft.com/office/powerpoint/2010/main" val="2953043421"/>
              </p:ext>
            </p:extLst>
          </p:nvPr>
        </p:nvGraphicFramePr>
        <p:xfrm>
          <a:off x="402739" y="1111025"/>
          <a:ext cx="8435991" cy="35400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Picture 9">
            <a:extLst>
              <a:ext uri="{FF2B5EF4-FFF2-40B4-BE49-F238E27FC236}">
                <a16:creationId xmlns:a16="http://schemas.microsoft.com/office/drawing/2014/main" id="{19BC7BAF-F0C9-4A78-8A58-5F1985B9FBDC}"/>
              </a:ext>
            </a:extLst>
          </p:cNvPr>
          <p:cNvPicPr>
            <a:picLocks noChangeAspect="1"/>
          </p:cNvPicPr>
          <p:nvPr/>
        </p:nvPicPr>
        <p:blipFill>
          <a:blip r:embed="rId8"/>
          <a:stretch>
            <a:fillRect/>
          </a:stretch>
        </p:blipFill>
        <p:spPr>
          <a:xfrm>
            <a:off x="2130504" y="1584677"/>
            <a:ext cx="4980463" cy="2326401"/>
          </a:xfrm>
          <a:prstGeom prst="rect">
            <a:avLst/>
          </a:prstGeom>
        </p:spPr>
      </p:pic>
    </p:spTree>
    <p:extLst>
      <p:ext uri="{BB962C8B-B14F-4D97-AF65-F5344CB8AC3E}">
        <p14:creationId xmlns:p14="http://schemas.microsoft.com/office/powerpoint/2010/main" val="2586633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4ACD818-AF37-42E6-879E-699AD414EC6A}"/>
              </a:ext>
            </a:extLst>
          </p:cNvPr>
          <p:cNvSpPr>
            <a:spLocks noGrp="1"/>
          </p:cNvSpPr>
          <p:nvPr>
            <p:ph type="body" sz="quarter" idx="18"/>
          </p:nvPr>
        </p:nvSpPr>
        <p:spPr/>
        <p:txBody>
          <a:bodyPr/>
          <a:lstStyle/>
          <a:p>
            <a:r>
              <a:rPr lang="en-US" dirty="0"/>
              <a:t>Break-up class into groups of 3: I’ll assign you a type of interview: Behavioral, Assessment, Case, Background</a:t>
            </a:r>
          </a:p>
          <a:p>
            <a:r>
              <a:rPr lang="en-US" dirty="0"/>
              <a:t>Research online: what are typical questions that could be asked for these 4 types of interviews</a:t>
            </a:r>
          </a:p>
          <a:p>
            <a:r>
              <a:rPr lang="en-US" dirty="0"/>
              <a:t>Write the definition of that kind of interview and possible interview questions onto your large sheet of paper. Make the poster look nice! It’s going in the hallway!</a:t>
            </a:r>
          </a:p>
          <a:p>
            <a:endParaRPr lang="en-US" dirty="0"/>
          </a:p>
        </p:txBody>
      </p:sp>
      <p:sp>
        <p:nvSpPr>
          <p:cNvPr id="3" name="Title 2">
            <a:extLst>
              <a:ext uri="{FF2B5EF4-FFF2-40B4-BE49-F238E27FC236}">
                <a16:creationId xmlns:a16="http://schemas.microsoft.com/office/drawing/2014/main" id="{BE850A56-83FE-4A7D-9638-FB9A552220E5}"/>
              </a:ext>
            </a:extLst>
          </p:cNvPr>
          <p:cNvSpPr>
            <a:spLocks noGrp="1"/>
          </p:cNvSpPr>
          <p:nvPr>
            <p:ph type="title"/>
          </p:nvPr>
        </p:nvSpPr>
        <p:spPr/>
        <p:txBody>
          <a:bodyPr/>
          <a:lstStyle/>
          <a:p>
            <a:r>
              <a:rPr lang="en-US" dirty="0"/>
              <a:t>In-class Activity	</a:t>
            </a:r>
          </a:p>
        </p:txBody>
      </p:sp>
      <p:pic>
        <p:nvPicPr>
          <p:cNvPr id="5" name="Picture 4" descr="A picture containing floor, indoor, seat, sofa&#10;&#10;Description automatically generated">
            <a:extLst>
              <a:ext uri="{FF2B5EF4-FFF2-40B4-BE49-F238E27FC236}">
                <a16:creationId xmlns:a16="http://schemas.microsoft.com/office/drawing/2014/main" id="{52CE14B6-4854-452F-AA6C-B268142E207D}"/>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2735297" y="2674452"/>
            <a:ext cx="3673405" cy="1880783"/>
          </a:xfrm>
          <a:prstGeom prst="rect">
            <a:avLst/>
          </a:prstGeom>
        </p:spPr>
      </p:pic>
    </p:spTree>
    <p:extLst>
      <p:ext uri="{BB962C8B-B14F-4D97-AF65-F5344CB8AC3E}">
        <p14:creationId xmlns:p14="http://schemas.microsoft.com/office/powerpoint/2010/main" val="3249587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HIGHLIGHTER" val="false"/>
</p:tagLst>
</file>

<file path=ppt/theme/theme1.xml><?xml version="1.0" encoding="utf-8"?>
<a:theme xmlns:a="http://schemas.openxmlformats.org/drawingml/2006/main" name="Main Master">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1200" dirty="0" err="1" smtClean="0">
            <a:latin typeface="Arial" panose="020B0604020202020204" pitchFamily="34" charset="0"/>
          </a:defRPr>
        </a:defPPr>
      </a:lstStyle>
    </a:txDef>
  </a:objectDefaults>
  <a:extraClrSchemeLst/>
  <a:extLst>
    <a:ext uri="{05A4C25C-085E-4340-85A3-A5531E510DB2}">
      <thm15:themeFamily xmlns:thm15="http://schemas.microsoft.com/office/thememl/2012/main" name="Seatle Genetics 1" id="{53984AC2-015D-554A-9215-CAF5E42331BB}" vid="{AC78D1C2-67FA-E942-9EA9-D2954BBFA0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DD89C5D911BC046B277DCAF5366D800" ma:contentTypeVersion="4" ma:contentTypeDescription="Create a new document." ma:contentTypeScope="" ma:versionID="2cc88ace384ab63cdfefd6ba4c9c6e19">
  <xsd:schema xmlns:xsd="http://www.w3.org/2001/XMLSchema" xmlns:xs="http://www.w3.org/2001/XMLSchema" xmlns:p="http://schemas.microsoft.com/office/2006/metadata/properties" xmlns:ns2="8203920f-e80a-4f40-891f-374d92aaa723" xmlns:ns3="94453763-5c73-4bc4-9bc2-0b162bd4cfed" targetNamespace="http://schemas.microsoft.com/office/2006/metadata/properties" ma:root="true" ma:fieldsID="b09e4c8b1d448c696d03e70d112964b5" ns2:_="" ns3:_="">
    <xsd:import namespace="8203920f-e80a-4f40-891f-374d92aaa723"/>
    <xsd:import namespace="94453763-5c73-4bc4-9bc2-0b162bd4cfe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03920f-e80a-4f40-891f-374d92aaa7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4453763-5c73-4bc4-9bc2-0b162bd4cfe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1A84523-DC6D-4F6B-A4CC-3FF10C5ADA66}">
  <ds:schemaRefs>
    <ds:schemaRef ds:uri="http://schemas.microsoft.com/sharepoint/v3/contenttype/forms"/>
  </ds:schemaRefs>
</ds:datastoreItem>
</file>

<file path=customXml/itemProps2.xml><?xml version="1.0" encoding="utf-8"?>
<ds:datastoreItem xmlns:ds="http://schemas.openxmlformats.org/officeDocument/2006/customXml" ds:itemID="{A41CF28C-A6CA-48EC-A751-93D4F186C8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203920f-e80a-4f40-891f-374d92aaa723"/>
    <ds:schemaRef ds:uri="94453763-5c73-4bc4-9bc2-0b162bd4cf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0FEFE1D-2A63-4943-A8E9-412AC2E6794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2619</TotalTime>
  <Words>1263</Words>
  <Application>Microsoft Office PowerPoint</Application>
  <PresentationFormat>On-screen Show (16:9)</PresentationFormat>
  <Paragraphs>90</Paragraphs>
  <Slides>6</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Courier New</vt:lpstr>
      <vt:lpstr>Main Master</vt:lpstr>
      <vt:lpstr>Business, Marketing, Entrepreneurship, Digital Marketing, and Econ  Mrs. Schafer </vt:lpstr>
      <vt:lpstr>PowerPoint Presentation</vt:lpstr>
      <vt:lpstr>Interviews in the Past?</vt:lpstr>
      <vt:lpstr>Interviewee Best Practices</vt:lpstr>
      <vt:lpstr>Types of interviews </vt:lpstr>
      <vt:lpstr>In-class Activity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Sebastian Arias</dc:creator>
  <cp:keywords/>
  <dc:description/>
  <cp:lastModifiedBy>Ryfka Schafer</cp:lastModifiedBy>
  <cp:revision>22</cp:revision>
  <cp:lastPrinted>2018-04-23T17:55:37Z</cp:lastPrinted>
  <dcterms:created xsi:type="dcterms:W3CDTF">2017-07-25T22:09:28Z</dcterms:created>
  <dcterms:modified xsi:type="dcterms:W3CDTF">2025-11-05T17:04:46Z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0x0101009DD89C5D911BC046B277DCAF5366D800</vt:lpwstr>
  </property>
  <property fmtid="{D5CDD505-2E9C-101B-9397-08002B2CF9AE}" pid="3" name="Document Retention Period">
    <vt:lpwstr>2;#3 Yr|c8cd55a2-159d-41a5-94cb-7dd28dd1c861</vt:lpwstr>
  </property>
  <property fmtid="{D5CDD505-2E9C-101B-9397-08002B2CF9AE}" pid="4" name="_dlc_DocIdItemGuid">
    <vt:lpwstr>e1d96100-0888-476a-a9ce-609654440f9d</vt:lpwstr>
  </property>
</Properties>
</file>