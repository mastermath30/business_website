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4"/>
  </p:sldMasterIdLst>
  <p:notesMasterIdLst>
    <p:notesMasterId r:id="rId18"/>
  </p:notesMasterIdLst>
  <p:handoutMasterIdLst>
    <p:handoutMasterId r:id="rId19"/>
  </p:handoutMasterIdLst>
  <p:sldIdLst>
    <p:sldId id="420" r:id="rId5"/>
    <p:sldId id="421" r:id="rId6"/>
    <p:sldId id="424" r:id="rId7"/>
    <p:sldId id="431" r:id="rId8"/>
    <p:sldId id="466" r:id="rId9"/>
    <p:sldId id="434" r:id="rId10"/>
    <p:sldId id="467" r:id="rId11"/>
    <p:sldId id="468" r:id="rId12"/>
    <p:sldId id="425" r:id="rId13"/>
    <p:sldId id="428" r:id="rId14"/>
    <p:sldId id="426" r:id="rId15"/>
    <p:sldId id="429" r:id="rId16"/>
    <p:sldId id="433" r:id="rId17"/>
  </p:sldIdLst>
  <p:sldSz cx="9144000" cy="5143500" type="screen16x9"/>
  <p:notesSz cx="7010400" cy="92964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3" pos="2232" userDrawn="1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14042"/>
    <a:srgbClr val="595959"/>
    <a:srgbClr val="E2F0D0"/>
    <a:srgbClr val="91CAAA"/>
    <a:srgbClr val="DBDADC"/>
    <a:srgbClr val="2597CB"/>
    <a:srgbClr val="2370AF"/>
    <a:srgbClr val="4EABD5"/>
    <a:srgbClr val="E46C24"/>
    <a:srgbClr val="E89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174FD-E146-4FA0-9E20-62EC99926335}" v="36" dt="2025-09-19T16:10:27.917"/>
  </p1510:revLst>
</p1510:revInfo>
</file>

<file path=ppt/tableStyles.xml><?xml version="1.0" encoding="utf-8"?>
<a:tblStyleLst xmlns:a="http://schemas.openxmlformats.org/drawingml/2006/main" def="{2D5ABB26-0587-4C30-8999-92F81FD0307C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 autoAdjust="0"/>
    <p:restoredTop sz="68088" autoAdjust="0"/>
  </p:normalViewPr>
  <p:slideViewPr>
    <p:cSldViewPr snapToGrid="0">
      <p:cViewPr varScale="1">
        <p:scale>
          <a:sx n="62" d="100"/>
          <a:sy n="62" d="100"/>
        </p:scale>
        <p:origin x="1640" y="32"/>
      </p:cViewPr>
      <p:guideLst>
        <p:guide pos="2880"/>
        <p:guide pos="2232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fer, Ryfka" userId="318b1ac2-30d3-4beb-81ce-7e66308a1db1" providerId="ADAL" clId="{FA44622C-94F8-46F7-A520-74B2C035F7E5}"/>
    <pc:docChg chg="undo redo custSel addSld delSld modSld sldOrd">
      <pc:chgData name="Schafer, Ryfka" userId="318b1ac2-30d3-4beb-81ce-7e66308a1db1" providerId="ADAL" clId="{FA44622C-94F8-46F7-A520-74B2C035F7E5}" dt="2020-09-07T20:53:06.080" v="1979" actId="20577"/>
      <pc:docMkLst>
        <pc:docMk/>
      </pc:docMkLst>
      <pc:sldChg chg="delSp modSp mod">
        <pc:chgData name="Schafer, Ryfka" userId="318b1ac2-30d3-4beb-81ce-7e66308a1db1" providerId="ADAL" clId="{FA44622C-94F8-46F7-A520-74B2C035F7E5}" dt="2020-09-07T19:57:44.542" v="11" actId="20577"/>
        <pc:sldMkLst>
          <pc:docMk/>
          <pc:sldMk cId="3149790407" sldId="420"/>
        </pc:sldMkLst>
      </pc:sldChg>
      <pc:sldChg chg="modSp mod">
        <pc:chgData name="Schafer, Ryfka" userId="318b1ac2-30d3-4beb-81ce-7e66308a1db1" providerId="ADAL" clId="{FA44622C-94F8-46F7-A520-74B2C035F7E5}" dt="2020-09-07T20:53:06.080" v="1979" actId="20577"/>
        <pc:sldMkLst>
          <pc:docMk/>
          <pc:sldMk cId="2098443568" sldId="421"/>
        </pc:sldMkLst>
      </pc:sldChg>
      <pc:sldChg chg="del">
        <pc:chgData name="Schafer, Ryfka" userId="318b1ac2-30d3-4beb-81ce-7e66308a1db1" providerId="ADAL" clId="{FA44622C-94F8-46F7-A520-74B2C035F7E5}" dt="2020-09-07T19:57:47.143" v="12" actId="47"/>
        <pc:sldMkLst>
          <pc:docMk/>
          <pc:sldMk cId="1901023358" sldId="422"/>
        </pc:sldMkLst>
      </pc:sldChg>
      <pc:sldChg chg="del">
        <pc:chgData name="Schafer, Ryfka" userId="318b1ac2-30d3-4beb-81ce-7e66308a1db1" providerId="ADAL" clId="{FA44622C-94F8-46F7-A520-74B2C035F7E5}" dt="2020-09-07T19:59:04.212" v="147" actId="47"/>
        <pc:sldMkLst>
          <pc:docMk/>
          <pc:sldMk cId="2965901067" sldId="423"/>
        </pc:sldMkLst>
      </pc:sldChg>
      <pc:sldChg chg="addSp delSp modSp add del mod">
        <pc:chgData name="Schafer, Ryfka" userId="318b1ac2-30d3-4beb-81ce-7e66308a1db1" providerId="ADAL" clId="{FA44622C-94F8-46F7-A520-74B2C035F7E5}" dt="2020-09-07T20:42:28.955" v="1943" actId="1076"/>
        <pc:sldMkLst>
          <pc:docMk/>
          <pc:sldMk cId="2626908146" sldId="424"/>
        </pc:sldMkLst>
      </pc:sldChg>
      <pc:sldChg chg="addSp delSp modSp add del mod ord">
        <pc:chgData name="Schafer, Ryfka" userId="318b1ac2-30d3-4beb-81ce-7e66308a1db1" providerId="ADAL" clId="{FA44622C-94F8-46F7-A520-74B2C035F7E5}" dt="2020-09-07T20:52:40.578" v="1975" actId="478"/>
        <pc:sldMkLst>
          <pc:docMk/>
          <pc:sldMk cId="2543712897" sldId="425"/>
        </pc:sldMkLst>
      </pc:sldChg>
      <pc:sldChg chg="addSp delSp modSp new mod modAnim">
        <pc:chgData name="Schafer, Ryfka" userId="318b1ac2-30d3-4beb-81ce-7e66308a1db1" providerId="ADAL" clId="{FA44622C-94F8-46F7-A520-74B2C035F7E5}" dt="2020-09-07T20:33:24.844" v="1776" actId="1076"/>
        <pc:sldMkLst>
          <pc:docMk/>
          <pc:sldMk cId="1212466898" sldId="426"/>
        </pc:sldMkLst>
      </pc:sldChg>
      <pc:sldChg chg="new del">
        <pc:chgData name="Schafer, Ryfka" userId="318b1ac2-30d3-4beb-81ce-7e66308a1db1" providerId="ADAL" clId="{FA44622C-94F8-46F7-A520-74B2C035F7E5}" dt="2020-09-07T19:59:34.982" v="154" actId="47"/>
        <pc:sldMkLst>
          <pc:docMk/>
          <pc:sldMk cId="1635777604" sldId="426"/>
        </pc:sldMkLst>
      </pc:sldChg>
      <pc:sldChg chg="new del">
        <pc:chgData name="Schafer, Ryfka" userId="318b1ac2-30d3-4beb-81ce-7e66308a1db1" providerId="ADAL" clId="{FA44622C-94F8-46F7-A520-74B2C035F7E5}" dt="2020-09-07T19:59:28.414" v="152" actId="47"/>
        <pc:sldMkLst>
          <pc:docMk/>
          <pc:sldMk cId="3774278922" sldId="426"/>
        </pc:sldMkLst>
      </pc:sldChg>
      <pc:sldChg chg="addSp delSp modSp add mod">
        <pc:chgData name="Schafer, Ryfka" userId="318b1ac2-30d3-4beb-81ce-7e66308a1db1" providerId="ADAL" clId="{FA44622C-94F8-46F7-A520-74B2C035F7E5}" dt="2020-09-07T20:38:49.501" v="1914" actId="20577"/>
        <pc:sldMkLst>
          <pc:docMk/>
          <pc:sldMk cId="846468159" sldId="427"/>
        </pc:sldMkLst>
      </pc:sldChg>
      <pc:sldChg chg="new del">
        <pc:chgData name="Schafer, Ryfka" userId="318b1ac2-30d3-4beb-81ce-7e66308a1db1" providerId="ADAL" clId="{FA44622C-94F8-46F7-A520-74B2C035F7E5}" dt="2020-09-07T19:59:25.801" v="151" actId="680"/>
        <pc:sldMkLst>
          <pc:docMk/>
          <pc:sldMk cId="962799625" sldId="427"/>
        </pc:sldMkLst>
      </pc:sldChg>
      <pc:sldChg chg="addSp delSp modSp new del">
        <pc:chgData name="Schafer, Ryfka" userId="318b1ac2-30d3-4beb-81ce-7e66308a1db1" providerId="ADAL" clId="{FA44622C-94F8-46F7-A520-74B2C035F7E5}" dt="2020-09-07T20:52:47.413" v="1976" actId="47"/>
        <pc:sldMkLst>
          <pc:docMk/>
          <pc:sldMk cId="1130485816" sldId="428"/>
        </pc:sldMkLst>
      </pc:sldChg>
    </pc:docChg>
  </pc:docChgLst>
  <pc:docChgLst>
    <pc:chgData name="Ryfka Schafer" userId="318b1ac2-30d3-4beb-81ce-7e66308a1db1" providerId="ADAL" clId="{22C0F0C9-8B7D-450E-912E-32464F2BAC54}"/>
    <pc:docChg chg="custSel modSld modShowInfo">
      <pc:chgData name="Ryfka Schafer" userId="318b1ac2-30d3-4beb-81ce-7e66308a1db1" providerId="ADAL" clId="{22C0F0C9-8B7D-450E-912E-32464F2BAC54}" dt="2024-09-19T19:46:23.434" v="30"/>
      <pc:docMkLst>
        <pc:docMk/>
      </pc:docMkLst>
      <pc:sldChg chg="addSp delSp modSp mod">
        <pc:chgData name="Ryfka Schafer" userId="318b1ac2-30d3-4beb-81ce-7e66308a1db1" providerId="ADAL" clId="{22C0F0C9-8B7D-450E-912E-32464F2BAC54}" dt="2024-09-19T19:46:23.434" v="30"/>
        <pc:sldMkLst>
          <pc:docMk/>
          <pc:sldMk cId="3899867338" sldId="428"/>
        </pc:sldMkLst>
      </pc:sldChg>
      <pc:sldChg chg="modSp mod">
        <pc:chgData name="Ryfka Schafer" userId="318b1ac2-30d3-4beb-81ce-7e66308a1db1" providerId="ADAL" clId="{22C0F0C9-8B7D-450E-912E-32464F2BAC54}" dt="2024-09-17T16:25:19.057" v="2" actId="114"/>
        <pc:sldMkLst>
          <pc:docMk/>
          <pc:sldMk cId="2037395583" sldId="467"/>
        </pc:sldMkLst>
      </pc:sldChg>
    </pc:docChg>
  </pc:docChgLst>
  <pc:docChgLst>
    <pc:chgData name="Schafer, Ryfka" userId="318b1ac2-30d3-4beb-81ce-7e66308a1db1" providerId="ADAL" clId="{669F041F-F374-454A-BB0C-B386BF5334A5}"/>
    <pc:docChg chg="custSel addSld modSld">
      <pc:chgData name="Schafer, Ryfka" userId="318b1ac2-30d3-4beb-81ce-7e66308a1db1" providerId="ADAL" clId="{669F041F-F374-454A-BB0C-B386BF5334A5}" dt="2021-06-25T17:39:51.064" v="554" actId="13926"/>
      <pc:docMkLst>
        <pc:docMk/>
      </pc:docMkLst>
      <pc:sldChg chg="modSp new mod">
        <pc:chgData name="Schafer, Ryfka" userId="318b1ac2-30d3-4beb-81ce-7e66308a1db1" providerId="ADAL" clId="{669F041F-F374-454A-BB0C-B386BF5334A5}" dt="2021-06-25T17:39:51.064" v="554" actId="13926"/>
        <pc:sldMkLst>
          <pc:docMk/>
          <pc:sldMk cId="2430769614" sldId="429"/>
        </pc:sldMkLst>
      </pc:sldChg>
    </pc:docChg>
  </pc:docChgLst>
  <pc:docChgLst>
    <pc:chgData name="Schafer, Ryfka" userId="318b1ac2-30d3-4beb-81ce-7e66308a1db1" providerId="ADAL" clId="{6AB61050-F2DD-4DB8-B724-9AA6FA0743CE}"/>
    <pc:docChg chg="custSel addSld delSld modSld">
      <pc:chgData name="Schafer, Ryfka" userId="318b1ac2-30d3-4beb-81ce-7e66308a1db1" providerId="ADAL" clId="{6AB61050-F2DD-4DB8-B724-9AA6FA0743CE}" dt="2023-09-25T16:11:57.977" v="533"/>
      <pc:docMkLst>
        <pc:docMk/>
      </pc:docMkLst>
      <pc:sldChg chg="modSp mod">
        <pc:chgData name="Schafer, Ryfka" userId="318b1ac2-30d3-4beb-81ce-7e66308a1db1" providerId="ADAL" clId="{6AB61050-F2DD-4DB8-B724-9AA6FA0743CE}" dt="2023-09-20T19:02:42.828" v="531" actId="1076"/>
        <pc:sldMkLst>
          <pc:docMk/>
          <pc:sldMk cId="2098443568" sldId="421"/>
        </pc:sldMkLst>
      </pc:sldChg>
      <pc:sldChg chg="modSp mod">
        <pc:chgData name="Schafer, Ryfka" userId="318b1ac2-30d3-4beb-81ce-7e66308a1db1" providerId="ADAL" clId="{6AB61050-F2DD-4DB8-B724-9AA6FA0743CE}" dt="2023-09-11T20:38:18.200" v="528" actId="20577"/>
        <pc:sldMkLst>
          <pc:docMk/>
          <pc:sldMk cId="1396243056" sldId="424"/>
        </pc:sldMkLst>
      </pc:sldChg>
      <pc:sldChg chg="delSp mod">
        <pc:chgData name="Schafer, Ryfka" userId="318b1ac2-30d3-4beb-81ce-7e66308a1db1" providerId="ADAL" clId="{6AB61050-F2DD-4DB8-B724-9AA6FA0743CE}" dt="2023-09-25T16:11:57.977" v="533"/>
        <pc:sldMkLst>
          <pc:docMk/>
          <pc:sldMk cId="2543712897" sldId="425"/>
        </pc:sldMkLst>
      </pc:sldChg>
      <pc:sldChg chg="modSp mod">
        <pc:chgData name="Schafer, Ryfka" userId="318b1ac2-30d3-4beb-81ce-7e66308a1db1" providerId="ADAL" clId="{6AB61050-F2DD-4DB8-B724-9AA6FA0743CE}" dt="2023-08-30T16:12:19.623" v="64" actId="20577"/>
        <pc:sldMkLst>
          <pc:docMk/>
          <pc:sldMk cId="314089134" sldId="431"/>
        </pc:sldMkLst>
      </pc:sldChg>
      <pc:sldChg chg="del">
        <pc:chgData name="Schafer, Ryfka" userId="318b1ac2-30d3-4beb-81ce-7e66308a1db1" providerId="ADAL" clId="{6AB61050-F2DD-4DB8-B724-9AA6FA0743CE}" dt="2023-09-20T19:01:09.257" v="529" actId="2696"/>
        <pc:sldMkLst>
          <pc:docMk/>
          <pc:sldMk cId="2664611816" sldId="435"/>
        </pc:sldMkLst>
      </pc:sldChg>
      <pc:sldChg chg="del">
        <pc:chgData name="Schafer, Ryfka" userId="318b1ac2-30d3-4beb-81ce-7e66308a1db1" providerId="ADAL" clId="{6AB61050-F2DD-4DB8-B724-9AA6FA0743CE}" dt="2023-09-20T19:01:09.257" v="529" actId="2696"/>
        <pc:sldMkLst>
          <pc:docMk/>
          <pc:sldMk cId="2488339942" sldId="436"/>
        </pc:sldMkLst>
      </pc:sldChg>
      <pc:sldChg chg="del">
        <pc:chgData name="Schafer, Ryfka" userId="318b1ac2-30d3-4beb-81ce-7e66308a1db1" providerId="ADAL" clId="{6AB61050-F2DD-4DB8-B724-9AA6FA0743CE}" dt="2023-09-20T19:01:09.257" v="529" actId="2696"/>
        <pc:sldMkLst>
          <pc:docMk/>
          <pc:sldMk cId="3749847115" sldId="465"/>
        </pc:sldMkLst>
      </pc:sldChg>
      <pc:sldChg chg="addSp delSp modSp add mod">
        <pc:chgData name="Schafer, Ryfka" userId="318b1ac2-30d3-4beb-81ce-7e66308a1db1" providerId="ADAL" clId="{6AB61050-F2DD-4DB8-B724-9AA6FA0743CE}" dt="2023-08-30T16:17:52.585" v="276" actId="1076"/>
        <pc:sldMkLst>
          <pc:docMk/>
          <pc:sldMk cId="2037395583" sldId="467"/>
        </pc:sldMkLst>
      </pc:sldChg>
      <pc:sldChg chg="modSp new mod">
        <pc:chgData name="Schafer, Ryfka" userId="318b1ac2-30d3-4beb-81ce-7e66308a1db1" providerId="ADAL" clId="{6AB61050-F2DD-4DB8-B724-9AA6FA0743CE}" dt="2023-08-30T16:22:12.087" v="396" actId="20577"/>
        <pc:sldMkLst>
          <pc:docMk/>
          <pc:sldMk cId="2364223257" sldId="468"/>
        </pc:sldMkLst>
      </pc:sldChg>
    </pc:docChg>
  </pc:docChgLst>
  <pc:docChgLst>
    <pc:chgData name="Schafer, Ryfka" userId="318b1ac2-30d3-4beb-81ce-7e66308a1db1" providerId="ADAL" clId="{9FAB0C55-2807-4A90-9088-AB2D7C7616E8}"/>
    <pc:docChg chg="custSel addSld delSld modSld sldOrd">
      <pc:chgData name="Schafer, Ryfka" userId="318b1ac2-30d3-4beb-81ce-7e66308a1db1" providerId="ADAL" clId="{9FAB0C55-2807-4A90-9088-AB2D7C7616E8}" dt="2022-09-19T15:21:44.428" v="249" actId="20577"/>
      <pc:docMkLst>
        <pc:docMk/>
      </pc:docMkLst>
      <pc:sldChg chg="modSp mod">
        <pc:chgData name="Schafer, Ryfka" userId="318b1ac2-30d3-4beb-81ce-7e66308a1db1" providerId="ADAL" clId="{9FAB0C55-2807-4A90-9088-AB2D7C7616E8}" dt="2022-09-08T15:13:32.183" v="166" actId="20577"/>
        <pc:sldMkLst>
          <pc:docMk/>
          <pc:sldMk cId="3149790407" sldId="420"/>
        </pc:sldMkLst>
      </pc:sldChg>
      <pc:sldChg chg="modSp mod">
        <pc:chgData name="Schafer, Ryfka" userId="318b1ac2-30d3-4beb-81ce-7e66308a1db1" providerId="ADAL" clId="{9FAB0C55-2807-4A90-9088-AB2D7C7616E8}" dt="2022-09-15T16:02:51.610" v="190" actId="20577"/>
        <pc:sldMkLst>
          <pc:docMk/>
          <pc:sldMk cId="2098443568" sldId="421"/>
        </pc:sldMkLst>
      </pc:sldChg>
      <pc:sldChg chg="ord">
        <pc:chgData name="Schafer, Ryfka" userId="318b1ac2-30d3-4beb-81ce-7e66308a1db1" providerId="ADAL" clId="{9FAB0C55-2807-4A90-9088-AB2D7C7616E8}" dt="2022-08-31T17:44:31.247" v="136"/>
        <pc:sldMkLst>
          <pc:docMk/>
          <pc:sldMk cId="3899867338" sldId="428"/>
        </pc:sldMkLst>
      </pc:sldChg>
      <pc:sldChg chg="modSp mod ord">
        <pc:chgData name="Schafer, Ryfka" userId="318b1ac2-30d3-4beb-81ce-7e66308a1db1" providerId="ADAL" clId="{9FAB0C55-2807-4A90-9088-AB2D7C7616E8}" dt="2022-08-31T17:39:58.163" v="95" actId="20577"/>
        <pc:sldMkLst>
          <pc:docMk/>
          <pc:sldMk cId="314089134" sldId="431"/>
        </pc:sldMkLst>
      </pc:sldChg>
      <pc:sldChg chg="modSp mod">
        <pc:chgData name="Schafer, Ryfka" userId="318b1ac2-30d3-4beb-81ce-7e66308a1db1" providerId="ADAL" clId="{9FAB0C55-2807-4A90-9088-AB2D7C7616E8}" dt="2022-09-15T16:03:08.600" v="208" actId="20577"/>
        <pc:sldMkLst>
          <pc:docMk/>
          <pc:sldMk cId="2008932911" sldId="432"/>
        </pc:sldMkLst>
      </pc:sldChg>
      <pc:sldChg chg="modSp mod modNotesTx">
        <pc:chgData name="Schafer, Ryfka" userId="318b1ac2-30d3-4beb-81ce-7e66308a1db1" providerId="ADAL" clId="{9FAB0C55-2807-4A90-9088-AB2D7C7616E8}" dt="2022-09-15T16:04:05.935" v="229" actId="20577"/>
        <pc:sldMkLst>
          <pc:docMk/>
          <pc:sldMk cId="1791855424" sldId="433"/>
        </pc:sldMkLst>
      </pc:sldChg>
      <pc:sldChg chg="ord">
        <pc:chgData name="Schafer, Ryfka" userId="318b1ac2-30d3-4beb-81ce-7e66308a1db1" providerId="ADAL" clId="{9FAB0C55-2807-4A90-9088-AB2D7C7616E8}" dt="2022-08-24T17:53:23.138" v="61"/>
        <pc:sldMkLst>
          <pc:docMk/>
          <pc:sldMk cId="1377303844" sldId="434"/>
        </pc:sldMkLst>
      </pc:sldChg>
      <pc:sldChg chg="modSp del mod">
        <pc:chgData name="Schafer, Ryfka" userId="318b1ac2-30d3-4beb-81ce-7e66308a1db1" providerId="ADAL" clId="{9FAB0C55-2807-4A90-9088-AB2D7C7616E8}" dt="2022-09-08T15:14:08.048" v="171" actId="2696"/>
        <pc:sldMkLst>
          <pc:docMk/>
          <pc:sldMk cId="3193164168" sldId="439"/>
        </pc:sldMkLst>
      </pc:sldChg>
      <pc:sldChg chg="modSp add mod ord">
        <pc:chgData name="Schafer, Ryfka" userId="318b1ac2-30d3-4beb-81ce-7e66308a1db1" providerId="ADAL" clId="{9FAB0C55-2807-4A90-9088-AB2D7C7616E8}" dt="2022-09-19T15:21:44.428" v="249" actId="20577"/>
        <pc:sldMkLst>
          <pc:docMk/>
          <pc:sldMk cId="3749847115" sldId="465"/>
        </pc:sldMkLst>
      </pc:sldChg>
      <pc:sldChg chg="addSp delSp modSp add mod">
        <pc:chgData name="Schafer, Ryfka" userId="318b1ac2-30d3-4beb-81ce-7e66308a1db1" providerId="ADAL" clId="{9FAB0C55-2807-4A90-9088-AB2D7C7616E8}" dt="2022-08-31T17:44:00.295" v="134" actId="20577"/>
        <pc:sldMkLst>
          <pc:docMk/>
          <pc:sldMk cId="1464806033" sldId="466"/>
        </pc:sldMkLst>
      </pc:sldChg>
      <pc:sldChg chg="add del">
        <pc:chgData name="Schafer, Ryfka" userId="318b1ac2-30d3-4beb-81ce-7e66308a1db1" providerId="ADAL" clId="{9FAB0C55-2807-4A90-9088-AB2D7C7616E8}" dt="2022-08-31T17:41:06.861" v="118"/>
        <pc:sldMkLst>
          <pc:docMk/>
          <pc:sldMk cId="1286655580" sldId="467"/>
        </pc:sldMkLst>
      </pc:sldChg>
    </pc:docChg>
  </pc:docChgLst>
  <pc:docChgLst>
    <pc:chgData name="Schafer, Ryfka" userId="318b1ac2-30d3-4beb-81ce-7e66308a1db1" providerId="ADAL" clId="{9D25CB24-CCAD-4A02-85A0-6855120C96AA}"/>
    <pc:docChg chg="undo custSel addSld delSld modSld sldOrd">
      <pc:chgData name="Schafer, Ryfka" userId="318b1ac2-30d3-4beb-81ce-7e66308a1db1" providerId="ADAL" clId="{9D25CB24-CCAD-4A02-85A0-6855120C96AA}" dt="2021-09-16T19:09:43.435" v="2326"/>
      <pc:docMkLst>
        <pc:docMk/>
      </pc:docMkLst>
      <pc:sldChg chg="modSp mod">
        <pc:chgData name="Schafer, Ryfka" userId="318b1ac2-30d3-4beb-81ce-7e66308a1db1" providerId="ADAL" clId="{9D25CB24-CCAD-4A02-85A0-6855120C96AA}" dt="2021-09-13T15:34:08.064" v="2188" actId="20577"/>
        <pc:sldMkLst>
          <pc:docMk/>
          <pc:sldMk cId="2098443568" sldId="421"/>
        </pc:sldMkLst>
      </pc:sldChg>
      <pc:sldChg chg="del">
        <pc:chgData name="Schafer, Ryfka" userId="318b1ac2-30d3-4beb-81ce-7e66308a1db1" providerId="ADAL" clId="{9D25CB24-CCAD-4A02-85A0-6855120C96AA}" dt="2021-09-13T15:34:02.801" v="2185" actId="47"/>
        <pc:sldMkLst>
          <pc:docMk/>
          <pc:sldMk cId="2626908146" sldId="424"/>
        </pc:sldMkLst>
      </pc:sldChg>
      <pc:sldChg chg="addSp delSp modSp mod ord">
        <pc:chgData name="Schafer, Ryfka" userId="318b1ac2-30d3-4beb-81ce-7e66308a1db1" providerId="ADAL" clId="{9D25CB24-CCAD-4A02-85A0-6855120C96AA}" dt="2021-09-16T19:09:43.435" v="2326"/>
        <pc:sldMkLst>
          <pc:docMk/>
          <pc:sldMk cId="2543712897" sldId="425"/>
        </pc:sldMkLst>
      </pc:sldChg>
      <pc:sldChg chg="modSp mod">
        <pc:chgData name="Schafer, Ryfka" userId="318b1ac2-30d3-4beb-81ce-7e66308a1db1" providerId="ADAL" clId="{9D25CB24-CCAD-4A02-85A0-6855120C96AA}" dt="2021-09-13T17:29:51.536" v="2257" actId="20577"/>
        <pc:sldMkLst>
          <pc:docMk/>
          <pc:sldMk cId="1212466898" sldId="426"/>
        </pc:sldMkLst>
      </pc:sldChg>
      <pc:sldChg chg="modSp del mod">
        <pc:chgData name="Schafer, Ryfka" userId="318b1ac2-30d3-4beb-81ce-7e66308a1db1" providerId="ADAL" clId="{9D25CB24-CCAD-4A02-85A0-6855120C96AA}" dt="2021-09-13T15:34:02.097" v="2184" actId="47"/>
        <pc:sldMkLst>
          <pc:docMk/>
          <pc:sldMk cId="846468159" sldId="427"/>
        </pc:sldMkLst>
      </pc:sldChg>
      <pc:sldChg chg="modSp mod">
        <pc:chgData name="Schafer, Ryfka" userId="318b1ac2-30d3-4beb-81ce-7e66308a1db1" providerId="ADAL" clId="{9D25CB24-CCAD-4A02-85A0-6855120C96AA}" dt="2021-09-09T20:10:07.798" v="2047" actId="20577"/>
        <pc:sldMkLst>
          <pc:docMk/>
          <pc:sldMk cId="2430769614" sldId="429"/>
        </pc:sldMkLst>
      </pc:sldChg>
      <pc:sldChg chg="delSp modSp new del mod ord">
        <pc:chgData name="Schafer, Ryfka" userId="318b1ac2-30d3-4beb-81ce-7e66308a1db1" providerId="ADAL" clId="{9D25CB24-CCAD-4A02-85A0-6855120C96AA}" dt="2021-09-13T17:29:54.163" v="2258" actId="47"/>
        <pc:sldMkLst>
          <pc:docMk/>
          <pc:sldMk cId="3086666763" sldId="430"/>
        </pc:sldMkLst>
      </pc:sldChg>
      <pc:sldChg chg="addSp delSp modSp new mod ord modNotesTx">
        <pc:chgData name="Schafer, Ryfka" userId="318b1ac2-30d3-4beb-81ce-7e66308a1db1" providerId="ADAL" clId="{9D25CB24-CCAD-4A02-85A0-6855120C96AA}" dt="2021-09-08T15:43:50.942" v="1592"/>
        <pc:sldMkLst>
          <pc:docMk/>
          <pc:sldMk cId="314089134" sldId="431"/>
        </pc:sldMkLst>
      </pc:sldChg>
      <pc:sldChg chg="delSp modSp new mod ord">
        <pc:chgData name="Schafer, Ryfka" userId="318b1ac2-30d3-4beb-81ce-7e66308a1db1" providerId="ADAL" clId="{9D25CB24-CCAD-4A02-85A0-6855120C96AA}" dt="2021-09-08T15:43:15.888" v="1590"/>
        <pc:sldMkLst>
          <pc:docMk/>
          <pc:sldMk cId="2008932911" sldId="432"/>
        </pc:sldMkLst>
      </pc:sldChg>
      <pc:sldChg chg="modSp new mod modNotesTx">
        <pc:chgData name="Schafer, Ryfka" userId="318b1ac2-30d3-4beb-81ce-7e66308a1db1" providerId="ADAL" clId="{9D25CB24-CCAD-4A02-85A0-6855120C96AA}" dt="2021-09-14T15:44:09.977" v="2298" actId="20577"/>
        <pc:sldMkLst>
          <pc:docMk/>
          <pc:sldMk cId="1791855424" sldId="433"/>
        </pc:sldMkLst>
      </pc:sldChg>
      <pc:sldChg chg="addSp modSp new mod ord">
        <pc:chgData name="Schafer, Ryfka" userId="318b1ac2-30d3-4beb-81ce-7e66308a1db1" providerId="ADAL" clId="{9D25CB24-CCAD-4A02-85A0-6855120C96AA}" dt="2021-09-09T20:11:49.301" v="2080" actId="20577"/>
        <pc:sldMkLst>
          <pc:docMk/>
          <pc:sldMk cId="1377303844" sldId="434"/>
        </pc:sldMkLst>
      </pc:sldChg>
      <pc:sldChg chg="addSp delSp modSp new mod ord">
        <pc:chgData name="Schafer, Ryfka" userId="318b1ac2-30d3-4beb-81ce-7e66308a1db1" providerId="ADAL" clId="{9D25CB24-CCAD-4A02-85A0-6855120C96AA}" dt="2021-09-08T23:11:06.115" v="1876" actId="20577"/>
        <pc:sldMkLst>
          <pc:docMk/>
          <pc:sldMk cId="2664611816" sldId="435"/>
        </pc:sldMkLst>
      </pc:sldChg>
      <pc:sldChg chg="modSp new mod ord modNotesTx">
        <pc:chgData name="Schafer, Ryfka" userId="318b1ac2-30d3-4beb-81ce-7e66308a1db1" providerId="ADAL" clId="{9D25CB24-CCAD-4A02-85A0-6855120C96AA}" dt="2021-09-03T21:47:02.294" v="1548"/>
        <pc:sldMkLst>
          <pc:docMk/>
          <pc:sldMk cId="2488339942" sldId="436"/>
        </pc:sldMkLst>
      </pc:sldChg>
      <pc:sldChg chg="modSp new del mod modNotesTx">
        <pc:chgData name="Schafer, Ryfka" userId="318b1ac2-30d3-4beb-81ce-7e66308a1db1" providerId="ADAL" clId="{9D25CB24-CCAD-4A02-85A0-6855120C96AA}" dt="2021-09-03T21:40:54.963" v="1466" actId="47"/>
        <pc:sldMkLst>
          <pc:docMk/>
          <pc:sldMk cId="2517742133" sldId="436"/>
        </pc:sldMkLst>
      </pc:sldChg>
      <pc:sldChg chg="addSp delSp modSp new mod modNotesTx">
        <pc:chgData name="Schafer, Ryfka" userId="318b1ac2-30d3-4beb-81ce-7e66308a1db1" providerId="ADAL" clId="{9D25CB24-CCAD-4A02-85A0-6855120C96AA}" dt="2021-09-08T15:46:40.708" v="1754" actId="1076"/>
        <pc:sldMkLst>
          <pc:docMk/>
          <pc:sldMk cId="3348854112" sldId="437"/>
        </pc:sldMkLst>
      </pc:sldChg>
      <pc:sldChg chg="modSp new del mod">
        <pc:chgData name="Schafer, Ryfka" userId="318b1ac2-30d3-4beb-81ce-7e66308a1db1" providerId="ADAL" clId="{9D25CB24-CCAD-4A02-85A0-6855120C96AA}" dt="2021-09-03T21:40:55.882" v="1467" actId="47"/>
        <pc:sldMkLst>
          <pc:docMk/>
          <pc:sldMk cId="3504915290" sldId="437"/>
        </pc:sldMkLst>
      </pc:sldChg>
      <pc:sldChg chg="modSp new mod">
        <pc:chgData name="Schafer, Ryfka" userId="318b1ac2-30d3-4beb-81ce-7e66308a1db1" providerId="ADAL" clId="{9D25CB24-CCAD-4A02-85A0-6855120C96AA}" dt="2021-09-08T15:47:43.528" v="1825" actId="20577"/>
        <pc:sldMkLst>
          <pc:docMk/>
          <pc:sldMk cId="1487290898" sldId="438"/>
        </pc:sldMkLst>
      </pc:sldChg>
      <pc:sldChg chg="modSp new del mod">
        <pc:chgData name="Schafer, Ryfka" userId="318b1ac2-30d3-4beb-81ce-7e66308a1db1" providerId="ADAL" clId="{9D25CB24-CCAD-4A02-85A0-6855120C96AA}" dt="2021-09-03T21:40:56.532" v="1468" actId="47"/>
        <pc:sldMkLst>
          <pc:docMk/>
          <pc:sldMk cId="3771825748" sldId="438"/>
        </pc:sldMkLst>
      </pc:sldChg>
      <pc:sldChg chg="modSp new del mod">
        <pc:chgData name="Schafer, Ryfka" userId="318b1ac2-30d3-4beb-81ce-7e66308a1db1" providerId="ADAL" clId="{9D25CB24-CCAD-4A02-85A0-6855120C96AA}" dt="2021-09-09T14:21:50.354" v="1939" actId="47"/>
        <pc:sldMkLst>
          <pc:docMk/>
          <pc:sldMk cId="1077020317" sldId="439"/>
        </pc:sldMkLst>
      </pc:sldChg>
      <pc:sldChg chg="new del">
        <pc:chgData name="Schafer, Ryfka" userId="318b1ac2-30d3-4beb-81ce-7e66308a1db1" providerId="ADAL" clId="{9D25CB24-CCAD-4A02-85A0-6855120C96AA}" dt="2021-09-09T14:22:54.522" v="1941" actId="680"/>
        <pc:sldMkLst>
          <pc:docMk/>
          <pc:sldMk cId="1089063174" sldId="439"/>
        </pc:sldMkLst>
      </pc:sldChg>
      <pc:sldChg chg="addSp delSp modSp new mod ord">
        <pc:chgData name="Schafer, Ryfka" userId="318b1ac2-30d3-4beb-81ce-7e66308a1db1" providerId="ADAL" clId="{9D25CB24-CCAD-4A02-85A0-6855120C96AA}" dt="2021-09-09T15:31:27.892" v="2015"/>
        <pc:sldMkLst>
          <pc:docMk/>
          <pc:sldMk cId="3193164168" sldId="439"/>
        </pc:sldMkLst>
      </pc:sldChg>
    </pc:docChg>
  </pc:docChgLst>
  <pc:docChgLst>
    <pc:chgData name="Ryfka Schafer" userId="318b1ac2-30d3-4beb-81ce-7e66308a1db1" providerId="ADAL" clId="{168174FD-E146-4FA0-9E20-62EC99926335}"/>
    <pc:docChg chg="modSld">
      <pc:chgData name="Ryfka Schafer" userId="318b1ac2-30d3-4beb-81ce-7e66308a1db1" providerId="ADAL" clId="{168174FD-E146-4FA0-9E20-62EC99926335}" dt="2025-09-05T21:30:02.162" v="14" actId="20577"/>
      <pc:docMkLst>
        <pc:docMk/>
      </pc:docMkLst>
      <pc:sldChg chg="modSp mod">
        <pc:chgData name="Ryfka Schafer" userId="318b1ac2-30d3-4beb-81ce-7e66308a1db1" providerId="ADAL" clId="{168174FD-E146-4FA0-9E20-62EC99926335}" dt="2025-09-05T16:48:30.544" v="13" actId="20577"/>
        <pc:sldMkLst>
          <pc:docMk/>
          <pc:sldMk cId="1396243056" sldId="424"/>
        </pc:sldMkLst>
        <pc:spChg chg="mod">
          <ac:chgData name="Ryfka Schafer" userId="318b1ac2-30d3-4beb-81ce-7e66308a1db1" providerId="ADAL" clId="{168174FD-E146-4FA0-9E20-62EC99926335}" dt="2025-09-05T16:48:30.544" v="13" actId="20577"/>
          <ac:spMkLst>
            <pc:docMk/>
            <pc:sldMk cId="1396243056" sldId="424"/>
            <ac:spMk id="2" creationId="{F63C8B99-B9DB-434D-8A87-E94BE753FD86}"/>
          </ac:spMkLst>
        </pc:spChg>
      </pc:sldChg>
      <pc:sldChg chg="modSp mod">
        <pc:chgData name="Ryfka Schafer" userId="318b1ac2-30d3-4beb-81ce-7e66308a1db1" providerId="ADAL" clId="{168174FD-E146-4FA0-9E20-62EC99926335}" dt="2025-09-05T21:30:02.162" v="14" actId="20577"/>
        <pc:sldMkLst>
          <pc:docMk/>
          <pc:sldMk cId="1212466898" sldId="426"/>
        </pc:sldMkLst>
        <pc:spChg chg="mod">
          <ac:chgData name="Ryfka Schafer" userId="318b1ac2-30d3-4beb-81ce-7e66308a1db1" providerId="ADAL" clId="{168174FD-E146-4FA0-9E20-62EC99926335}" dt="2025-09-05T21:30:02.162" v="14" actId="20577"/>
          <ac:spMkLst>
            <pc:docMk/>
            <pc:sldMk cId="1212466898" sldId="426"/>
            <ac:spMk id="3" creationId="{FC474E82-4250-4EF9-A9E1-0F698BFD298E}"/>
          </ac:spMkLst>
        </pc:spChg>
      </pc:sldChg>
    </pc:docChg>
  </pc:docChgLst>
  <pc:docChgLst>
    <pc:chgData name="Ryfka Schafer" userId="318b1ac2-30d3-4beb-81ce-7e66308a1db1" providerId="ADAL" clId="{6ADB8242-FC07-4006-B08C-E5283FADA5DD}"/>
    <pc:docChg chg="custSel modSld">
      <pc:chgData name="Ryfka Schafer" userId="318b1ac2-30d3-4beb-81ce-7e66308a1db1" providerId="ADAL" clId="{6ADB8242-FC07-4006-B08C-E5283FADA5DD}" dt="2025-09-19T16:10:27.917" v="69"/>
      <pc:docMkLst>
        <pc:docMk/>
      </pc:docMkLst>
      <pc:sldChg chg="addSp delSp modSp mod">
        <pc:chgData name="Ryfka Schafer" userId="318b1ac2-30d3-4beb-81ce-7e66308a1db1" providerId="ADAL" clId="{6ADB8242-FC07-4006-B08C-E5283FADA5DD}" dt="2025-09-19T16:10:27.917" v="69"/>
        <pc:sldMkLst>
          <pc:docMk/>
          <pc:sldMk cId="3899867338" sldId="428"/>
        </pc:sldMkLst>
        <pc:spChg chg="add del mod">
          <ac:chgData name="Ryfka Schafer" userId="318b1ac2-30d3-4beb-81ce-7e66308a1db1" providerId="ADAL" clId="{6ADB8242-FC07-4006-B08C-E5283FADA5DD}" dt="2025-09-18T21:11:48.933" v="37"/>
          <ac:spMkLst>
            <pc:docMk/>
            <pc:sldMk cId="3899867338" sldId="428"/>
            <ac:spMk id="3" creationId="{13207D57-9068-FE89-23E0-28110B8D0076}"/>
          </ac:spMkLst>
        </pc:spChg>
        <pc:spChg chg="add mod">
          <ac:chgData name="Ryfka Schafer" userId="318b1ac2-30d3-4beb-81ce-7e66308a1db1" providerId="ADAL" clId="{6ADB8242-FC07-4006-B08C-E5283FADA5DD}" dt="2025-09-19T16:10:27.917" v="69"/>
          <ac:spMkLst>
            <pc:docMk/>
            <pc:sldMk cId="3899867338" sldId="428"/>
            <ac:spMk id="3" creationId="{2184B4BF-FF45-CB08-5238-FE4552484C37}"/>
          </ac:spMkLst>
        </pc:spChg>
        <pc:spChg chg="add del mod">
          <ac:chgData name="Ryfka Schafer" userId="318b1ac2-30d3-4beb-81ce-7e66308a1db1" providerId="ADAL" clId="{6ADB8242-FC07-4006-B08C-E5283FADA5DD}" dt="2025-09-18T16:47:50.898" v="19"/>
          <ac:spMkLst>
            <pc:docMk/>
            <pc:sldMk cId="3899867338" sldId="428"/>
            <ac:spMk id="3" creationId="{A2E447A1-DFEC-7E13-5C1B-C5A1D53D4E35}"/>
          </ac:spMkLst>
        </pc:spChg>
        <pc:spChg chg="add del mod">
          <ac:chgData name="Ryfka Schafer" userId="318b1ac2-30d3-4beb-81ce-7e66308a1db1" providerId="ADAL" clId="{6ADB8242-FC07-4006-B08C-E5283FADA5DD}" dt="2025-09-18T21:15:17.045" v="43"/>
          <ac:spMkLst>
            <pc:docMk/>
            <pc:sldMk cId="3899867338" sldId="428"/>
            <ac:spMk id="4" creationId="{66F786AA-424F-80E1-62DF-13EDE42664F6}"/>
          </ac:spMkLst>
        </pc:spChg>
        <pc:spChg chg="add del mod">
          <ac:chgData name="Ryfka Schafer" userId="318b1ac2-30d3-4beb-81ce-7e66308a1db1" providerId="ADAL" clId="{6ADB8242-FC07-4006-B08C-E5283FADA5DD}" dt="2025-09-18T16:47:41.721" v="13"/>
          <ac:spMkLst>
            <pc:docMk/>
            <pc:sldMk cId="3899867338" sldId="428"/>
            <ac:spMk id="4" creationId="{B263456C-65AC-C3F8-D39B-2C2982417567}"/>
          </ac:spMkLst>
        </pc:spChg>
        <pc:spChg chg="del mod">
          <ac:chgData name="Ryfka Schafer" userId="318b1ac2-30d3-4beb-81ce-7e66308a1db1" providerId="ADAL" clId="{6ADB8242-FC07-4006-B08C-E5283FADA5DD}" dt="2025-09-18T21:15:23.752" v="47"/>
          <ac:spMkLst>
            <pc:docMk/>
            <pc:sldMk cId="3899867338" sldId="428"/>
            <ac:spMk id="5" creationId="{2AED77C1-69C8-2E61-7C20-ABA0D61391E5}"/>
          </ac:spMkLst>
        </pc:spChg>
        <pc:spChg chg="add del mod">
          <ac:chgData name="Ryfka Schafer" userId="318b1ac2-30d3-4beb-81ce-7e66308a1db1" providerId="ADAL" clId="{6ADB8242-FC07-4006-B08C-E5283FADA5DD}" dt="2025-09-18T16:52:04.894" v="25"/>
          <ac:spMkLst>
            <pc:docMk/>
            <pc:sldMk cId="3899867338" sldId="428"/>
            <ac:spMk id="5" creationId="{AF209FDC-42C3-AA3E-3ABB-76FAA0594BD2}"/>
          </ac:spMkLst>
        </pc:spChg>
        <pc:spChg chg="add del mod">
          <ac:chgData name="Ryfka Schafer" userId="318b1ac2-30d3-4beb-81ce-7e66308a1db1" providerId="ADAL" clId="{6ADB8242-FC07-4006-B08C-E5283FADA5DD}" dt="2025-09-18T18:55:41.535" v="31"/>
          <ac:spMkLst>
            <pc:docMk/>
            <pc:sldMk cId="3899867338" sldId="428"/>
            <ac:spMk id="6" creationId="{12C4F856-38D4-53C6-5560-6B5D8E916205}"/>
          </ac:spMkLst>
        </pc:spChg>
        <pc:spChg chg="add del mod">
          <ac:chgData name="Ryfka Schafer" userId="318b1ac2-30d3-4beb-81ce-7e66308a1db1" providerId="ADAL" clId="{6ADB8242-FC07-4006-B08C-E5283FADA5DD}" dt="2025-09-18T21:29:36.671" v="53"/>
          <ac:spMkLst>
            <pc:docMk/>
            <pc:sldMk cId="3899867338" sldId="428"/>
            <ac:spMk id="6" creationId="{7962085D-16C7-CBF3-2520-5E6807A86D07}"/>
          </ac:spMkLst>
        </pc:spChg>
        <pc:spChg chg="add del mod">
          <ac:chgData name="Ryfka Schafer" userId="318b1ac2-30d3-4beb-81ce-7e66308a1db1" providerId="ADAL" clId="{6ADB8242-FC07-4006-B08C-E5283FADA5DD}" dt="2025-09-18T21:30:05.153" v="59"/>
          <ac:spMkLst>
            <pc:docMk/>
            <pc:sldMk cId="3899867338" sldId="428"/>
            <ac:spMk id="7" creationId="{B0EEF18C-51CB-DCD7-2232-8DEFE5CCE7F1}"/>
          </ac:spMkLst>
        </pc:spChg>
        <pc:spChg chg="add del mod">
          <ac:chgData name="Ryfka Schafer" userId="318b1ac2-30d3-4beb-81ce-7e66308a1db1" providerId="ADAL" clId="{6ADB8242-FC07-4006-B08C-E5283FADA5DD}" dt="2025-09-19T16:10:27.019" v="65"/>
          <ac:spMkLst>
            <pc:docMk/>
            <pc:sldMk cId="3899867338" sldId="428"/>
            <ac:spMk id="8" creationId="{58B239DB-66AE-674F-A9DA-93604144BD60}"/>
          </ac:spMkLst>
        </pc:spChg>
      </pc:sldChg>
    </pc:docChg>
  </pc:docChgLst>
  <pc:docChgLst>
    <pc:chgData name="Schafer, Ryfka" userId="318b1ac2-30d3-4beb-81ce-7e66308a1db1" providerId="ADAL" clId="{E53F9924-FA05-4AC8-899C-52FDB22E58CB}"/>
    <pc:docChg chg="delSld modSld">
      <pc:chgData name="Schafer, Ryfka" userId="318b1ac2-30d3-4beb-81ce-7e66308a1db1" providerId="ADAL" clId="{E53F9924-FA05-4AC8-899C-52FDB22E58CB}" dt="2023-05-30T21:30:08.935" v="30" actId="20577"/>
      <pc:docMkLst>
        <pc:docMk/>
      </pc:docMkLst>
      <pc:sldChg chg="modSp mod">
        <pc:chgData name="Schafer, Ryfka" userId="318b1ac2-30d3-4beb-81ce-7e66308a1db1" providerId="ADAL" clId="{E53F9924-FA05-4AC8-899C-52FDB22E58CB}" dt="2023-05-30T20:48:57.937" v="0" actId="20577"/>
        <pc:sldMkLst>
          <pc:docMk/>
          <pc:sldMk cId="2098443568" sldId="421"/>
        </pc:sldMkLst>
      </pc:sldChg>
      <pc:sldChg chg="del">
        <pc:chgData name="Schafer, Ryfka" userId="318b1ac2-30d3-4beb-81ce-7e66308a1db1" providerId="ADAL" clId="{E53F9924-FA05-4AC8-899C-52FDB22E58CB}" dt="2023-05-30T20:58:10.655" v="1" actId="47"/>
        <pc:sldMkLst>
          <pc:docMk/>
          <pc:sldMk cId="2008932911" sldId="432"/>
        </pc:sldMkLst>
      </pc:sldChg>
      <pc:sldChg chg="modSp mod">
        <pc:chgData name="Schafer, Ryfka" userId="318b1ac2-30d3-4beb-81ce-7e66308a1db1" providerId="ADAL" clId="{E53F9924-FA05-4AC8-899C-52FDB22E58CB}" dt="2023-05-30T21:30:08.935" v="30" actId="20577"/>
        <pc:sldMkLst>
          <pc:docMk/>
          <pc:sldMk cId="1791855424" sldId="433"/>
        </pc:sldMkLst>
      </pc:sldChg>
      <pc:sldChg chg="del">
        <pc:chgData name="Schafer, Ryfka" userId="318b1ac2-30d3-4beb-81ce-7e66308a1db1" providerId="ADAL" clId="{E53F9924-FA05-4AC8-899C-52FDB22E58CB}" dt="2023-05-30T20:58:12.132" v="3" actId="47"/>
        <pc:sldMkLst>
          <pc:docMk/>
          <pc:sldMk cId="3348854112" sldId="437"/>
        </pc:sldMkLst>
      </pc:sldChg>
      <pc:sldChg chg="del">
        <pc:chgData name="Schafer, Ryfka" userId="318b1ac2-30d3-4beb-81ce-7e66308a1db1" providerId="ADAL" clId="{E53F9924-FA05-4AC8-899C-52FDB22E58CB}" dt="2023-05-30T20:58:11.454" v="2" actId="47"/>
        <pc:sldMkLst>
          <pc:docMk/>
          <pc:sldMk cId="1487290898" sldId="438"/>
        </pc:sldMkLst>
      </pc:sldChg>
      <pc:sldChg chg="modSp mod">
        <pc:chgData name="Schafer, Ryfka" userId="318b1ac2-30d3-4beb-81ce-7e66308a1db1" providerId="ADAL" clId="{E53F9924-FA05-4AC8-899C-52FDB22E58CB}" dt="2023-05-30T21:18:09.893" v="11" actId="20577"/>
        <pc:sldMkLst>
          <pc:docMk/>
          <pc:sldMk cId="3749847115" sldId="465"/>
        </pc:sldMkLst>
      </pc:sldChg>
    </pc:docChg>
  </pc:docChgLst>
  <pc:docChgLst>
    <pc:chgData name="Ryfka Schafer" userId="318b1ac2-30d3-4beb-81ce-7e66308a1db1" providerId="ADAL" clId="{37CF7386-CF49-4013-B659-A04A2C571052}"/>
    <pc:docChg chg="custSel modSld">
      <pc:chgData name="Ryfka Schafer" userId="318b1ac2-30d3-4beb-81ce-7e66308a1db1" providerId="ADAL" clId="{37CF7386-CF49-4013-B659-A04A2C571052}" dt="2025-01-21T22:12:42.745" v="41"/>
      <pc:docMkLst>
        <pc:docMk/>
      </pc:docMkLst>
      <pc:sldChg chg="addSp delSp modSp mod">
        <pc:chgData name="Ryfka Schafer" userId="318b1ac2-30d3-4beb-81ce-7e66308a1db1" providerId="ADAL" clId="{37CF7386-CF49-4013-B659-A04A2C571052}" dt="2025-01-21T22:12:06.674" v="35"/>
        <pc:sldMkLst>
          <pc:docMk/>
          <pc:sldMk cId="2543712897" sldId="425"/>
        </pc:sldMkLst>
      </pc:sldChg>
      <pc:sldChg chg="addSp delSp modSp mod">
        <pc:chgData name="Ryfka Schafer" userId="318b1ac2-30d3-4beb-81ce-7e66308a1db1" providerId="ADAL" clId="{37CF7386-CF49-4013-B659-A04A2C571052}" dt="2025-01-21T22:12:42.745" v="41"/>
        <pc:sldMkLst>
          <pc:docMk/>
          <pc:sldMk cId="3899867338" sldId="428"/>
        </pc:sldMkLst>
      </pc:sldChg>
    </pc:docChg>
  </pc:docChgLst>
  <pc:docChgLst>
    <pc:chgData name="Schafer, Ryfka" userId="318b1ac2-30d3-4beb-81ce-7e66308a1db1" providerId="ADAL" clId="{CDE5ADC1-955C-4987-919A-4CDBAFACE2FA}"/>
    <pc:docChg chg="undo custSel addSld delSld modSld">
      <pc:chgData name="Schafer, Ryfka" userId="318b1ac2-30d3-4beb-81ce-7e66308a1db1" providerId="ADAL" clId="{CDE5ADC1-955C-4987-919A-4CDBAFACE2FA}" dt="2020-09-11T21:09:23.859" v="507" actId="47"/>
      <pc:docMkLst>
        <pc:docMk/>
      </pc:docMkLst>
      <pc:sldChg chg="modSp mod">
        <pc:chgData name="Schafer, Ryfka" userId="318b1ac2-30d3-4beb-81ce-7e66308a1db1" providerId="ADAL" clId="{CDE5ADC1-955C-4987-919A-4CDBAFACE2FA}" dt="2020-09-09T22:33:45.495" v="85" actId="14100"/>
        <pc:sldMkLst>
          <pc:docMk/>
          <pc:sldMk cId="3149790407" sldId="420"/>
        </pc:sldMkLst>
      </pc:sldChg>
      <pc:sldChg chg="modSp mod">
        <pc:chgData name="Schafer, Ryfka" userId="318b1ac2-30d3-4beb-81ce-7e66308a1db1" providerId="ADAL" clId="{CDE5ADC1-955C-4987-919A-4CDBAFACE2FA}" dt="2020-09-09T22:33:59.505" v="109" actId="20577"/>
        <pc:sldMkLst>
          <pc:docMk/>
          <pc:sldMk cId="2098443568" sldId="421"/>
        </pc:sldMkLst>
      </pc:sldChg>
      <pc:sldChg chg="modSp mod">
        <pc:chgData name="Schafer, Ryfka" userId="318b1ac2-30d3-4beb-81ce-7e66308a1db1" providerId="ADAL" clId="{CDE5ADC1-955C-4987-919A-4CDBAFACE2FA}" dt="2020-09-11T15:43:36.989" v="506" actId="20577"/>
        <pc:sldMkLst>
          <pc:docMk/>
          <pc:sldMk cId="2626908146" sldId="424"/>
        </pc:sldMkLst>
      </pc:sldChg>
      <pc:sldChg chg="delSp modSp modNotesTx">
        <pc:chgData name="Schafer, Ryfka" userId="318b1ac2-30d3-4beb-81ce-7e66308a1db1" providerId="ADAL" clId="{CDE5ADC1-955C-4987-919A-4CDBAFACE2FA}" dt="2020-09-10T16:48:24.997" v="242" actId="1076"/>
        <pc:sldMkLst>
          <pc:docMk/>
          <pc:sldMk cId="2543712897" sldId="425"/>
        </pc:sldMkLst>
      </pc:sldChg>
      <pc:sldChg chg="delSp modSp mod delAnim">
        <pc:chgData name="Schafer, Ryfka" userId="318b1ac2-30d3-4beb-81ce-7e66308a1db1" providerId="ADAL" clId="{CDE5ADC1-955C-4987-919A-4CDBAFACE2FA}" dt="2020-09-08T21:09:31.011" v="5" actId="20577"/>
        <pc:sldMkLst>
          <pc:docMk/>
          <pc:sldMk cId="1212466898" sldId="426"/>
        </pc:sldMkLst>
      </pc:sldChg>
      <pc:sldChg chg="modSp mod">
        <pc:chgData name="Schafer, Ryfka" userId="318b1ac2-30d3-4beb-81ce-7e66308a1db1" providerId="ADAL" clId="{CDE5ADC1-955C-4987-919A-4CDBAFACE2FA}" dt="2020-09-11T15:43:07.523" v="492" actId="20577"/>
        <pc:sldMkLst>
          <pc:docMk/>
          <pc:sldMk cId="846468159" sldId="427"/>
        </pc:sldMkLst>
      </pc:sldChg>
      <pc:sldChg chg="addSp modSp new">
        <pc:chgData name="Schafer, Ryfka" userId="318b1ac2-30d3-4beb-81ce-7e66308a1db1" providerId="ADAL" clId="{CDE5ADC1-955C-4987-919A-4CDBAFACE2FA}" dt="2020-09-10T20:43:24.334" v="487" actId="1076"/>
        <pc:sldMkLst>
          <pc:docMk/>
          <pc:sldMk cId="3899867338" sldId="428"/>
        </pc:sldMkLst>
      </pc:sldChg>
      <pc:sldChg chg="new del">
        <pc:chgData name="Schafer, Ryfka" userId="318b1ac2-30d3-4beb-81ce-7e66308a1db1" providerId="ADAL" clId="{CDE5ADC1-955C-4987-919A-4CDBAFACE2FA}" dt="2020-09-10T18:24:15.778" v="316" actId="680"/>
        <pc:sldMkLst>
          <pc:docMk/>
          <pc:sldMk cId="581151781" sldId="429"/>
        </pc:sldMkLst>
      </pc:sldChg>
      <pc:sldChg chg="addSp modSp new del mod">
        <pc:chgData name="Schafer, Ryfka" userId="318b1ac2-30d3-4beb-81ce-7e66308a1db1" providerId="ADAL" clId="{CDE5ADC1-955C-4987-919A-4CDBAFACE2FA}" dt="2020-09-11T21:09:23.859" v="507" actId="47"/>
        <pc:sldMkLst>
          <pc:docMk/>
          <pc:sldMk cId="1247249941" sldId="429"/>
        </pc:sldMkLst>
      </pc:sldChg>
      <pc:sldChg chg="new del">
        <pc:chgData name="Schafer, Ryfka" userId="318b1ac2-30d3-4beb-81ce-7e66308a1db1" providerId="ADAL" clId="{CDE5ADC1-955C-4987-919A-4CDBAFACE2FA}" dt="2020-09-10T18:24:26.157" v="318" actId="47"/>
        <pc:sldMkLst>
          <pc:docMk/>
          <pc:sldMk cId="2790104698" sldId="42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4888D498-CA9B-8D40-B07D-EB92BE597C17}" type="datetimeFigureOut">
              <a:rPr lang="en-US" smtClean="0"/>
              <a:t>9/19/2025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7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13AAC0AE-F2B6-6846-ABA1-89ECC7B4183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72" tIns="46586" rIns="93172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200"/>
            </a:lvl1pPr>
          </a:lstStyle>
          <a:p>
            <a:fld id="{75EC4D74-3CE0-A14E-94A9-E88D6AC0C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Commercialization of ideas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4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03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 table</a:t>
            </a:r>
          </a:p>
          <a:p>
            <a:r>
              <a:rPr lang="en-US" dirty="0"/>
              <a:t>by or with others oneself</a:t>
            </a:r>
          </a:p>
          <a:p>
            <a:r>
              <a:rPr lang="en-US" dirty="0"/>
              <a:t>Due? When</a:t>
            </a:r>
          </a:p>
          <a:p>
            <a:r>
              <a:rPr lang="en-US" dirty="0"/>
              <a:t>Use the slides and internet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8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9E2BFF-0B83-4EEC-B349-6032F0DFE8E4}"/>
              </a:ext>
            </a:extLst>
          </p:cNvPr>
          <p:cNvSpPr/>
          <p:nvPr userDrawn="1"/>
        </p:nvSpPr>
        <p:spPr>
          <a:xfrm rot="10800000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62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3295142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/>
              <a:t>Click to edit optional sub-header</a:t>
            </a:r>
            <a:br>
              <a:rPr lang="en-US"/>
            </a:br>
            <a:r>
              <a:rPr lang="en-US"/>
              <a:t>Arial, 12pt, sentence case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728216" y="2230871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ARIAL, 20PT, UPPERCASE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8CD39B6-2E49-4642-967A-D62CD650C9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36022" y="424100"/>
            <a:ext cx="1071956" cy="13748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9701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4008736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2947379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3" name="Picture 2" descr="A large building&#10;&#10;Description automatically generated">
            <a:extLst>
              <a:ext uri="{FF2B5EF4-FFF2-40B4-BE49-F238E27FC236}">
                <a16:creationId xmlns:a16="http://schemas.microsoft.com/office/drawing/2014/main" id="{0F5107FE-B099-49F5-9A06-956B06276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82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2" name="Picture 1" descr="A large building&#10;&#10;Description automatically generated">
            <a:extLst>
              <a:ext uri="{FF2B5EF4-FFF2-40B4-BE49-F238E27FC236}">
                <a16:creationId xmlns:a16="http://schemas.microsoft.com/office/drawing/2014/main" id="{E1234ECC-ADCC-46AC-9691-CE80D2E9AC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7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2793883" y="8682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793883" y="10206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509695" y="2243735"/>
            <a:ext cx="209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2597CB"/>
                </a:solidFill>
              </a:rPr>
              <a:t>AGENDA</a:t>
            </a:r>
            <a:endParaRPr lang="en-US" sz="3200">
              <a:solidFill>
                <a:srgbClr val="2597C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233738" y="1075638"/>
            <a:ext cx="5203825" cy="3162035"/>
          </a:xfrm>
        </p:spPr>
        <p:txBody>
          <a:bodyPr/>
          <a:lstStyle>
            <a:lvl1pPr>
              <a:buClr>
                <a:srgbClr val="2597CB"/>
              </a:buClr>
              <a:defRPr>
                <a:solidFill>
                  <a:srgbClr val="414042"/>
                </a:solidFill>
              </a:defRPr>
            </a:lvl1pPr>
            <a:lvl2pPr>
              <a:buClr>
                <a:srgbClr val="2597CB"/>
              </a:buClr>
              <a:defRPr>
                <a:solidFill>
                  <a:srgbClr val="414042"/>
                </a:solidFill>
              </a:defRPr>
            </a:lvl2pPr>
            <a:lvl3pPr>
              <a:buClr>
                <a:srgbClr val="2597CB"/>
              </a:buClr>
              <a:defRPr>
                <a:solidFill>
                  <a:srgbClr val="414042"/>
                </a:solidFill>
              </a:defRPr>
            </a:lvl3pPr>
            <a:lvl4pPr>
              <a:buClr>
                <a:srgbClr val="2597CB"/>
              </a:buClr>
              <a:defRPr/>
            </a:lvl4pPr>
            <a:lvl5pPr>
              <a:buClr>
                <a:srgbClr val="2597CB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9158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865565"/>
            <a:ext cx="7746421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92306" y="866121"/>
            <a:ext cx="7765894" cy="2379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1207501"/>
            <a:ext cx="7746421" cy="324522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41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AC10F0B-0123-4229-8555-D91EFBF82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7" y="865565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0598F9A-D406-4367-9FD6-44DB1EEC84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2151" y="857250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703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38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DFE816-852F-4EC5-8BA8-2C49BCA56D83}"/>
              </a:ext>
            </a:extLst>
          </p:cNvPr>
          <p:cNvSpPr/>
          <p:nvPr userDrawn="1"/>
        </p:nvSpPr>
        <p:spPr>
          <a:xfrm>
            <a:off x="0" y="4827579"/>
            <a:ext cx="9144000" cy="323236"/>
          </a:xfrm>
          <a:prstGeom prst="rect">
            <a:avLst/>
          </a:prstGeom>
          <a:solidFill>
            <a:srgbClr val="DB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944" y="164592"/>
            <a:ext cx="7735824" cy="3840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style42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>
          <a:xfrm>
            <a:off x="685800" y="865565"/>
            <a:ext cx="7759699" cy="37667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0B3E-7DA0-47E4-9748-B24A0208F1CA}"/>
              </a:ext>
            </a:extLst>
          </p:cNvPr>
          <p:cNvSpPr txBox="1"/>
          <p:nvPr userDrawn="1"/>
        </p:nvSpPr>
        <p:spPr>
          <a:xfrm>
            <a:off x="8360163" y="4923587"/>
            <a:ext cx="496793" cy="110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98DCDC1-55DC-4367-A313-31C40E88617A}" type="slidenum">
              <a:rPr lang="en-US" sz="700" smtClean="0">
                <a:solidFill>
                  <a:srgbClr val="414042"/>
                </a:solidFill>
              </a:rPr>
              <a:t>‹#›</a:t>
            </a:fld>
            <a:endParaRPr lang="en-US" sz="700" dirty="0">
              <a:solidFill>
                <a:srgbClr val="4140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7DAE6-672D-4E30-B617-4C20C7FB20BD}"/>
              </a:ext>
            </a:extLst>
          </p:cNvPr>
          <p:cNvSpPr txBox="1"/>
          <p:nvPr userDrawn="1"/>
        </p:nvSpPr>
        <p:spPr>
          <a:xfrm>
            <a:off x="194553" y="4260715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err="1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6789-9FDA-46BC-9875-217FC8534140}"/>
              </a:ext>
            </a:extLst>
          </p:cNvPr>
          <p:cNvSpPr txBox="1"/>
          <p:nvPr userDrawn="1"/>
        </p:nvSpPr>
        <p:spPr>
          <a:xfrm>
            <a:off x="694944" y="4866086"/>
            <a:ext cx="3384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Business &amp; Marketing, Economics, and Digital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75B59-9310-4D12-B8AB-3D539D27C359}"/>
              </a:ext>
            </a:extLst>
          </p:cNvPr>
          <p:cNvSpPr txBox="1"/>
          <p:nvPr userDrawn="1"/>
        </p:nvSpPr>
        <p:spPr>
          <a:xfrm>
            <a:off x="7774169" y="4855795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2020/2021</a:t>
            </a: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D7F0F3-F14F-4231-B370-8C5A4CDF59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30075" y="4500484"/>
            <a:ext cx="416155" cy="5337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538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46" r:id="rId2"/>
    <p:sldLayoutId id="2147483847" r:id="rId3"/>
    <p:sldLayoutId id="2147483844" r:id="rId4"/>
    <p:sldLayoutId id="2147483845" r:id="rId5"/>
    <p:sldLayoutId id="2147483834" r:id="rId6"/>
    <p:sldLayoutId id="2147483836" r:id="rId7"/>
    <p:sldLayoutId id="2147483839" r:id="rId8"/>
    <p:sldLayoutId id="2147483782" r:id="rId9"/>
    <p:sldLayoutId id="2147483848" r:id="rId10"/>
    <p:sldLayoutId id="214748381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597CB"/>
        </a:buClr>
        <a:buSzPct val="140000"/>
        <a:buFont typeface="Arial"/>
        <a:buChar char="•"/>
        <a:defRPr sz="16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1pPr>
      <a:lvl2pPr marL="687388" indent="-234950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Courier New" charset="0"/>
        <a:buChar char="o"/>
        <a:defRPr sz="14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2pPr>
      <a:lvl3pPr marL="11414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Arial"/>
        <a:buChar char="•"/>
        <a:defRPr sz="12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3pPr>
      <a:lvl4pPr marL="160178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SzPct val="60000"/>
        <a:buFont typeface="Courier New" charset="0"/>
        <a:buChar char="o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58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Font typeface="Arial"/>
        <a:buChar char="•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F26B43"/>
          </p15:clr>
        </p15:guide>
        <p15:guide id="2" pos="5328" userDrawn="1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3156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orient="horz" pos="17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www.thebluediamondgallery.com/wooden-tile/b/business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luediamondgallery.com/wooden-tile/c/commerce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technofaq.org/posts/2016/02/18-secrets-of-marketing-techniques-to-improve-your-business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sa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6/08/technology-and-your-business-what-you-need-to-know-to-survive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hyperlink" Target="http://www.rorishay.com/" TargetMode="External"/><Relationship Id="rId7" Type="http://schemas.openxmlformats.org/officeDocument/2006/relationships/image" Target="../media/image10.jpeg"/><Relationship Id="rId2" Type="http://schemas.openxmlformats.org/officeDocument/2006/relationships/hyperlink" Target="https://www.amazon.com/ELECTED-Elected-Book-Rori-Shay-ebook/dp/B07BS2WTX4/ref=sr_1_3?dchild=1&amp;keywords=rori+shay&amp;qid=1599508798&amp;sr=8-3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youtube.com/watch?v=4_WxiVDEh4c" TargetMode="External"/><Relationship Id="rId5" Type="http://schemas.openxmlformats.org/officeDocument/2006/relationships/hyperlink" Target="https://www.amazon.com/Litter-Picker-Sticker/dp/B07R1ST1PF/ref=sr_1_2?dchild=1&amp;keywords=litter+picker+sticker&amp;qid=1599509078&amp;sr=8-2" TargetMode="External"/><Relationship Id="rId10" Type="http://schemas.openxmlformats.org/officeDocument/2006/relationships/image" Target="../media/image13.jpeg"/><Relationship Id="rId4" Type="http://schemas.openxmlformats.org/officeDocument/2006/relationships/hyperlink" Target="https://www.etsy.com/listing/635308084/litter-picker-sticker?ga_order=most_relevant&amp;ga_search_type=all&amp;ga_view_type=gallery&amp;ga_search_query=litter+picker+sticker&amp;ref=sr_gallery-1-1&amp;organic_search_click=1&amp;frs=1" TargetMode="External"/><Relationship Id="rId9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A2A26-3540-40B1-B7BC-75863235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711" y="2230871"/>
            <a:ext cx="6265333" cy="952270"/>
          </a:xfrm>
        </p:spPr>
        <p:txBody>
          <a:bodyPr/>
          <a:lstStyle/>
          <a:p>
            <a:r>
              <a:rPr lang="en-US" dirty="0"/>
              <a:t>Business &amp; Marketing and Econ</a:t>
            </a:r>
            <a:br>
              <a:rPr lang="en-US" dirty="0"/>
            </a:br>
            <a:r>
              <a:rPr lang="en-US" dirty="0"/>
              <a:t>Mrs. Ryfka Schafer</a:t>
            </a:r>
          </a:p>
        </p:txBody>
      </p:sp>
    </p:spTree>
    <p:extLst>
      <p:ext uri="{BB962C8B-B14F-4D97-AF65-F5344CB8AC3E}">
        <p14:creationId xmlns:p14="http://schemas.microsoft.com/office/powerpoint/2010/main" val="314979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ADD7-387E-4013-8C84-380563E11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2288" y="1444515"/>
            <a:ext cx="5203825" cy="3162035"/>
          </a:xfrm>
        </p:spPr>
        <p:txBody>
          <a:bodyPr/>
          <a:lstStyle/>
          <a:p>
            <a:r>
              <a:rPr lang="en-US" dirty="0"/>
              <a:t>Current Business News</a:t>
            </a:r>
          </a:p>
          <a:p>
            <a:r>
              <a:rPr lang="en-US" dirty="0"/>
              <a:t>Business, Marketing, and Entrepreneurship Definitions</a:t>
            </a:r>
          </a:p>
          <a:p>
            <a:r>
              <a:rPr lang="en-US" dirty="0"/>
              <a:t>Business Formations</a:t>
            </a:r>
          </a:p>
        </p:txBody>
      </p:sp>
    </p:spTree>
    <p:extLst>
      <p:ext uri="{BB962C8B-B14F-4D97-AF65-F5344CB8AC3E}">
        <p14:creationId xmlns:p14="http://schemas.microsoft.com/office/powerpoint/2010/main" val="209844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3C8B99-B9DB-434D-8A87-E94BE753FD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100" dirty="0"/>
              <a:t>Due any class day before end of 1</a:t>
            </a:r>
            <a:r>
              <a:rPr lang="en-US" sz="1100" baseline="30000" dirty="0"/>
              <a:t>st</a:t>
            </a:r>
            <a:r>
              <a:rPr lang="en-US" sz="1100" dirty="0"/>
              <a:t> semester.</a:t>
            </a:r>
          </a:p>
          <a:p>
            <a:r>
              <a:rPr lang="en-US" sz="1100" dirty="0"/>
              <a:t>Summarize a current business news story from any news source (New York Times, CNN, Fox News, Wall Street Journal, Time Magazine, ABC news, Seattle Times, Washington Post, etc.) </a:t>
            </a:r>
            <a:r>
              <a:rPr lang="en-US" sz="1100" i="1" dirty="0"/>
              <a:t>Cannot be from social media.</a:t>
            </a:r>
          </a:p>
          <a:p>
            <a:r>
              <a:rPr lang="en-US" sz="1100" dirty="0"/>
              <a:t>Create visual slides on the news story</a:t>
            </a:r>
          </a:p>
          <a:p>
            <a:pPr lvl="1"/>
            <a:r>
              <a:rPr lang="en-US" sz="1050" dirty="0"/>
              <a:t>Slide 1: your name, title of the news article</a:t>
            </a:r>
          </a:p>
          <a:p>
            <a:pPr lvl="1"/>
            <a:r>
              <a:rPr lang="en-US" sz="1050" dirty="0"/>
              <a:t>Slide 2: summary of the business news story</a:t>
            </a:r>
          </a:p>
          <a:p>
            <a:pPr lvl="1"/>
            <a:r>
              <a:rPr lang="en-US" sz="1050" dirty="0"/>
              <a:t>Slide 3: background on the company that’s in the story</a:t>
            </a:r>
          </a:p>
          <a:p>
            <a:pPr lvl="1"/>
            <a:r>
              <a:rPr lang="en-US" sz="1050" dirty="0"/>
              <a:t>Slide 4: implications of this news on:</a:t>
            </a:r>
          </a:p>
          <a:p>
            <a:pPr lvl="2"/>
            <a:r>
              <a:rPr lang="en-US" sz="1000" dirty="0"/>
              <a:t>A) US economy</a:t>
            </a:r>
          </a:p>
          <a:p>
            <a:pPr lvl="2"/>
            <a:r>
              <a:rPr lang="en-US" sz="1000" dirty="0"/>
              <a:t>B) regulations, laws, or future policy </a:t>
            </a:r>
          </a:p>
          <a:p>
            <a:pPr lvl="2"/>
            <a:r>
              <a:rPr lang="en-US" sz="1000" dirty="0"/>
              <a:t>C) global world</a:t>
            </a:r>
          </a:p>
          <a:p>
            <a:pPr lvl="2"/>
            <a:r>
              <a:rPr lang="en-US" sz="1000" dirty="0"/>
              <a:t>D) students in this room: why is this important for us to know?/how could it affect us?</a:t>
            </a:r>
          </a:p>
          <a:p>
            <a:pPr lvl="1"/>
            <a:r>
              <a:rPr lang="en-US" sz="1050" dirty="0"/>
              <a:t>Slide 5: connection to anything specific we’ve been learning in class</a:t>
            </a:r>
          </a:p>
          <a:p>
            <a:pPr lvl="1"/>
            <a:r>
              <a:rPr lang="en-US" sz="1050" dirty="0"/>
              <a:t>Slide 6: thought provoking question(s) for the class to answer in discussion</a:t>
            </a:r>
          </a:p>
          <a:p>
            <a:pPr lvl="1"/>
            <a:r>
              <a:rPr lang="en-US" sz="1050" dirty="0"/>
              <a:t>Slide 7: source(s) used/ </a:t>
            </a:r>
            <a:r>
              <a:rPr lang="en-US" sz="1050"/>
              <a:t>work cited in MLA format</a:t>
            </a:r>
            <a:endParaRPr lang="en-US" sz="1050" dirty="0"/>
          </a:p>
          <a:p>
            <a:r>
              <a:rPr lang="en-US" sz="1100" dirty="0"/>
              <a:t>Present your screen and speak to the class on the date you chose</a:t>
            </a:r>
          </a:p>
          <a:p>
            <a:r>
              <a:rPr lang="en-US" sz="1100" dirty="0"/>
              <a:t>Need to incorporate data, graphs, or statistics (some quantitative data to back up your information)</a:t>
            </a:r>
          </a:p>
          <a:p>
            <a:r>
              <a:rPr lang="en-US" sz="1100" dirty="0"/>
              <a:t>Be professional and creative in the visual presentation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DCAB59-FA99-473E-B3E6-33939277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Business News Story – Individual Project</a:t>
            </a:r>
          </a:p>
        </p:txBody>
      </p:sp>
    </p:spTree>
    <p:extLst>
      <p:ext uri="{BB962C8B-B14F-4D97-AF65-F5344CB8AC3E}">
        <p14:creationId xmlns:p14="http://schemas.microsoft.com/office/powerpoint/2010/main" val="139624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5034-4339-404B-8356-1918D397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Business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5C695-E14E-4016-BD21-D38B63DF83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7" y="865565"/>
            <a:ext cx="3185761" cy="35542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Describe what business is in a few words or phrase (note: can’t just be “money”)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Write your words on a </a:t>
            </a:r>
            <a:r>
              <a:rPr lang="en-US" dirty="0" err="1"/>
              <a:t>stickynote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Sign your name to the sticky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Post it on one of the back whiteboards</a:t>
            </a:r>
          </a:p>
        </p:txBody>
      </p:sp>
      <p:pic>
        <p:nvPicPr>
          <p:cNvPr id="6" name="Picture 5" descr="Calendar&#10;&#10;Description automatically generated">
            <a:extLst>
              <a:ext uri="{FF2B5EF4-FFF2-40B4-BE49-F238E27FC236}">
                <a16:creationId xmlns:a16="http://schemas.microsoft.com/office/drawing/2014/main" id="{4B508389-2A37-4783-BF44-8897B36F1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22593" y="1030055"/>
            <a:ext cx="4625084" cy="30833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2982FB-7E1E-41F2-BB5E-662A51B116CB}"/>
              </a:ext>
            </a:extLst>
          </p:cNvPr>
          <p:cNvSpPr txBox="1"/>
          <p:nvPr/>
        </p:nvSpPr>
        <p:spPr>
          <a:xfrm>
            <a:off x="5063535" y="5235954"/>
            <a:ext cx="33660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://www.thebluediamondgallery.com/wooden-tile/b/business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408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425C31-BA57-4AF4-8E88-E0B995874C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6" y="865565"/>
            <a:ext cx="4079391" cy="3554299"/>
          </a:xfrm>
        </p:spPr>
        <p:txBody>
          <a:bodyPr/>
          <a:lstStyle/>
          <a:p>
            <a:r>
              <a:rPr lang="en-US" dirty="0"/>
              <a:t>the practice of making one's living by engaging in commerce</a:t>
            </a:r>
          </a:p>
          <a:p>
            <a:r>
              <a:rPr lang="en-US" dirty="0"/>
              <a:t>a person's regular occupation, profession, or trade</a:t>
            </a:r>
          </a:p>
          <a:p>
            <a:r>
              <a:rPr lang="en-US" dirty="0"/>
              <a:t>A business is defined as </a:t>
            </a:r>
            <a:r>
              <a:rPr lang="en-US" b="1" dirty="0"/>
              <a:t>an organization or enterprising entity engaged in commercial, industrial, or professional activities</a:t>
            </a:r>
            <a:r>
              <a:rPr lang="en-US" dirty="0"/>
              <a:t>. </a:t>
            </a:r>
          </a:p>
          <a:p>
            <a:r>
              <a:rPr lang="en-US" dirty="0"/>
              <a:t>Businesses can be for-profit entities or non-profit organizations. </a:t>
            </a:r>
          </a:p>
          <a:p>
            <a:r>
              <a:rPr lang="en-US" dirty="0"/>
              <a:t>Business types range from limited liability companies to sole proprietorships, corporations, and partnerships.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A8BC34-A467-4B41-B56B-AD2EF97F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Business?</a:t>
            </a:r>
          </a:p>
        </p:txBody>
      </p:sp>
      <p:pic>
        <p:nvPicPr>
          <p:cNvPr id="7" name="Picture 6" descr="Calendar&#10;&#10;Description automatically generated">
            <a:extLst>
              <a:ext uri="{FF2B5EF4-FFF2-40B4-BE49-F238E27FC236}">
                <a16:creationId xmlns:a16="http://schemas.microsoft.com/office/drawing/2014/main" id="{96DAE259-F9CA-4850-8C96-E1BAC881F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829504" y="1855294"/>
            <a:ext cx="3962728" cy="264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0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EAF2FB87-BEED-4670-822E-7570C0422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87367" y="2317287"/>
            <a:ext cx="3285860" cy="246439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425C31-BA57-4AF4-8E88-E0B995874C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The process an organization undertakes to:</a:t>
            </a:r>
          </a:p>
          <a:p>
            <a:pPr lvl="1"/>
            <a:r>
              <a:rPr lang="en-US" b="1" dirty="0"/>
              <a:t>engage its target audience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build strong relationships to </a:t>
            </a:r>
            <a:r>
              <a:rPr lang="en-US" b="1" dirty="0"/>
              <a:t>create value in order to capture value (money) </a:t>
            </a:r>
            <a:r>
              <a:rPr lang="en-US" dirty="0"/>
              <a:t>in return </a:t>
            </a:r>
          </a:p>
          <a:p>
            <a:r>
              <a:rPr lang="en-US" dirty="0"/>
              <a:t>It is one of the primary components of business management and commerce. </a:t>
            </a:r>
          </a:p>
          <a:p>
            <a:r>
              <a:rPr lang="en-US" b="1" dirty="0"/>
              <a:t>Promoting and selling products or services</a:t>
            </a:r>
            <a:r>
              <a:rPr lang="en-US" dirty="0"/>
              <a:t>, including </a:t>
            </a:r>
            <a:r>
              <a:rPr lang="en-US" b="1" dirty="0"/>
              <a:t>market research </a:t>
            </a:r>
            <a:r>
              <a:rPr lang="en-US" dirty="0"/>
              <a:t>and </a:t>
            </a:r>
            <a:r>
              <a:rPr lang="en-US" b="1" dirty="0"/>
              <a:t>advertising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A8BC34-A467-4B41-B56B-AD2EF97F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92A38-13E1-48BB-AE1C-DCBE0ACAC3A0}"/>
              </a:ext>
            </a:extLst>
          </p:cNvPr>
          <p:cNvSpPr txBox="1"/>
          <p:nvPr/>
        </p:nvSpPr>
        <p:spPr>
          <a:xfrm>
            <a:off x="1143000" y="51435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technofaq.org/posts/2016/02/18-secrets-of-marketing-techniques-to-improve-your-busines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37730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425C31-BA57-4AF4-8E88-E0B995874C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Entrepreneur: 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 person who organizes and operates a business or businesses, taking on greater than normal financial risks in order to do so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Entrepreneurship: the activity of setting up a business or businesses, taking on financial </a:t>
            </a:r>
            <a:r>
              <a:rPr lang="en-US" b="0" i="1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risks 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in the hope of profit.</a:t>
            </a:r>
          </a:p>
          <a:p>
            <a:r>
              <a:rPr lang="en-US" dirty="0">
                <a:solidFill>
                  <a:srgbClr val="202124"/>
                </a:solidFill>
                <a:latin typeface="Roboto" panose="02000000000000000000" pitchFamily="2" charset="0"/>
              </a:rPr>
              <a:t>Think about someone being the founder, starting things, etc.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A8BC34-A467-4B41-B56B-AD2EF97F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Entrepreneurship?</a:t>
            </a:r>
          </a:p>
        </p:txBody>
      </p:sp>
      <p:pic>
        <p:nvPicPr>
          <p:cNvPr id="7" name="Picture 6" descr="A person holding a sign in front of a glass window&#10;&#10;Description automatically generated">
            <a:extLst>
              <a:ext uri="{FF2B5EF4-FFF2-40B4-BE49-F238E27FC236}">
                <a16:creationId xmlns:a16="http://schemas.microsoft.com/office/drawing/2014/main" id="{59035A53-AB7A-839B-02EA-9896A407E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49982" y="2236643"/>
            <a:ext cx="3492087" cy="24444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1C4F21-8C4B-1395-9C8C-2108D9E88C58}"/>
              </a:ext>
            </a:extLst>
          </p:cNvPr>
          <p:cNvSpPr txBox="1"/>
          <p:nvPr/>
        </p:nvSpPr>
        <p:spPr>
          <a:xfrm>
            <a:off x="4753841" y="5316740"/>
            <a:ext cx="3492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technofaq.org/posts/2016/08/technology-and-your-business-what-you-need-to-know-to-survive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03739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9C5E22-6814-B1C7-73DF-536E7F466D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Parker Olson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802B0-13FE-11AC-EC29-E615A9DFB0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Show investor pitch deck</a:t>
            </a:r>
          </a:p>
          <a:p>
            <a:r>
              <a:rPr lang="en-US" dirty="0"/>
              <a:t>Note how visual these slides are</a:t>
            </a:r>
          </a:p>
          <a:p>
            <a:r>
              <a:rPr lang="en-US" dirty="0"/>
              <a:t>Note how they tell a story (even if you just read the slide titles…)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B48851-7471-D0F8-0629-8CDF1958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Forij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6422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81D6E6-7C88-4D7C-A0F7-BCD7AC8A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Business Formations</a:t>
            </a:r>
          </a:p>
        </p:txBody>
      </p:sp>
      <p:pic>
        <p:nvPicPr>
          <p:cNvPr id="2052" name="Picture 4" descr="The Seven Most Popular Types of Businesses | Volusion">
            <a:extLst>
              <a:ext uri="{FF2B5EF4-FFF2-40B4-BE49-F238E27FC236}">
                <a16:creationId xmlns:a16="http://schemas.microsoft.com/office/drawing/2014/main" id="{47900120-42CA-4A72-BA50-ECE8C2D13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026" y="777065"/>
            <a:ext cx="2871987" cy="394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712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usiness Type decision-making flowchart">
            <a:extLst>
              <a:ext uri="{FF2B5EF4-FFF2-40B4-BE49-F238E27FC236}">
                <a16:creationId xmlns:a16="http://schemas.microsoft.com/office/drawing/2014/main" id="{5C440999-BF25-4A3B-9094-BAAC1B60B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01" b="11639"/>
          <a:stretch/>
        </p:blipFill>
        <p:spPr bwMode="auto">
          <a:xfrm>
            <a:off x="1529609" y="0"/>
            <a:ext cx="6084782" cy="482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MARTInkShape-1">
            <a:extLst>
              <a:ext uri="{FF2B5EF4-FFF2-40B4-BE49-F238E27FC236}">
                <a16:creationId xmlns:a16="http://schemas.microsoft.com/office/drawing/2014/main" id="{2184B4BF-FF45-CB08-5238-FE4552484C3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967038" y="4743450"/>
            <a:ext cx="19051" cy="14289"/>
          </a:xfrm>
          <a:custGeom>
            <a:avLst/>
            <a:gdLst/>
            <a:ahLst/>
            <a:cxnLst/>
            <a:rect l="0" t="0" r="0" b="0"/>
            <a:pathLst>
              <a:path w="19051" h="14289">
                <a:moveTo>
                  <a:pt x="0" y="9525"/>
                </a:moveTo>
                <a:lnTo>
                  <a:pt x="0" y="9525"/>
                </a:lnTo>
                <a:lnTo>
                  <a:pt x="4762" y="14288"/>
                </a:lnTo>
                <a:lnTo>
                  <a:pt x="9525" y="14288"/>
                </a:lnTo>
                <a:lnTo>
                  <a:pt x="14282" y="4773"/>
                </a:lnTo>
                <a:lnTo>
                  <a:pt x="14287" y="0"/>
                </a:lnTo>
                <a:lnTo>
                  <a:pt x="19050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6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E55AB-C3E8-4D3B-AB6F-6C68FA99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companies – what kind of business form do you think I used?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74E82-4250-4EF9-A9E1-0F698BFD298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Amazon</a:t>
            </a:r>
            <a:endParaRPr lang="en-US" dirty="0"/>
          </a:p>
          <a:p>
            <a:r>
              <a:rPr lang="en-US" dirty="0"/>
              <a:t>Business of publishing</a:t>
            </a:r>
          </a:p>
          <a:p>
            <a:r>
              <a:rPr lang="en-US" dirty="0">
                <a:hlinkClick r:id="rId3"/>
              </a:rPr>
              <a:t>www.rorishay.com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DA7AE-E663-451F-A118-FCA837D8C3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Etsy</a:t>
            </a:r>
            <a:r>
              <a:rPr lang="en-US" dirty="0"/>
              <a:t>     </a:t>
            </a:r>
            <a:r>
              <a:rPr lang="en-US" dirty="0">
                <a:hlinkClick r:id="rId5"/>
              </a:rPr>
              <a:t>Amazon</a:t>
            </a:r>
            <a:r>
              <a:rPr lang="en-US" dirty="0"/>
              <a:t>    </a:t>
            </a:r>
            <a:r>
              <a:rPr lang="en-US" dirty="0">
                <a:hlinkClick r:id="rId6"/>
              </a:rPr>
              <a:t>YouTube</a:t>
            </a:r>
            <a:endParaRPr lang="en-US" dirty="0"/>
          </a:p>
          <a:p>
            <a:r>
              <a:rPr lang="en-US"/>
              <a:t>Alibaba</a:t>
            </a:r>
            <a:endParaRPr lang="en-US" dirty="0"/>
          </a:p>
          <a:p>
            <a:r>
              <a:rPr lang="en-US" dirty="0"/>
              <a:t>Prototyping, Trademark, Patent</a:t>
            </a:r>
          </a:p>
          <a:p>
            <a:r>
              <a:rPr lang="en-US" dirty="0"/>
              <a:t>Chewy.com buyer</a:t>
            </a:r>
          </a:p>
        </p:txBody>
      </p:sp>
      <p:pic>
        <p:nvPicPr>
          <p:cNvPr id="1026" name="Picture 2" descr="ELECTED (The Elected Series Book 1) by [Rori Shay]">
            <a:extLst>
              <a:ext uri="{FF2B5EF4-FFF2-40B4-BE49-F238E27FC236}">
                <a16:creationId xmlns:a16="http://schemas.microsoft.com/office/drawing/2014/main" id="{2E923034-7377-42AE-97D9-FEB8DC9BC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69" y="2634399"/>
            <a:ext cx="1125835" cy="169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USPECTED (Elected Book 2) by [Rori Shay]">
            <a:extLst>
              <a:ext uri="{FF2B5EF4-FFF2-40B4-BE49-F238E27FC236}">
                <a16:creationId xmlns:a16="http://schemas.microsoft.com/office/drawing/2014/main" id="{460E2FF5-F76E-4B03-895C-F00876CCD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241" y="2634399"/>
            <a:ext cx="1125835" cy="169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167F252-ED42-439F-A3C9-BFD69BDDC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914" y="2642714"/>
            <a:ext cx="1122542" cy="168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itter Picker Sticker image 4">
            <a:extLst>
              <a:ext uri="{FF2B5EF4-FFF2-40B4-BE49-F238E27FC236}">
                <a16:creationId xmlns:a16="http://schemas.microsoft.com/office/drawing/2014/main" id="{BC647E87-536D-4E99-9CF5-5D8283558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615" y="2642714"/>
            <a:ext cx="3001371" cy="168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F4BBA9-3F42-4AE3-B3CD-7FF89E326468}"/>
              </a:ext>
            </a:extLst>
          </p:cNvPr>
          <p:cNvCxnSpPr>
            <a:cxnSpLocks/>
          </p:cNvCxnSpPr>
          <p:nvPr/>
        </p:nvCxnSpPr>
        <p:spPr>
          <a:xfrm flipH="1">
            <a:off x="4557078" y="865565"/>
            <a:ext cx="1" cy="354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466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DF757A-679D-4889-A22A-21F50BCFFB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Group 1: Donut shop; 1 owner</a:t>
            </a:r>
          </a:p>
          <a:p>
            <a:r>
              <a:rPr lang="en-US" dirty="0"/>
              <a:t>Group 2: 2 partners starting a dentist office</a:t>
            </a:r>
          </a:p>
          <a:p>
            <a:r>
              <a:rPr lang="en-US" dirty="0"/>
              <a:t>Group 3: Chemical manufacturing company </a:t>
            </a:r>
          </a:p>
          <a:p>
            <a:r>
              <a:rPr lang="en-US" dirty="0"/>
              <a:t>Group 4: Tech startup with 1 owner and a few investors</a:t>
            </a:r>
          </a:p>
          <a:p>
            <a:r>
              <a:rPr lang="en-US" dirty="0"/>
              <a:t>Group 5: Small grocery store where everyone volunteers there once a month</a:t>
            </a:r>
          </a:p>
          <a:p>
            <a:r>
              <a:rPr lang="en-US" dirty="0"/>
              <a:t>Group 6: Small group of students who want to create STEM resources for elementary school kids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highlight>
                  <a:srgbClr val="FFFF00"/>
                </a:highlight>
              </a:rPr>
              <a:t>Which business formation will you choose and why?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7D0B4C-CE2F-4F87-BCC4-76A9AA46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</p:spTree>
    <p:extLst>
      <p:ext uri="{BB962C8B-B14F-4D97-AF65-F5344CB8AC3E}">
        <p14:creationId xmlns:p14="http://schemas.microsoft.com/office/powerpoint/2010/main" val="2430769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53E81A-B014-4E82-A318-7B342412CC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Make a chart of advantages and disadvantages of each form of business </a:t>
            </a:r>
            <a:r>
              <a:rPr lang="en-US"/>
              <a:t>(directions in Assignments on Teams)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667E93-BB2D-46C7-86A3-73D21BE3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Assignment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855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heme/theme1.xml><?xml version="1.0" encoding="utf-8"?>
<a:theme xmlns:a="http://schemas.openxmlformats.org/drawingml/2006/main" name="Main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atle Genetics 1" id="{53984AC2-015D-554A-9215-CAF5E42331BB}" vid="{AC78D1C2-67FA-E942-9EA9-D2954BBFA0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D89C5D911BC046B277DCAF5366D800" ma:contentTypeVersion="4" ma:contentTypeDescription="Create a new document." ma:contentTypeScope="" ma:versionID="2cc88ace384ab63cdfefd6ba4c9c6e19">
  <xsd:schema xmlns:xsd="http://www.w3.org/2001/XMLSchema" xmlns:xs="http://www.w3.org/2001/XMLSchema" xmlns:p="http://schemas.microsoft.com/office/2006/metadata/properties" xmlns:ns2="8203920f-e80a-4f40-891f-374d92aaa723" xmlns:ns3="94453763-5c73-4bc4-9bc2-0b162bd4cfed" targetNamespace="http://schemas.microsoft.com/office/2006/metadata/properties" ma:root="true" ma:fieldsID="b09e4c8b1d448c696d03e70d112964b5" ns2:_="" ns3:_="">
    <xsd:import namespace="8203920f-e80a-4f40-891f-374d92aaa723"/>
    <xsd:import namespace="94453763-5c73-4bc4-9bc2-0b162bd4c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3920f-e80a-4f40-891f-374d92aaa7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53763-5c73-4bc4-9bc2-0b162bd4c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A84523-DC6D-4F6B-A4CC-3FF10C5ADA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FEFE1D-2A63-4943-A8E9-412AC2E6794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41CF28C-A6CA-48EC-A751-93D4F186C8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03920f-e80a-4f40-891f-374d92aaa723"/>
    <ds:schemaRef ds:uri="94453763-5c73-4bc4-9bc2-0b162bd4c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1739</TotalTime>
  <Words>698</Words>
  <Application>Microsoft Office PowerPoint</Application>
  <PresentationFormat>On-screen Show (16:9)</PresentationFormat>
  <Paragraphs>83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Roboto</vt:lpstr>
      <vt:lpstr>Main Master</vt:lpstr>
      <vt:lpstr>Business &amp; Marketing and Econ Mrs. Ryfka Schafer</vt:lpstr>
      <vt:lpstr>PowerPoint Presentation</vt:lpstr>
      <vt:lpstr>Current Business News Story – Individual Project</vt:lpstr>
      <vt:lpstr>Definition of Business </vt:lpstr>
      <vt:lpstr>What is Business?</vt:lpstr>
      <vt:lpstr>What is Marketing?</vt:lpstr>
      <vt:lpstr>What is Entrepreneurship?</vt:lpstr>
      <vt:lpstr>Forij </vt:lpstr>
      <vt:lpstr>Different Business Formations</vt:lpstr>
      <vt:lpstr>PowerPoint Presentation</vt:lpstr>
      <vt:lpstr>Two companies – what kind of business form do you think I used?</vt:lpstr>
      <vt:lpstr>Scenarios</vt:lpstr>
      <vt:lpstr>Assignment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Sebastian Arias</dc:creator>
  <cp:keywords/>
  <dc:description/>
  <cp:lastModifiedBy>Ryfka Schafer</cp:lastModifiedBy>
  <cp:revision>22</cp:revision>
  <cp:lastPrinted>2018-04-23T17:55:37Z</cp:lastPrinted>
  <dcterms:created xsi:type="dcterms:W3CDTF">2017-07-25T22:09:28Z</dcterms:created>
  <dcterms:modified xsi:type="dcterms:W3CDTF">2025-09-19T16:10:37Z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0x0101009DD89C5D911BC046B277DCAF5366D800</vt:lpwstr>
  </property>
  <property fmtid="{D5CDD505-2E9C-101B-9397-08002B2CF9AE}" pid="3" name="Document Retention Period">
    <vt:lpwstr>2;#3 Yr|c8cd55a2-159d-41a5-94cb-7dd28dd1c861</vt:lpwstr>
  </property>
  <property fmtid="{D5CDD505-2E9C-101B-9397-08002B2CF9AE}" pid="4" name="_dlc_DocIdItemGuid">
    <vt:lpwstr>e1d96100-0888-476a-a9ce-609654440f9d</vt:lpwstr>
  </property>
</Properties>
</file>