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8" r:id="rId4"/>
  </p:sldMasterIdLst>
  <p:notesMasterIdLst>
    <p:notesMasterId r:id="rId8"/>
  </p:notesMasterIdLst>
  <p:handoutMasterIdLst>
    <p:handoutMasterId r:id="rId9"/>
  </p:handoutMasterIdLst>
  <p:sldIdLst>
    <p:sldId id="420" r:id="rId5"/>
    <p:sldId id="421" r:id="rId6"/>
    <p:sldId id="425" r:id="rId7"/>
  </p:sldIdLst>
  <p:sldSz cx="9144000" cy="5143500" type="screen16x9"/>
  <p:notesSz cx="7010400" cy="92964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880" userDrawn="1">
          <p15:clr>
            <a:srgbClr val="A4A3A4"/>
          </p15:clr>
        </p15:guide>
        <p15:guide id="3" pos="2232" userDrawn="1">
          <p15:clr>
            <a:srgbClr val="A4A3A4"/>
          </p15:clr>
        </p15:guide>
        <p15:guide id="4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4042"/>
    <a:srgbClr val="595959"/>
    <a:srgbClr val="E2F0D0"/>
    <a:srgbClr val="91CAAA"/>
    <a:srgbClr val="DBDADC"/>
    <a:srgbClr val="2597CB"/>
    <a:srgbClr val="2370AF"/>
    <a:srgbClr val="4EABD5"/>
    <a:srgbClr val="E46C24"/>
    <a:srgbClr val="E890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2774" autoAdjust="0"/>
  </p:normalViewPr>
  <p:slideViewPr>
    <p:cSldViewPr snapToGrid="0">
      <p:cViewPr varScale="1">
        <p:scale>
          <a:sx n="128" d="100"/>
          <a:sy n="128" d="100"/>
        </p:scale>
        <p:origin x="81" y="180"/>
      </p:cViewPr>
      <p:guideLst>
        <p:guide pos="2880"/>
        <p:guide pos="2232"/>
        <p:guide orient="horz" pos="162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hafer, Ryfka" userId="318b1ac2-30d3-4beb-81ce-7e66308a1db1" providerId="ADAL" clId="{F718B4B4-0F4F-4EA7-8FD3-5A40083C3D89}"/>
    <pc:docChg chg="modSld">
      <pc:chgData name="Schafer, Ryfka" userId="318b1ac2-30d3-4beb-81ce-7e66308a1db1" providerId="ADAL" clId="{F718B4B4-0F4F-4EA7-8FD3-5A40083C3D89}" dt="2021-12-07T16:13:12.255" v="27" actId="20577"/>
      <pc:docMkLst>
        <pc:docMk/>
      </pc:docMkLst>
      <pc:sldChg chg="modSp mod">
        <pc:chgData name="Schafer, Ryfka" userId="318b1ac2-30d3-4beb-81ce-7e66308a1db1" providerId="ADAL" clId="{F718B4B4-0F4F-4EA7-8FD3-5A40083C3D89}" dt="2021-12-07T16:13:12.255" v="27" actId="20577"/>
        <pc:sldMkLst>
          <pc:docMk/>
          <pc:sldMk cId="3167695669" sldId="425"/>
        </pc:sldMkLst>
        <pc:spChg chg="mod">
          <ac:chgData name="Schafer, Ryfka" userId="318b1ac2-30d3-4beb-81ce-7e66308a1db1" providerId="ADAL" clId="{F718B4B4-0F4F-4EA7-8FD3-5A40083C3D89}" dt="2021-12-07T16:13:12.255" v="27" actId="20577"/>
          <ac:spMkLst>
            <pc:docMk/>
            <pc:sldMk cId="3167695669" sldId="425"/>
            <ac:spMk id="2" creationId="{13C7FEC2-084D-452E-84D1-0C613EE8B1A1}"/>
          </ac:spMkLst>
        </pc:spChg>
      </pc:sldChg>
    </pc:docChg>
  </pc:docChgLst>
  <pc:docChgLst>
    <pc:chgData name="Schafer, Ryfka" userId="318b1ac2-30d3-4beb-81ce-7e66308a1db1" providerId="ADAL" clId="{2E2AE8C1-1010-43D5-9FAC-AAD56B540A8C}"/>
    <pc:docChg chg="undo custSel addSld delSld modSld">
      <pc:chgData name="Schafer, Ryfka" userId="318b1ac2-30d3-4beb-81ce-7e66308a1db1" providerId="ADAL" clId="{2E2AE8C1-1010-43D5-9FAC-AAD56B540A8C}" dt="2023-04-26T19:49:06.146" v="90" actId="14100"/>
      <pc:docMkLst>
        <pc:docMk/>
      </pc:docMkLst>
      <pc:sldChg chg="new del">
        <pc:chgData name="Schafer, Ryfka" userId="318b1ac2-30d3-4beb-81ce-7e66308a1db1" providerId="ADAL" clId="{2E2AE8C1-1010-43D5-9FAC-AAD56B540A8C}" dt="2023-04-26T19:47:26.756" v="1" actId="680"/>
        <pc:sldMkLst>
          <pc:docMk/>
          <pc:sldMk cId="1238224760" sldId="426"/>
        </pc:sldMkLst>
      </pc:sldChg>
      <pc:sldChg chg="addSp delSp modSp mod">
        <pc:chgData name="Schafer, Ryfka" userId="318b1ac2-30d3-4beb-81ce-7e66308a1db1" providerId="ADAL" clId="{2E2AE8C1-1010-43D5-9FAC-AAD56B540A8C}" dt="2023-04-26T19:49:06.146" v="90" actId="14100"/>
        <pc:sldMkLst>
          <pc:docMk/>
          <pc:sldMk cId="227910976" sldId="437"/>
        </pc:sldMkLst>
        <pc:spChg chg="mod">
          <ac:chgData name="Schafer, Ryfka" userId="318b1ac2-30d3-4beb-81ce-7e66308a1db1" providerId="ADAL" clId="{2E2AE8C1-1010-43D5-9FAC-AAD56B540A8C}" dt="2023-04-26T19:47:51.460" v="73" actId="20577"/>
          <ac:spMkLst>
            <pc:docMk/>
            <pc:sldMk cId="227910976" sldId="437"/>
            <ac:spMk id="2" creationId="{FB855E71-BEA5-42B4-827C-72A6890E0C3A}"/>
          </ac:spMkLst>
        </pc:spChg>
        <pc:spChg chg="mod">
          <ac:chgData name="Schafer, Ryfka" userId="318b1ac2-30d3-4beb-81ce-7e66308a1db1" providerId="ADAL" clId="{2E2AE8C1-1010-43D5-9FAC-AAD56B540A8C}" dt="2023-04-26T19:47:36.495" v="13" actId="20577"/>
          <ac:spMkLst>
            <pc:docMk/>
            <pc:sldMk cId="227910976" sldId="437"/>
            <ac:spMk id="3" creationId="{9AD6D437-4E61-4FAF-9869-8C36BF707F0C}"/>
          </ac:spMkLst>
        </pc:spChg>
        <pc:spChg chg="add del mod">
          <ac:chgData name="Schafer, Ryfka" userId="318b1ac2-30d3-4beb-81ce-7e66308a1db1" providerId="ADAL" clId="{2E2AE8C1-1010-43D5-9FAC-AAD56B540A8C}" dt="2023-04-26T19:48:14.445" v="79" actId="478"/>
          <ac:spMkLst>
            <pc:docMk/>
            <pc:sldMk cId="227910976" sldId="437"/>
            <ac:spMk id="7" creationId="{393434A2-8812-436A-9F59-75C17E87199F}"/>
          </ac:spMkLst>
        </pc:spChg>
        <pc:picChg chg="del">
          <ac:chgData name="Schafer, Ryfka" userId="318b1ac2-30d3-4beb-81ce-7e66308a1db1" providerId="ADAL" clId="{2E2AE8C1-1010-43D5-9FAC-AAD56B540A8C}" dt="2023-04-26T19:47:53.500" v="74" actId="478"/>
          <ac:picMkLst>
            <pc:docMk/>
            <pc:sldMk cId="227910976" sldId="437"/>
            <ac:picMk id="5" creationId="{AE404E0D-9569-4301-9B66-E09F71B1D6E6}"/>
          </ac:picMkLst>
        </pc:picChg>
        <pc:picChg chg="add mod">
          <ac:chgData name="Schafer, Ryfka" userId="318b1ac2-30d3-4beb-81ce-7e66308a1db1" providerId="ADAL" clId="{2E2AE8C1-1010-43D5-9FAC-AAD56B540A8C}" dt="2023-04-26T19:48:19.410" v="81" actId="1076"/>
          <ac:picMkLst>
            <pc:docMk/>
            <pc:sldMk cId="227910976" sldId="437"/>
            <ac:picMk id="6" creationId="{46D821E0-5E79-45BD-A945-CF2DF3202034}"/>
          </ac:picMkLst>
        </pc:picChg>
        <pc:picChg chg="add mod ord">
          <ac:chgData name="Schafer, Ryfka" userId="318b1ac2-30d3-4beb-81ce-7e66308a1db1" providerId="ADAL" clId="{2E2AE8C1-1010-43D5-9FAC-AAD56B540A8C}" dt="2023-04-26T19:49:06.146" v="90" actId="14100"/>
          <ac:picMkLst>
            <pc:docMk/>
            <pc:sldMk cId="227910976" sldId="437"/>
            <ac:picMk id="9" creationId="{594BDA24-479A-4CBB-B244-4D1B9EF4C97D}"/>
          </ac:picMkLst>
        </pc:picChg>
        <pc:picChg chg="del">
          <ac:chgData name="Schafer, Ryfka" userId="318b1ac2-30d3-4beb-81ce-7e66308a1db1" providerId="ADAL" clId="{2E2AE8C1-1010-43D5-9FAC-AAD56B540A8C}" dt="2023-04-26T19:47:54.569" v="75" actId="478"/>
          <ac:picMkLst>
            <pc:docMk/>
            <pc:sldMk cId="227910976" sldId="437"/>
            <ac:picMk id="1026" creationId="{2BF95CC1-CBD8-43D2-A9FB-45C4945FE4D2}"/>
          </ac:picMkLst>
        </pc:picChg>
      </pc:sldChg>
    </pc:docChg>
  </pc:docChgLst>
  <pc:docChgLst>
    <pc:chgData name="Schafer, Ryfka" userId="318b1ac2-30d3-4beb-81ce-7e66308a1db1" providerId="ADAL" clId="{A047BBFE-7274-4814-83B5-EE50F778A255}"/>
    <pc:docChg chg="delSld">
      <pc:chgData name="Schafer, Ryfka" userId="318b1ac2-30d3-4beb-81ce-7e66308a1db1" providerId="ADAL" clId="{A047BBFE-7274-4814-83B5-EE50F778A255}" dt="2023-12-12T18:30:33.972" v="0" actId="2696"/>
      <pc:docMkLst>
        <pc:docMk/>
      </pc:docMkLst>
      <pc:sldChg chg="del">
        <pc:chgData name="Schafer, Ryfka" userId="318b1ac2-30d3-4beb-81ce-7e66308a1db1" providerId="ADAL" clId="{A047BBFE-7274-4814-83B5-EE50F778A255}" dt="2023-12-12T18:30:33.972" v="0" actId="2696"/>
        <pc:sldMkLst>
          <pc:docMk/>
          <pc:sldMk cId="227910976" sldId="437"/>
        </pc:sldMkLst>
      </pc:sldChg>
    </pc:docChg>
  </pc:docChgLst>
  <pc:docChgLst>
    <pc:chgData name="Schafer, Ryfka" userId="318b1ac2-30d3-4beb-81ce-7e66308a1db1" providerId="ADAL" clId="{A2346E96-BBA4-4C90-BC79-F21D2D9A6AFB}"/>
    <pc:docChg chg="delSld modSld delMainMaster">
      <pc:chgData name="Schafer, Ryfka" userId="318b1ac2-30d3-4beb-81ce-7e66308a1db1" providerId="ADAL" clId="{A2346E96-BBA4-4C90-BC79-F21D2D9A6AFB}" dt="2021-12-03T16:57:48.394" v="5" actId="47"/>
      <pc:docMkLst>
        <pc:docMk/>
      </pc:docMkLst>
      <pc:sldChg chg="del">
        <pc:chgData name="Schafer, Ryfka" userId="318b1ac2-30d3-4beb-81ce-7e66308a1db1" providerId="ADAL" clId="{A2346E96-BBA4-4C90-BC79-F21D2D9A6AFB}" dt="2021-12-03T16:57:47.708" v="4" actId="47"/>
        <pc:sldMkLst>
          <pc:docMk/>
          <pc:sldMk cId="0" sldId="270"/>
        </pc:sldMkLst>
      </pc:sldChg>
      <pc:sldChg chg="del">
        <pc:chgData name="Schafer, Ryfka" userId="318b1ac2-30d3-4beb-81ce-7e66308a1db1" providerId="ADAL" clId="{A2346E96-BBA4-4C90-BC79-F21D2D9A6AFB}" dt="2021-12-03T16:57:47.189" v="3" actId="47"/>
        <pc:sldMkLst>
          <pc:docMk/>
          <pc:sldMk cId="15590910" sldId="283"/>
        </pc:sldMkLst>
      </pc:sldChg>
      <pc:sldChg chg="modSp mod">
        <pc:chgData name="Schafer, Ryfka" userId="318b1ac2-30d3-4beb-81ce-7e66308a1db1" providerId="ADAL" clId="{A2346E96-BBA4-4C90-BC79-F21D2D9A6AFB}" dt="2021-12-03T16:55:19.404" v="0" actId="20577"/>
        <pc:sldMkLst>
          <pc:docMk/>
          <pc:sldMk cId="2098443568" sldId="421"/>
        </pc:sldMkLst>
        <pc:spChg chg="mod">
          <ac:chgData name="Schafer, Ryfka" userId="318b1ac2-30d3-4beb-81ce-7e66308a1db1" providerId="ADAL" clId="{A2346E96-BBA4-4C90-BC79-F21D2D9A6AFB}" dt="2021-12-03T16:55:19.404" v="0" actId="20577"/>
          <ac:spMkLst>
            <pc:docMk/>
            <pc:sldMk cId="2098443568" sldId="421"/>
            <ac:spMk id="3" creationId="{B34AADD7-387E-4013-8C84-380563E11459}"/>
          </ac:spMkLst>
        </pc:spChg>
      </pc:sldChg>
      <pc:sldChg chg="del">
        <pc:chgData name="Schafer, Ryfka" userId="318b1ac2-30d3-4beb-81ce-7e66308a1db1" providerId="ADAL" clId="{A2346E96-BBA4-4C90-BC79-F21D2D9A6AFB}" dt="2021-12-03T16:57:45.183" v="1" actId="47"/>
        <pc:sldMkLst>
          <pc:docMk/>
          <pc:sldMk cId="1502250403" sldId="422"/>
        </pc:sldMkLst>
      </pc:sldChg>
      <pc:sldChg chg="del">
        <pc:chgData name="Schafer, Ryfka" userId="318b1ac2-30d3-4beb-81ce-7e66308a1db1" providerId="ADAL" clId="{A2346E96-BBA4-4C90-BC79-F21D2D9A6AFB}" dt="2021-12-03T16:57:46.272" v="2" actId="47"/>
        <pc:sldMkLst>
          <pc:docMk/>
          <pc:sldMk cId="785839594" sldId="424"/>
        </pc:sldMkLst>
      </pc:sldChg>
      <pc:sldChg chg="del">
        <pc:chgData name="Schafer, Ryfka" userId="318b1ac2-30d3-4beb-81ce-7e66308a1db1" providerId="ADAL" clId="{A2346E96-BBA4-4C90-BC79-F21D2D9A6AFB}" dt="2021-12-03T16:57:48.394" v="5" actId="47"/>
        <pc:sldMkLst>
          <pc:docMk/>
          <pc:sldMk cId="421196738" sldId="427"/>
        </pc:sldMkLst>
      </pc:sldChg>
      <pc:sldMasterChg chg="delSldLayout">
        <pc:chgData name="Schafer, Ryfka" userId="318b1ac2-30d3-4beb-81ce-7e66308a1db1" providerId="ADAL" clId="{A2346E96-BBA4-4C90-BC79-F21D2D9A6AFB}" dt="2021-12-03T16:57:47.708" v="4" actId="47"/>
        <pc:sldMasterMkLst>
          <pc:docMk/>
          <pc:sldMasterMk cId="685382473" sldId="2147483738"/>
        </pc:sldMasterMkLst>
        <pc:sldLayoutChg chg="del">
          <pc:chgData name="Schafer, Ryfka" userId="318b1ac2-30d3-4beb-81ce-7e66308a1db1" providerId="ADAL" clId="{A2346E96-BBA4-4C90-BC79-F21D2D9A6AFB}" dt="2021-12-03T16:57:47.708" v="4" actId="47"/>
          <pc:sldLayoutMkLst>
            <pc:docMk/>
            <pc:sldMasterMk cId="685382473" sldId="2147483738"/>
            <pc:sldLayoutMk cId="3528578738" sldId="2147483861"/>
          </pc:sldLayoutMkLst>
        </pc:sldLayoutChg>
      </pc:sldMasterChg>
      <pc:sldMasterChg chg="del delSldLayout">
        <pc:chgData name="Schafer, Ryfka" userId="318b1ac2-30d3-4beb-81ce-7e66308a1db1" providerId="ADAL" clId="{A2346E96-BBA4-4C90-BC79-F21D2D9A6AFB}" dt="2021-12-03T16:57:47.189" v="3" actId="47"/>
        <pc:sldMasterMkLst>
          <pc:docMk/>
          <pc:sldMasterMk cId="72370398" sldId="2147483849"/>
        </pc:sldMasterMkLst>
        <pc:sldLayoutChg chg="del">
          <pc:chgData name="Schafer, Ryfka" userId="318b1ac2-30d3-4beb-81ce-7e66308a1db1" providerId="ADAL" clId="{A2346E96-BBA4-4C90-BC79-F21D2D9A6AFB}" dt="2021-12-03T16:57:47.189" v="3" actId="47"/>
          <pc:sldLayoutMkLst>
            <pc:docMk/>
            <pc:sldMasterMk cId="72370398" sldId="2147483849"/>
            <pc:sldLayoutMk cId="808970657" sldId="2147483850"/>
          </pc:sldLayoutMkLst>
        </pc:sldLayoutChg>
        <pc:sldLayoutChg chg="del">
          <pc:chgData name="Schafer, Ryfka" userId="318b1ac2-30d3-4beb-81ce-7e66308a1db1" providerId="ADAL" clId="{A2346E96-BBA4-4C90-BC79-F21D2D9A6AFB}" dt="2021-12-03T16:57:47.189" v="3" actId="47"/>
          <pc:sldLayoutMkLst>
            <pc:docMk/>
            <pc:sldMasterMk cId="72370398" sldId="2147483849"/>
            <pc:sldLayoutMk cId="4036035359" sldId="2147483851"/>
          </pc:sldLayoutMkLst>
        </pc:sldLayoutChg>
        <pc:sldLayoutChg chg="del">
          <pc:chgData name="Schafer, Ryfka" userId="318b1ac2-30d3-4beb-81ce-7e66308a1db1" providerId="ADAL" clId="{A2346E96-BBA4-4C90-BC79-F21D2D9A6AFB}" dt="2021-12-03T16:57:47.189" v="3" actId="47"/>
          <pc:sldLayoutMkLst>
            <pc:docMk/>
            <pc:sldMasterMk cId="72370398" sldId="2147483849"/>
            <pc:sldLayoutMk cId="2831048395" sldId="2147483852"/>
          </pc:sldLayoutMkLst>
        </pc:sldLayoutChg>
        <pc:sldLayoutChg chg="del">
          <pc:chgData name="Schafer, Ryfka" userId="318b1ac2-30d3-4beb-81ce-7e66308a1db1" providerId="ADAL" clId="{A2346E96-BBA4-4C90-BC79-F21D2D9A6AFB}" dt="2021-12-03T16:57:47.189" v="3" actId="47"/>
          <pc:sldLayoutMkLst>
            <pc:docMk/>
            <pc:sldMasterMk cId="72370398" sldId="2147483849"/>
            <pc:sldLayoutMk cId="3173481490" sldId="2147483853"/>
          </pc:sldLayoutMkLst>
        </pc:sldLayoutChg>
        <pc:sldLayoutChg chg="del">
          <pc:chgData name="Schafer, Ryfka" userId="318b1ac2-30d3-4beb-81ce-7e66308a1db1" providerId="ADAL" clId="{A2346E96-BBA4-4C90-BC79-F21D2D9A6AFB}" dt="2021-12-03T16:57:47.189" v="3" actId="47"/>
          <pc:sldLayoutMkLst>
            <pc:docMk/>
            <pc:sldMasterMk cId="72370398" sldId="2147483849"/>
            <pc:sldLayoutMk cId="3085647515" sldId="2147483854"/>
          </pc:sldLayoutMkLst>
        </pc:sldLayoutChg>
        <pc:sldLayoutChg chg="del">
          <pc:chgData name="Schafer, Ryfka" userId="318b1ac2-30d3-4beb-81ce-7e66308a1db1" providerId="ADAL" clId="{A2346E96-BBA4-4C90-BC79-F21D2D9A6AFB}" dt="2021-12-03T16:57:47.189" v="3" actId="47"/>
          <pc:sldLayoutMkLst>
            <pc:docMk/>
            <pc:sldMasterMk cId="72370398" sldId="2147483849"/>
            <pc:sldLayoutMk cId="4035824783" sldId="2147483855"/>
          </pc:sldLayoutMkLst>
        </pc:sldLayoutChg>
        <pc:sldLayoutChg chg="del">
          <pc:chgData name="Schafer, Ryfka" userId="318b1ac2-30d3-4beb-81ce-7e66308a1db1" providerId="ADAL" clId="{A2346E96-BBA4-4C90-BC79-F21D2D9A6AFB}" dt="2021-12-03T16:57:47.189" v="3" actId="47"/>
          <pc:sldLayoutMkLst>
            <pc:docMk/>
            <pc:sldMasterMk cId="72370398" sldId="2147483849"/>
            <pc:sldLayoutMk cId="3883868480" sldId="2147483856"/>
          </pc:sldLayoutMkLst>
        </pc:sldLayoutChg>
        <pc:sldLayoutChg chg="del">
          <pc:chgData name="Schafer, Ryfka" userId="318b1ac2-30d3-4beb-81ce-7e66308a1db1" providerId="ADAL" clId="{A2346E96-BBA4-4C90-BC79-F21D2D9A6AFB}" dt="2021-12-03T16:57:47.189" v="3" actId="47"/>
          <pc:sldLayoutMkLst>
            <pc:docMk/>
            <pc:sldMasterMk cId="72370398" sldId="2147483849"/>
            <pc:sldLayoutMk cId="1692403744" sldId="2147483857"/>
          </pc:sldLayoutMkLst>
        </pc:sldLayoutChg>
        <pc:sldLayoutChg chg="del">
          <pc:chgData name="Schafer, Ryfka" userId="318b1ac2-30d3-4beb-81ce-7e66308a1db1" providerId="ADAL" clId="{A2346E96-BBA4-4C90-BC79-F21D2D9A6AFB}" dt="2021-12-03T16:57:47.189" v="3" actId="47"/>
          <pc:sldLayoutMkLst>
            <pc:docMk/>
            <pc:sldMasterMk cId="72370398" sldId="2147483849"/>
            <pc:sldLayoutMk cId="617680939" sldId="2147483858"/>
          </pc:sldLayoutMkLst>
        </pc:sldLayoutChg>
        <pc:sldLayoutChg chg="del">
          <pc:chgData name="Schafer, Ryfka" userId="318b1ac2-30d3-4beb-81ce-7e66308a1db1" providerId="ADAL" clId="{A2346E96-BBA4-4C90-BC79-F21D2D9A6AFB}" dt="2021-12-03T16:57:47.189" v="3" actId="47"/>
          <pc:sldLayoutMkLst>
            <pc:docMk/>
            <pc:sldMasterMk cId="72370398" sldId="2147483849"/>
            <pc:sldLayoutMk cId="651648765" sldId="2147483859"/>
          </pc:sldLayoutMkLst>
        </pc:sldLayoutChg>
        <pc:sldLayoutChg chg="del">
          <pc:chgData name="Schafer, Ryfka" userId="318b1ac2-30d3-4beb-81ce-7e66308a1db1" providerId="ADAL" clId="{A2346E96-BBA4-4C90-BC79-F21D2D9A6AFB}" dt="2021-12-03T16:57:47.189" v="3" actId="47"/>
          <pc:sldLayoutMkLst>
            <pc:docMk/>
            <pc:sldMasterMk cId="72370398" sldId="2147483849"/>
            <pc:sldLayoutMk cId="944510829" sldId="2147483860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6434"/>
          </a:xfrm>
          <a:prstGeom prst="rect">
            <a:avLst/>
          </a:prstGeom>
        </p:spPr>
        <p:txBody>
          <a:bodyPr vert="horz" lIns="93172" tIns="46586" rIns="93172" bIns="4658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2" tIns="46586" rIns="93172" bIns="4658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quarter" idx="1"/>
          </p:nvPr>
        </p:nvSpPr>
        <p:spPr>
          <a:xfrm>
            <a:off x="3970938" y="1"/>
            <a:ext cx="3037840" cy="466434"/>
          </a:xfrm>
          <a:prstGeom prst="rect">
            <a:avLst/>
          </a:prstGeom>
        </p:spPr>
        <p:txBody>
          <a:bodyPr vert="horz" lIns="93172" tIns="46586" rIns="93172" bIns="46586" rtlCol="0"/>
          <a:lstStyle>
            <a:lvl1pPr algn="r">
              <a:defRPr sz="1200"/>
            </a:lvl1pPr>
          </a:lstStyle>
          <a:p>
            <a:fld id="{4888D498-CA9B-8D40-B07D-EB92BE597C17}" type="datetimeFigureOut">
              <a:rPr lang="en-US" smtClean="0"/>
              <a:t>12/12/2023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279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6434"/>
          </a:xfrm>
          <a:prstGeom prst="rect">
            <a:avLst/>
          </a:prstGeom>
        </p:spPr>
        <p:txBody>
          <a:bodyPr vert="horz" lIns="93172" tIns="46586" rIns="93172" bIns="4658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1"/>
            <a:ext cx="3037840" cy="466434"/>
          </a:xfrm>
          <a:prstGeom prst="rect">
            <a:avLst/>
          </a:prstGeom>
        </p:spPr>
        <p:txBody>
          <a:bodyPr vert="horz" lIns="93172" tIns="46586" rIns="93172" bIns="46586" rtlCol="0"/>
          <a:lstStyle>
            <a:lvl1pPr algn="r">
              <a:defRPr sz="1200"/>
            </a:lvl1pPr>
          </a:lstStyle>
          <a:p>
            <a:fld id="{13AAC0AE-F2B6-6846-ABA1-89ECC7B4183F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1162050"/>
            <a:ext cx="5578475" cy="3138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2" tIns="46586" rIns="93172" bIns="4658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3"/>
            <a:ext cx="5608320" cy="3660458"/>
          </a:xfrm>
          <a:prstGeom prst="rect">
            <a:avLst/>
          </a:prstGeom>
        </p:spPr>
        <p:txBody>
          <a:bodyPr vert="horz" lIns="93172" tIns="46586" rIns="93172" bIns="4658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2" tIns="46586" rIns="93172" bIns="4658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2" tIns="46586" rIns="93172" bIns="46586" rtlCol="0" anchor="b"/>
          <a:lstStyle>
            <a:lvl1pPr algn="r">
              <a:defRPr sz="1200"/>
            </a:lvl1pPr>
          </a:lstStyle>
          <a:p>
            <a:fld id="{75EC4D74-3CE0-A14E-94A9-E88D6AC0C8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31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E9E2BFF-0B83-4EEC-B349-6032F0DFE8E4}"/>
              </a:ext>
            </a:extLst>
          </p:cNvPr>
          <p:cNvSpPr/>
          <p:nvPr userDrawn="1"/>
        </p:nvSpPr>
        <p:spPr>
          <a:xfrm rot="10800000">
            <a:off x="0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</a:schemeClr>
              </a:gs>
              <a:gs pos="62000">
                <a:srgbClr val="4EABD5">
                  <a:tint val="44500"/>
                  <a:satMod val="160000"/>
                </a:srgb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1728216" y="3295142"/>
            <a:ext cx="5687568" cy="35216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aseline="0">
                <a:solidFill>
                  <a:schemeClr val="bg1"/>
                </a:solidFill>
              </a:defRPr>
            </a:lvl1pPr>
            <a:lvl3pPr marL="685800" indent="0" algn="l">
              <a:buNone/>
              <a:defRPr/>
            </a:lvl3pPr>
          </a:lstStyle>
          <a:p>
            <a:pPr lvl="0"/>
            <a:r>
              <a:rPr lang="en-US"/>
              <a:t>Click to edit optional sub-header</a:t>
            </a:r>
            <a:br>
              <a:rPr lang="en-US"/>
            </a:br>
            <a:r>
              <a:rPr lang="en-US"/>
              <a:t>Arial, 12pt, sentence case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1728216" y="2230871"/>
            <a:ext cx="5687568" cy="952270"/>
          </a:xfrm>
          <a:prstGeom prst="rect">
            <a:avLst/>
          </a:prstGeom>
        </p:spPr>
        <p:txBody>
          <a:bodyPr anchor="b"/>
          <a:lstStyle>
            <a:lvl1pPr algn="ctr">
              <a:defRPr sz="20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TITLE, ARIAL, 20PT, UPPERCASE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68CD39B6-2E49-4642-967A-D62CD650C9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36022" y="424100"/>
            <a:ext cx="1071956" cy="137484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997019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-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099198-7553-4076-AA94-8DECF542D0DE}"/>
              </a:ext>
            </a:extLst>
          </p:cNvPr>
          <p:cNvSpPr/>
          <p:nvPr userDrawn="1"/>
        </p:nvSpPr>
        <p:spPr>
          <a:xfrm rot="10800000">
            <a:off x="0" y="1662544"/>
            <a:ext cx="9144000" cy="1715445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</a:schemeClr>
              </a:gs>
              <a:gs pos="85000">
                <a:srgbClr val="4EABD5">
                  <a:tint val="44500"/>
                  <a:satMod val="160000"/>
                </a:srgb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AD8FF8E8-9462-4ED7-B962-440BDD8B85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8216" y="2871807"/>
            <a:ext cx="5687568" cy="35216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aseline="0">
                <a:solidFill>
                  <a:schemeClr val="bg1"/>
                </a:solidFill>
              </a:defRPr>
            </a:lvl1pPr>
            <a:lvl3pPr marL="685800" indent="0" algn="l">
              <a:buNone/>
              <a:defRPr/>
            </a:lvl3pPr>
          </a:lstStyle>
          <a:p>
            <a:pPr lvl="0"/>
            <a:r>
              <a:rPr lang="en-US" dirty="0"/>
              <a:t>Click to edit optional sub-header</a:t>
            </a:r>
            <a:br>
              <a:rPr lang="en-US" dirty="0"/>
            </a:br>
            <a:r>
              <a:rPr lang="en-US" dirty="0"/>
              <a:t>Arial, 12pt, sentence case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CFDA11-F9FA-4132-89E4-A1DFC25738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8216" y="1807536"/>
            <a:ext cx="5687568" cy="952270"/>
          </a:xfrm>
          <a:prstGeom prst="rect">
            <a:avLst/>
          </a:prstGeom>
        </p:spPr>
        <p:txBody>
          <a:bodyPr anchor="b"/>
          <a:lstStyle>
            <a:lvl1pPr algn="ctr">
              <a:defRPr sz="20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TITLE, ARIAL, 20PT, UPPERCASE</a:t>
            </a:r>
          </a:p>
        </p:txBody>
      </p:sp>
    </p:spTree>
    <p:extLst>
      <p:ext uri="{BB962C8B-B14F-4D97-AF65-F5344CB8AC3E}">
        <p14:creationId xmlns:p14="http://schemas.microsoft.com/office/powerpoint/2010/main" val="40087360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-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099198-7553-4076-AA94-8DECF542D0DE}"/>
              </a:ext>
            </a:extLst>
          </p:cNvPr>
          <p:cNvSpPr/>
          <p:nvPr userDrawn="1"/>
        </p:nvSpPr>
        <p:spPr>
          <a:xfrm rot="10800000">
            <a:off x="0" y="1662544"/>
            <a:ext cx="9144000" cy="1715445"/>
          </a:xfrm>
          <a:prstGeom prst="rect">
            <a:avLst/>
          </a:prstGeom>
          <a:gradFill flip="none" rotWithShape="1">
            <a:gsLst>
              <a:gs pos="1000">
                <a:schemeClr val="tx1">
                  <a:lumMod val="50000"/>
                  <a:lumOff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AD8FF8E8-9462-4ED7-B962-440BDD8B85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8216" y="2871807"/>
            <a:ext cx="5687568" cy="35216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aseline="0">
                <a:solidFill>
                  <a:schemeClr val="bg1"/>
                </a:solidFill>
              </a:defRPr>
            </a:lvl1pPr>
            <a:lvl3pPr marL="685800" indent="0" algn="l">
              <a:buNone/>
              <a:defRPr/>
            </a:lvl3pPr>
          </a:lstStyle>
          <a:p>
            <a:pPr lvl="0"/>
            <a:r>
              <a:rPr lang="en-US" dirty="0"/>
              <a:t>Click to edit optional sub-header</a:t>
            </a:r>
            <a:br>
              <a:rPr lang="en-US" dirty="0"/>
            </a:br>
            <a:r>
              <a:rPr lang="en-US" dirty="0"/>
              <a:t>Arial, 12pt, sentence case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CFDA11-F9FA-4132-89E4-A1DFC25738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8216" y="1807536"/>
            <a:ext cx="5687568" cy="952270"/>
          </a:xfrm>
          <a:prstGeom prst="rect">
            <a:avLst/>
          </a:prstGeom>
        </p:spPr>
        <p:txBody>
          <a:bodyPr anchor="b"/>
          <a:lstStyle>
            <a:lvl1pPr algn="ctr">
              <a:defRPr sz="20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TITLE, ARIAL, 20PT, UPPERCASE</a:t>
            </a:r>
          </a:p>
        </p:txBody>
      </p:sp>
    </p:spTree>
    <p:extLst>
      <p:ext uri="{BB962C8B-B14F-4D97-AF65-F5344CB8AC3E}">
        <p14:creationId xmlns:p14="http://schemas.microsoft.com/office/powerpoint/2010/main" val="29473796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099198-7553-4076-AA94-8DECF542D0DE}"/>
              </a:ext>
            </a:extLst>
          </p:cNvPr>
          <p:cNvSpPr/>
          <p:nvPr userDrawn="1"/>
        </p:nvSpPr>
        <p:spPr>
          <a:xfrm rot="10800000">
            <a:off x="0" y="1662544"/>
            <a:ext cx="9144000" cy="1715445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</a:schemeClr>
              </a:gs>
              <a:gs pos="85000">
                <a:srgbClr val="4EABD5">
                  <a:tint val="44500"/>
                  <a:satMod val="160000"/>
                </a:srgb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AD8FF8E8-9462-4ED7-B962-440BDD8B85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8216" y="2871807"/>
            <a:ext cx="5687568" cy="35216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aseline="0">
                <a:solidFill>
                  <a:schemeClr val="bg1"/>
                </a:solidFill>
              </a:defRPr>
            </a:lvl1pPr>
            <a:lvl3pPr marL="685800" indent="0" algn="l">
              <a:buNone/>
              <a:defRPr/>
            </a:lvl3pPr>
          </a:lstStyle>
          <a:p>
            <a:pPr lvl="0"/>
            <a:r>
              <a:rPr lang="en-US" dirty="0"/>
              <a:t>Click to edit optional sub-header</a:t>
            </a:r>
            <a:br>
              <a:rPr lang="en-US" dirty="0"/>
            </a:br>
            <a:r>
              <a:rPr lang="en-US" dirty="0"/>
              <a:t>Arial, 12pt, sentence case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CFDA11-F9FA-4132-89E4-A1DFC25738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8216" y="1807536"/>
            <a:ext cx="5687568" cy="952270"/>
          </a:xfrm>
          <a:prstGeom prst="rect">
            <a:avLst/>
          </a:prstGeom>
        </p:spPr>
        <p:txBody>
          <a:bodyPr anchor="b"/>
          <a:lstStyle>
            <a:lvl1pPr algn="ctr">
              <a:defRPr sz="20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TITLE, ARIAL, 20PT, UPPERCASE</a:t>
            </a:r>
          </a:p>
        </p:txBody>
      </p:sp>
      <p:pic>
        <p:nvPicPr>
          <p:cNvPr id="3" name="Picture 2" descr="A large building&#10;&#10;Description automatically generated">
            <a:extLst>
              <a:ext uri="{FF2B5EF4-FFF2-40B4-BE49-F238E27FC236}">
                <a16:creationId xmlns:a16="http://schemas.microsoft.com/office/drawing/2014/main" id="{0F5107FE-B099-49F5-9A06-956B062761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1011690" y="302969"/>
            <a:ext cx="7120619" cy="4260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282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099198-7553-4076-AA94-8DECF542D0DE}"/>
              </a:ext>
            </a:extLst>
          </p:cNvPr>
          <p:cNvSpPr/>
          <p:nvPr userDrawn="1"/>
        </p:nvSpPr>
        <p:spPr>
          <a:xfrm rot="10800000">
            <a:off x="0" y="1662544"/>
            <a:ext cx="9144000" cy="1715445"/>
          </a:xfrm>
          <a:prstGeom prst="rect">
            <a:avLst/>
          </a:prstGeom>
          <a:gradFill flip="none" rotWithShape="1">
            <a:gsLst>
              <a:gs pos="1000">
                <a:schemeClr val="tx1">
                  <a:lumMod val="50000"/>
                  <a:lumOff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AD8FF8E8-9462-4ED7-B962-440BDD8B85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8216" y="2871807"/>
            <a:ext cx="5687568" cy="35216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aseline="0">
                <a:solidFill>
                  <a:schemeClr val="bg1"/>
                </a:solidFill>
              </a:defRPr>
            </a:lvl1pPr>
            <a:lvl3pPr marL="685800" indent="0" algn="l">
              <a:buNone/>
              <a:defRPr/>
            </a:lvl3pPr>
          </a:lstStyle>
          <a:p>
            <a:pPr lvl="0"/>
            <a:r>
              <a:rPr lang="en-US" dirty="0"/>
              <a:t>Click to edit optional sub-header</a:t>
            </a:r>
            <a:br>
              <a:rPr lang="en-US" dirty="0"/>
            </a:br>
            <a:r>
              <a:rPr lang="en-US" dirty="0"/>
              <a:t>Arial, 12pt, sentence case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CFDA11-F9FA-4132-89E4-A1DFC25738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8216" y="1807536"/>
            <a:ext cx="5687568" cy="952270"/>
          </a:xfrm>
          <a:prstGeom prst="rect">
            <a:avLst/>
          </a:prstGeom>
        </p:spPr>
        <p:txBody>
          <a:bodyPr anchor="b"/>
          <a:lstStyle>
            <a:lvl1pPr algn="ctr">
              <a:defRPr sz="20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TITLE, ARIAL, 20PT, UPPERCASE</a:t>
            </a:r>
          </a:p>
        </p:txBody>
      </p:sp>
      <p:pic>
        <p:nvPicPr>
          <p:cNvPr id="2" name="Picture 1" descr="A large building&#10;&#10;Description automatically generated">
            <a:extLst>
              <a:ext uri="{FF2B5EF4-FFF2-40B4-BE49-F238E27FC236}">
                <a16:creationId xmlns:a16="http://schemas.microsoft.com/office/drawing/2014/main" id="{E1234ECC-ADCC-46AC-9691-CE80D2E9AC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1011690" y="302969"/>
            <a:ext cx="7120619" cy="4260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7766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-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/>
          <p:cNvCxnSpPr/>
          <p:nvPr userDrawn="1"/>
        </p:nvCxnSpPr>
        <p:spPr>
          <a:xfrm>
            <a:off x="2793883" y="868296"/>
            <a:ext cx="0" cy="3216977"/>
          </a:xfrm>
          <a:prstGeom prst="line">
            <a:avLst/>
          </a:prstGeom>
          <a:ln w="19050">
            <a:solidFill>
              <a:srgbClr val="CDCD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2793883" y="1020696"/>
            <a:ext cx="0" cy="3216977"/>
          </a:xfrm>
          <a:prstGeom prst="line">
            <a:avLst/>
          </a:prstGeom>
          <a:ln w="19050">
            <a:solidFill>
              <a:srgbClr val="CDCD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 userDrawn="1"/>
        </p:nvSpPr>
        <p:spPr>
          <a:xfrm>
            <a:off x="509695" y="2243735"/>
            <a:ext cx="20989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solidFill>
                  <a:srgbClr val="2597CB"/>
                </a:solidFill>
              </a:rPr>
              <a:t>AGENDA</a:t>
            </a:r>
            <a:endParaRPr lang="en-US" sz="3200">
              <a:solidFill>
                <a:srgbClr val="2597CB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3233738" y="1075638"/>
            <a:ext cx="5203825" cy="3162035"/>
          </a:xfrm>
        </p:spPr>
        <p:txBody>
          <a:bodyPr/>
          <a:lstStyle>
            <a:lvl1pPr>
              <a:buClr>
                <a:srgbClr val="2597CB"/>
              </a:buClr>
              <a:defRPr>
                <a:solidFill>
                  <a:srgbClr val="414042"/>
                </a:solidFill>
              </a:defRPr>
            </a:lvl1pPr>
            <a:lvl2pPr>
              <a:buClr>
                <a:srgbClr val="2597CB"/>
              </a:buClr>
              <a:defRPr>
                <a:solidFill>
                  <a:srgbClr val="414042"/>
                </a:solidFill>
              </a:defRPr>
            </a:lvl2pPr>
            <a:lvl3pPr>
              <a:buClr>
                <a:srgbClr val="2597CB"/>
              </a:buClr>
              <a:defRPr>
                <a:solidFill>
                  <a:srgbClr val="414042"/>
                </a:solidFill>
              </a:defRPr>
            </a:lvl3pPr>
            <a:lvl4pPr>
              <a:buClr>
                <a:srgbClr val="2597CB"/>
              </a:buClr>
              <a:defRPr/>
            </a:lvl4pPr>
            <a:lvl5pPr>
              <a:buClr>
                <a:srgbClr val="2597CB"/>
              </a:buClr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9158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692306" y="865565"/>
            <a:ext cx="7746421" cy="3554299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ct val="140000"/>
              <a:buFont typeface="Arial"/>
              <a:buChar char="•"/>
              <a:tabLst/>
              <a:defRPr baseline="0"/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Courier New" charset="0"/>
              <a:buChar char="o"/>
              <a:tabLst/>
              <a:defRPr baseline="0"/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charset="0"/>
              <a:buChar char="o"/>
              <a:tabLst/>
              <a:defRPr baseline="0"/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itle 9"/>
          <p:cNvSpPr>
            <a:spLocks noGrp="1"/>
          </p:cNvSpPr>
          <p:nvPr>
            <p:ph type="title" hasCustomPrompt="1"/>
          </p:nvPr>
        </p:nvSpPr>
        <p:spPr>
          <a:xfrm>
            <a:off x="692306" y="139129"/>
            <a:ext cx="7739647" cy="382198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2000" baseline="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Add Title – Use Title Case, No More than Two Lines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65853EB-037E-4664-B8C6-47A825981E1A}"/>
              </a:ext>
            </a:extLst>
          </p:cNvPr>
          <p:cNvCxnSpPr>
            <a:cxnSpLocks/>
          </p:cNvCxnSpPr>
          <p:nvPr userDrawn="1"/>
        </p:nvCxnSpPr>
        <p:spPr>
          <a:xfrm>
            <a:off x="695833" y="684557"/>
            <a:ext cx="7752333" cy="0"/>
          </a:xfrm>
          <a:prstGeom prst="line">
            <a:avLst/>
          </a:prstGeom>
          <a:ln w="28575">
            <a:solidFill>
              <a:srgbClr val="91C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003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lu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92306" y="866121"/>
            <a:ext cx="7765894" cy="2379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Click to enter subtitle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C134C1F-53DF-43C2-AF4D-EE37600EC2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2306" y="1207501"/>
            <a:ext cx="7746421" cy="3245229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ct val="140000"/>
              <a:buFont typeface="Arial"/>
              <a:buChar char="•"/>
              <a:tabLst/>
              <a:defRPr baseline="0"/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Courier New" charset="0"/>
              <a:buChar char="o"/>
              <a:tabLst/>
              <a:defRPr baseline="0"/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charset="0"/>
              <a:buChar char="o"/>
              <a:tabLst/>
              <a:defRPr baseline="0"/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5pPr>
          </a:lstStyle>
          <a:p>
            <a:pPr lvl="0"/>
            <a:r>
              <a:rPr lang="en-US"/>
              <a:t>Select &amp; type to begin bullet list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itle 9"/>
          <p:cNvSpPr>
            <a:spLocks noGrp="1"/>
          </p:cNvSpPr>
          <p:nvPr>
            <p:ph type="title" hasCustomPrompt="1"/>
          </p:nvPr>
        </p:nvSpPr>
        <p:spPr>
          <a:xfrm>
            <a:off x="692306" y="139129"/>
            <a:ext cx="7739647" cy="382198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2000" baseline="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Add Title – Use Title Case, No More than Two Lines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FDCBBB4-8E3B-4C61-976E-98D52FE44A29}"/>
              </a:ext>
            </a:extLst>
          </p:cNvPr>
          <p:cNvCxnSpPr>
            <a:cxnSpLocks/>
          </p:cNvCxnSpPr>
          <p:nvPr userDrawn="1"/>
        </p:nvCxnSpPr>
        <p:spPr>
          <a:xfrm>
            <a:off x="695833" y="684557"/>
            <a:ext cx="7752333" cy="0"/>
          </a:xfrm>
          <a:prstGeom prst="line">
            <a:avLst/>
          </a:prstGeom>
          <a:ln w="28575">
            <a:solidFill>
              <a:srgbClr val="91C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3419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9"/>
          <p:cNvSpPr>
            <a:spLocks noGrp="1"/>
          </p:cNvSpPr>
          <p:nvPr>
            <p:ph type="title" hasCustomPrompt="1"/>
          </p:nvPr>
        </p:nvSpPr>
        <p:spPr>
          <a:xfrm>
            <a:off x="692306" y="139129"/>
            <a:ext cx="7739647" cy="382198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2000" baseline="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Add Title – Use Title Case, No More than Two Lines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AC10F0B-0123-4229-8555-D91EFBF8221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2307" y="865565"/>
            <a:ext cx="3794760" cy="3554299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ct val="140000"/>
              <a:buFont typeface="Arial"/>
              <a:buChar char="•"/>
              <a:tabLst/>
              <a:defRPr baseline="0"/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Courier New" charset="0"/>
              <a:buChar char="o"/>
              <a:tabLst/>
              <a:defRPr baseline="0"/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charset="0"/>
              <a:buChar char="o"/>
              <a:tabLst/>
              <a:defRPr baseline="0"/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0598F9A-D406-4367-9FD6-44DB1EEC849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52151" y="857250"/>
            <a:ext cx="3794760" cy="3554299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ct val="140000"/>
              <a:buFont typeface="Arial"/>
              <a:buChar char="•"/>
              <a:tabLst/>
              <a:defRPr baseline="0"/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Courier New" charset="0"/>
              <a:buChar char="o"/>
              <a:tabLst/>
              <a:defRPr baseline="0"/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charset="0"/>
              <a:buChar char="o"/>
              <a:tabLst/>
              <a:defRPr baseline="0"/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Tx/>
              <a:buFont typeface="Arial"/>
              <a:buChar char="•"/>
              <a:tabLst/>
              <a:defRPr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B59BEE1-BB1C-456A-8CAB-34661D039C71}"/>
              </a:ext>
            </a:extLst>
          </p:cNvPr>
          <p:cNvCxnSpPr>
            <a:cxnSpLocks/>
          </p:cNvCxnSpPr>
          <p:nvPr userDrawn="1"/>
        </p:nvCxnSpPr>
        <p:spPr>
          <a:xfrm>
            <a:off x="695833" y="684557"/>
            <a:ext cx="7752333" cy="0"/>
          </a:xfrm>
          <a:prstGeom prst="line">
            <a:avLst/>
          </a:prstGeom>
          <a:ln w="28575">
            <a:solidFill>
              <a:srgbClr val="91C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-column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9"/>
          <p:cNvSpPr>
            <a:spLocks noGrp="1"/>
          </p:cNvSpPr>
          <p:nvPr>
            <p:ph type="title" hasCustomPrompt="1"/>
          </p:nvPr>
        </p:nvSpPr>
        <p:spPr>
          <a:xfrm>
            <a:off x="692306" y="139129"/>
            <a:ext cx="7739647" cy="382198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2000" baseline="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Add Title – Use Title Case, No More than Two Lines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B59BEE1-BB1C-456A-8CAB-34661D039C71}"/>
              </a:ext>
            </a:extLst>
          </p:cNvPr>
          <p:cNvCxnSpPr>
            <a:cxnSpLocks/>
          </p:cNvCxnSpPr>
          <p:nvPr userDrawn="1"/>
        </p:nvCxnSpPr>
        <p:spPr>
          <a:xfrm>
            <a:off x="695833" y="684557"/>
            <a:ext cx="7752333" cy="0"/>
          </a:xfrm>
          <a:prstGeom prst="line">
            <a:avLst/>
          </a:prstGeom>
          <a:ln w="28575">
            <a:solidFill>
              <a:srgbClr val="91C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67034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3384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BDFE816-852F-4EC5-8BA8-2C49BCA56D83}"/>
              </a:ext>
            </a:extLst>
          </p:cNvPr>
          <p:cNvSpPr/>
          <p:nvPr userDrawn="1"/>
        </p:nvSpPr>
        <p:spPr>
          <a:xfrm>
            <a:off x="0" y="4827579"/>
            <a:ext cx="9144000" cy="323236"/>
          </a:xfrm>
          <a:prstGeom prst="rect">
            <a:avLst/>
          </a:prstGeom>
          <a:solidFill>
            <a:srgbClr val="DBDA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4944" y="164592"/>
            <a:ext cx="7735824" cy="38404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style42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1"/>
          </p:nvPr>
        </p:nvSpPr>
        <p:spPr>
          <a:xfrm>
            <a:off x="685800" y="865565"/>
            <a:ext cx="7759699" cy="376676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650B3E-7DA0-47E4-9748-B24A0208F1CA}"/>
              </a:ext>
            </a:extLst>
          </p:cNvPr>
          <p:cNvSpPr txBox="1"/>
          <p:nvPr userDrawn="1"/>
        </p:nvSpPr>
        <p:spPr>
          <a:xfrm>
            <a:off x="8360163" y="4923587"/>
            <a:ext cx="496793" cy="1106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198DCDC1-55DC-4367-A313-31C40E88617A}" type="slidenum">
              <a:rPr lang="en-US" sz="700" smtClean="0">
                <a:solidFill>
                  <a:srgbClr val="414042"/>
                </a:solidFill>
              </a:rPr>
              <a:t>‹#›</a:t>
            </a:fld>
            <a:endParaRPr lang="en-US" sz="700" dirty="0">
              <a:solidFill>
                <a:srgbClr val="41404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E7DAE6-672D-4E30-B617-4C20C7FB20BD}"/>
              </a:ext>
            </a:extLst>
          </p:cNvPr>
          <p:cNvSpPr txBox="1"/>
          <p:nvPr userDrawn="1"/>
        </p:nvSpPr>
        <p:spPr>
          <a:xfrm>
            <a:off x="194553" y="4260715"/>
            <a:ext cx="1847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200" dirty="0" err="1"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686789-9FDA-46BC-9875-217FC8534140}"/>
              </a:ext>
            </a:extLst>
          </p:cNvPr>
          <p:cNvSpPr txBox="1"/>
          <p:nvPr userDrawn="1"/>
        </p:nvSpPr>
        <p:spPr>
          <a:xfrm>
            <a:off x="694944" y="4866086"/>
            <a:ext cx="33842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414042"/>
                </a:solidFill>
                <a:latin typeface="Arial" panose="020B0604020202020204" pitchFamily="34" charset="0"/>
              </a:rPr>
              <a:t>Business &amp; Marketing, Economics, and Digital Marketing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B75B59-9310-4D12-B8AB-3D539D27C359}"/>
              </a:ext>
            </a:extLst>
          </p:cNvPr>
          <p:cNvSpPr txBox="1"/>
          <p:nvPr userDrawn="1"/>
        </p:nvSpPr>
        <p:spPr>
          <a:xfrm>
            <a:off x="7774169" y="4855795"/>
            <a:ext cx="7841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414042"/>
                </a:solidFill>
                <a:latin typeface="Arial" panose="020B0604020202020204" pitchFamily="34" charset="0"/>
              </a:rPr>
              <a:t>2020/2021</a:t>
            </a:r>
          </a:p>
        </p:txBody>
      </p:sp>
      <p:pic>
        <p:nvPicPr>
          <p:cNvPr id="21" name="Picture 20" descr="A picture containing drawing&#10;&#10;Description automatically generated">
            <a:extLst>
              <a:ext uri="{FF2B5EF4-FFF2-40B4-BE49-F238E27FC236}">
                <a16:creationId xmlns:a16="http://schemas.microsoft.com/office/drawing/2014/main" id="{F4D7F0F3-F14F-4231-B370-8C5A4CDF590F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30075" y="4500484"/>
            <a:ext cx="416155" cy="53374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85382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46" r:id="rId2"/>
    <p:sldLayoutId id="2147483847" r:id="rId3"/>
    <p:sldLayoutId id="2147483844" r:id="rId4"/>
    <p:sldLayoutId id="2147483845" r:id="rId5"/>
    <p:sldLayoutId id="2147483834" r:id="rId6"/>
    <p:sldLayoutId id="2147483836" r:id="rId7"/>
    <p:sldLayoutId id="2147483839" r:id="rId8"/>
    <p:sldLayoutId id="2147483782" r:id="rId9"/>
    <p:sldLayoutId id="2147483848" r:id="rId10"/>
    <p:sldLayoutId id="214748381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kern="1200">
          <a:solidFill>
            <a:schemeClr val="bg1"/>
          </a:solidFill>
          <a:latin typeface="Arial" charset="0"/>
          <a:ea typeface="Arial" charset="0"/>
          <a:cs typeface="Arial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2597CB"/>
        </a:buClr>
        <a:buSzPct val="140000"/>
        <a:buFont typeface="Arial"/>
        <a:buChar char="•"/>
        <a:defRPr sz="1600" kern="1200">
          <a:solidFill>
            <a:srgbClr val="414042"/>
          </a:solidFill>
          <a:latin typeface="Arial" charset="0"/>
          <a:ea typeface="Arial" charset="0"/>
          <a:cs typeface="Arial" charset="0"/>
        </a:defRPr>
      </a:lvl1pPr>
      <a:lvl2pPr marL="687388" indent="-234950" algn="l" defTabSz="914400" rtl="0" eaLnBrk="1" latinLnBrk="0" hangingPunct="1">
        <a:lnSpc>
          <a:spcPct val="90000"/>
        </a:lnSpc>
        <a:spcBef>
          <a:spcPts val="500"/>
        </a:spcBef>
        <a:buClr>
          <a:srgbClr val="2597CB"/>
        </a:buClr>
        <a:buFont typeface="Courier New" charset="0"/>
        <a:buChar char="o"/>
        <a:defRPr sz="1400" kern="1200">
          <a:solidFill>
            <a:srgbClr val="414042"/>
          </a:solidFill>
          <a:latin typeface="Arial" charset="0"/>
          <a:ea typeface="Arial" charset="0"/>
          <a:cs typeface="Arial" charset="0"/>
        </a:defRPr>
      </a:lvl2pPr>
      <a:lvl3pPr marL="1141413" indent="-230188" algn="l" defTabSz="914400" rtl="0" eaLnBrk="1" latinLnBrk="0" hangingPunct="1">
        <a:lnSpc>
          <a:spcPct val="90000"/>
        </a:lnSpc>
        <a:spcBef>
          <a:spcPts val="500"/>
        </a:spcBef>
        <a:buClr>
          <a:srgbClr val="2597CB"/>
        </a:buClr>
        <a:buFont typeface="Arial"/>
        <a:buChar char="•"/>
        <a:defRPr sz="1200" kern="1200">
          <a:solidFill>
            <a:srgbClr val="414042"/>
          </a:solidFill>
          <a:latin typeface="Arial" charset="0"/>
          <a:ea typeface="Arial" charset="0"/>
          <a:cs typeface="Arial" charset="0"/>
        </a:defRPr>
      </a:lvl3pPr>
      <a:lvl4pPr marL="1601788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703F85"/>
        </a:buClr>
        <a:buSzPct val="60000"/>
        <a:buFont typeface="Courier New" charset="0"/>
        <a:buChar char="o"/>
        <a:defRPr sz="11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055813" indent="-230188" algn="l" defTabSz="914400" rtl="0" eaLnBrk="1" latinLnBrk="0" hangingPunct="1">
        <a:lnSpc>
          <a:spcPct val="90000"/>
        </a:lnSpc>
        <a:spcBef>
          <a:spcPts val="500"/>
        </a:spcBef>
        <a:buClr>
          <a:srgbClr val="703F85"/>
        </a:buClr>
        <a:buFont typeface="Arial"/>
        <a:buChar char="•"/>
        <a:defRPr sz="11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32">
          <p15:clr>
            <a:srgbClr val="F26B43"/>
          </p15:clr>
        </p15:guide>
        <p15:guide id="2" pos="5328" userDrawn="1">
          <p15:clr>
            <a:srgbClr val="F26B43"/>
          </p15:clr>
        </p15:guide>
        <p15:guide id="4" orient="horz" pos="540">
          <p15:clr>
            <a:srgbClr val="F26B43"/>
          </p15:clr>
        </p15:guide>
        <p15:guide id="5" orient="horz" pos="3156" userDrawn="1">
          <p15:clr>
            <a:srgbClr val="F26B43"/>
          </p15:clr>
        </p15:guide>
        <p15:guide id="6" pos="2880" userDrawn="1">
          <p15:clr>
            <a:srgbClr val="F26B43"/>
          </p15:clr>
        </p15:guide>
        <p15:guide id="7" orient="horz" pos="171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BA2A26-3540-40B1-B7BC-758632352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2711" y="2608557"/>
            <a:ext cx="6265333" cy="952270"/>
          </a:xfrm>
        </p:spPr>
        <p:txBody>
          <a:bodyPr/>
          <a:lstStyle/>
          <a:p>
            <a:r>
              <a:rPr lang="en-US" dirty="0"/>
              <a:t>Business, Marketing, Entrepreneurship, Digital Marketing, and Econ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Mrs. Schafer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790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4AADD7-387E-4013-8C84-380563E114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75473" y="1539372"/>
            <a:ext cx="5203825" cy="1610643"/>
          </a:xfrm>
        </p:spPr>
        <p:txBody>
          <a:bodyPr/>
          <a:lstStyle/>
          <a:p>
            <a:r>
              <a:rPr lang="en-US" dirty="0"/>
              <a:t>Marketing Pricing Exercise</a:t>
            </a:r>
          </a:p>
        </p:txBody>
      </p:sp>
    </p:spTree>
    <p:extLst>
      <p:ext uri="{BB962C8B-B14F-4D97-AF65-F5344CB8AC3E}">
        <p14:creationId xmlns:p14="http://schemas.microsoft.com/office/powerpoint/2010/main" val="2098443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3C7FEC2-084D-452E-84D1-0C613EE8B1A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2305" y="746133"/>
            <a:ext cx="7739647" cy="3554299"/>
          </a:xfrm>
        </p:spPr>
        <p:txBody>
          <a:bodyPr/>
          <a:lstStyle/>
          <a:p>
            <a:r>
              <a:rPr lang="en-US" b="1" i="1" dirty="0"/>
              <a:t>The following is an in-class competition to see who can make the most money with their product idea</a:t>
            </a:r>
          </a:p>
          <a:p>
            <a:r>
              <a:rPr lang="en-US" dirty="0"/>
              <a:t>Whoever wins gets to choose from the “Bag of Good or Bad”</a:t>
            </a:r>
          </a:p>
          <a:p>
            <a:r>
              <a:rPr lang="en-US" dirty="0">
                <a:sym typeface="Wingdings" panose="05000000000000000000" pitchFamily="2" charset="2"/>
              </a:rPr>
              <a:t>Write your name on the left of the </a:t>
            </a:r>
            <a:r>
              <a:rPr lang="en-US">
                <a:sym typeface="Wingdings" panose="05000000000000000000" pitchFamily="2" charset="2"/>
              </a:rPr>
              <a:t>OneNote whiteboard</a:t>
            </a:r>
            <a:endParaRPr lang="en-US" dirty="0">
              <a:sym typeface="Wingdings" panose="05000000000000000000" pitchFamily="2" charset="2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sym typeface="Wingdings" panose="05000000000000000000" pitchFamily="2" charset="2"/>
              </a:rPr>
              <a:t>Write your product next to your name (can be anything that’s real or that doesn’t exist yet)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sym typeface="Wingdings" panose="05000000000000000000" pitchFamily="2" charset="2"/>
              </a:rPr>
              <a:t>We’ll see what interest there is for your product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sym typeface="Wingdings" panose="05000000000000000000" pitchFamily="2" charset="2"/>
              </a:rPr>
              <a:t>You’ll then set your product price based on that preliminary interest (demand)….If there’s a lots of interest for your product, you might want to set your price high. If there’s not a lot of demand, you might want to set it low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sym typeface="Wingdings" panose="05000000000000000000" pitchFamily="2" charset="2"/>
              </a:rPr>
              <a:t>Your goal is to find the equilibrium price that will bring in the most money from your fellow students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69DC494-EB0C-4782-A165-DAB38768C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Practice Pricing Based on Demand</a:t>
            </a:r>
          </a:p>
        </p:txBody>
      </p:sp>
    </p:spTree>
    <p:extLst>
      <p:ext uri="{BB962C8B-B14F-4D97-AF65-F5344CB8AC3E}">
        <p14:creationId xmlns:p14="http://schemas.microsoft.com/office/powerpoint/2010/main" val="3167695669"/>
      </p:ext>
    </p:extLst>
  </p:cSld>
  <p:clrMapOvr>
    <a:masterClrMapping/>
  </p:clrMapOvr>
</p:sld>
</file>

<file path=ppt/theme/theme1.xml><?xml version="1.0" encoding="utf-8"?>
<a:theme xmlns:a="http://schemas.openxmlformats.org/drawingml/2006/main" name="Main Master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1200" dirty="0" err="1" smtClean="0">
            <a:latin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eatle Genetics 1" id="{53984AC2-015D-554A-9215-CAF5E42331BB}" vid="{AC78D1C2-67FA-E942-9EA9-D2954BBFA0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DD89C5D911BC046B277DCAF5366D800" ma:contentTypeVersion="4" ma:contentTypeDescription="Create a new document." ma:contentTypeScope="" ma:versionID="2cc88ace384ab63cdfefd6ba4c9c6e19">
  <xsd:schema xmlns:xsd="http://www.w3.org/2001/XMLSchema" xmlns:xs="http://www.w3.org/2001/XMLSchema" xmlns:p="http://schemas.microsoft.com/office/2006/metadata/properties" xmlns:ns2="8203920f-e80a-4f40-891f-374d92aaa723" xmlns:ns3="94453763-5c73-4bc4-9bc2-0b162bd4cfed" targetNamespace="http://schemas.microsoft.com/office/2006/metadata/properties" ma:root="true" ma:fieldsID="b09e4c8b1d448c696d03e70d112964b5" ns2:_="" ns3:_="">
    <xsd:import namespace="8203920f-e80a-4f40-891f-374d92aaa723"/>
    <xsd:import namespace="94453763-5c73-4bc4-9bc2-0b162bd4cf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03920f-e80a-4f40-891f-374d92aaa7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453763-5c73-4bc4-9bc2-0b162bd4cfe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41CF28C-A6CA-48EC-A751-93D4F186C8F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203920f-e80a-4f40-891f-374d92aaa723"/>
    <ds:schemaRef ds:uri="94453763-5c73-4bc4-9bc2-0b162bd4cf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0FEFE1D-2A63-4943-A8E9-412AC2E6794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1A84523-DC6D-4F6B-A4CC-3FF10C5ADA6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163</Words>
  <Application>Microsoft Office PowerPoint</Application>
  <PresentationFormat>On-screen Show (16:9)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Courier New</vt:lpstr>
      <vt:lpstr>Main Master</vt:lpstr>
      <vt:lpstr>Business, Marketing, Entrepreneurship, Digital Marketing, and Econ  Mrs. Schafer </vt:lpstr>
      <vt:lpstr>PowerPoint Presentation</vt:lpstr>
      <vt:lpstr>Let’s Practice Pricing Based on Demand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Business, Marketing, Entrepreneurship, Digital Marketing, and Econ  Mrs. Schafer Class # 14</dc:title>
  <dc:creator>Schafer, Ryfka</dc:creator>
  <cp:lastModifiedBy>Schafer, Ryfka</cp:lastModifiedBy>
  <cp:revision>2</cp:revision>
  <dcterms:created xsi:type="dcterms:W3CDTF">2020-10-16T19:56:03Z</dcterms:created>
  <dcterms:modified xsi:type="dcterms:W3CDTF">2023-12-12T18:30:42Z</dcterms:modified>
</cp:coreProperties>
</file>