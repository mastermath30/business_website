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2" r:id="rId5"/>
  </p:sldMasterIdLst>
  <p:notesMasterIdLst>
    <p:notesMasterId r:id="rId34"/>
  </p:notesMasterIdLst>
  <p:handoutMasterIdLst>
    <p:handoutMasterId r:id="rId35"/>
  </p:handoutMasterIdLst>
  <p:sldIdLst>
    <p:sldId id="420" r:id="rId6"/>
    <p:sldId id="421" r:id="rId7"/>
    <p:sldId id="754" r:id="rId8"/>
    <p:sldId id="473" r:id="rId9"/>
    <p:sldId id="794" r:id="rId10"/>
    <p:sldId id="795" r:id="rId11"/>
    <p:sldId id="697" r:id="rId12"/>
    <p:sldId id="788" r:id="rId13"/>
    <p:sldId id="755" r:id="rId14"/>
    <p:sldId id="701" r:id="rId15"/>
    <p:sldId id="756" r:id="rId16"/>
    <p:sldId id="746" r:id="rId17"/>
    <p:sldId id="747" r:id="rId18"/>
    <p:sldId id="748" r:id="rId19"/>
    <p:sldId id="761" r:id="rId20"/>
    <p:sldId id="789" r:id="rId21"/>
    <p:sldId id="762" r:id="rId22"/>
    <p:sldId id="790" r:id="rId23"/>
    <p:sldId id="763" r:id="rId24"/>
    <p:sldId id="791" r:id="rId25"/>
    <p:sldId id="764" r:id="rId26"/>
    <p:sldId id="706" r:id="rId27"/>
    <p:sldId id="767" r:id="rId28"/>
    <p:sldId id="769" r:id="rId29"/>
    <p:sldId id="792" r:id="rId30"/>
    <p:sldId id="793" r:id="rId31"/>
    <p:sldId id="710" r:id="rId32"/>
    <p:sldId id="728" r:id="rId33"/>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itchFamily="-107" charset="0"/>
        <a:ea typeface="MS PGothic" pitchFamily="34" charset="-128"/>
        <a:cs typeface="MS PGothic" pitchFamily="34" charset="-128"/>
      </a:defRPr>
    </a:lvl1pPr>
    <a:lvl2pPr marL="457200" algn="l" defTabSz="457200" rtl="0" eaLnBrk="0" fontAlgn="base" hangingPunct="0">
      <a:spcBef>
        <a:spcPct val="0"/>
      </a:spcBef>
      <a:spcAft>
        <a:spcPct val="0"/>
      </a:spcAft>
      <a:defRPr kern="1200">
        <a:solidFill>
          <a:schemeClr val="tx1"/>
        </a:solidFill>
        <a:latin typeface="Calibri" pitchFamily="-107" charset="0"/>
        <a:ea typeface="MS PGothic" pitchFamily="34" charset="-128"/>
        <a:cs typeface="MS PGothic" pitchFamily="34" charset="-128"/>
      </a:defRPr>
    </a:lvl2pPr>
    <a:lvl3pPr marL="914400" algn="l" defTabSz="457200" rtl="0" eaLnBrk="0" fontAlgn="base" hangingPunct="0">
      <a:spcBef>
        <a:spcPct val="0"/>
      </a:spcBef>
      <a:spcAft>
        <a:spcPct val="0"/>
      </a:spcAft>
      <a:defRPr kern="1200">
        <a:solidFill>
          <a:schemeClr val="tx1"/>
        </a:solidFill>
        <a:latin typeface="Calibri" pitchFamily="-107" charset="0"/>
        <a:ea typeface="MS PGothic" pitchFamily="34" charset="-128"/>
        <a:cs typeface="MS PGothic" pitchFamily="34" charset="-128"/>
      </a:defRPr>
    </a:lvl3pPr>
    <a:lvl4pPr marL="1371600" algn="l" defTabSz="457200" rtl="0" eaLnBrk="0" fontAlgn="base" hangingPunct="0">
      <a:spcBef>
        <a:spcPct val="0"/>
      </a:spcBef>
      <a:spcAft>
        <a:spcPct val="0"/>
      </a:spcAft>
      <a:defRPr kern="1200">
        <a:solidFill>
          <a:schemeClr val="tx1"/>
        </a:solidFill>
        <a:latin typeface="Calibri" pitchFamily="-107" charset="0"/>
        <a:ea typeface="MS PGothic" pitchFamily="34" charset="-128"/>
        <a:cs typeface="MS PGothic" pitchFamily="34" charset="-128"/>
      </a:defRPr>
    </a:lvl4pPr>
    <a:lvl5pPr marL="1828800" algn="l" defTabSz="457200" rtl="0" eaLnBrk="0" fontAlgn="base" hangingPunct="0">
      <a:spcBef>
        <a:spcPct val="0"/>
      </a:spcBef>
      <a:spcAft>
        <a:spcPct val="0"/>
      </a:spcAft>
      <a:defRPr kern="1200">
        <a:solidFill>
          <a:schemeClr val="tx1"/>
        </a:solidFill>
        <a:latin typeface="Calibri" pitchFamily="-107" charset="0"/>
        <a:ea typeface="MS PGothic" pitchFamily="34" charset="-128"/>
        <a:cs typeface="MS PGothic" pitchFamily="34" charset="-128"/>
      </a:defRPr>
    </a:lvl5pPr>
    <a:lvl6pPr marL="2286000" algn="l" defTabSz="457200" rtl="0" eaLnBrk="1" latinLnBrk="0" hangingPunct="1">
      <a:defRPr kern="1200">
        <a:solidFill>
          <a:schemeClr val="tx1"/>
        </a:solidFill>
        <a:latin typeface="Calibri" pitchFamily="-107" charset="0"/>
        <a:ea typeface="MS PGothic" pitchFamily="34" charset="-128"/>
        <a:cs typeface="MS PGothic" pitchFamily="34" charset="-128"/>
      </a:defRPr>
    </a:lvl6pPr>
    <a:lvl7pPr marL="2743200" algn="l" defTabSz="457200" rtl="0" eaLnBrk="1" latinLnBrk="0" hangingPunct="1">
      <a:defRPr kern="1200">
        <a:solidFill>
          <a:schemeClr val="tx1"/>
        </a:solidFill>
        <a:latin typeface="Calibri" pitchFamily="-107" charset="0"/>
        <a:ea typeface="MS PGothic" pitchFamily="34" charset="-128"/>
        <a:cs typeface="MS PGothic" pitchFamily="34" charset="-128"/>
      </a:defRPr>
    </a:lvl7pPr>
    <a:lvl8pPr marL="3200400" algn="l" defTabSz="457200" rtl="0" eaLnBrk="1" latinLnBrk="0" hangingPunct="1">
      <a:defRPr kern="1200">
        <a:solidFill>
          <a:schemeClr val="tx1"/>
        </a:solidFill>
        <a:latin typeface="Calibri" pitchFamily="-107" charset="0"/>
        <a:ea typeface="MS PGothic" pitchFamily="34" charset="-128"/>
        <a:cs typeface="MS PGothic" pitchFamily="34" charset="-128"/>
      </a:defRPr>
    </a:lvl8pPr>
    <a:lvl9pPr marL="3657600" algn="l" defTabSz="457200" rtl="0" eaLnBrk="1" latinLnBrk="0" hangingPunct="1">
      <a:defRPr kern="1200">
        <a:solidFill>
          <a:schemeClr val="tx1"/>
        </a:solidFill>
        <a:latin typeface="Calibri" pitchFamily="-107" charset="0"/>
        <a:ea typeface="MS PGothic" pitchFamily="34" charset="-128"/>
        <a:cs typeface="MS PGothic" pitchFamily="34" charset="-128"/>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urt Norlin" initials="K" lastIdx="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69900"/>
    <a:srgbClr val="BA4932"/>
    <a:srgbClr val="295774"/>
    <a:srgbClr val="E49E12"/>
    <a:srgbClr val="33CC33"/>
    <a:srgbClr val="7FDF3E"/>
    <a:srgbClr val="FF28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984513-8C5D-466F-9038-7D3F1955741B}" v="291" dt="2026-04-28T19:39:47.0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46" autoAdjust="0"/>
    <p:restoredTop sz="62333" autoAdjust="0"/>
  </p:normalViewPr>
  <p:slideViewPr>
    <p:cSldViewPr snapToGrid="0">
      <p:cViewPr varScale="1">
        <p:scale>
          <a:sx n="43" d="100"/>
          <a:sy n="43" d="100"/>
        </p:scale>
        <p:origin x="1288" y="40"/>
      </p:cViewPr>
      <p:guideLst>
        <p:guide orient="horz" pos="2160"/>
        <p:guide pos="3840"/>
      </p:guideLst>
    </p:cSldViewPr>
  </p:slideViewPr>
  <p:notesTextViewPr>
    <p:cViewPr>
      <p:scale>
        <a:sx n="100" d="100"/>
        <a:sy n="100" d="100"/>
      </p:scale>
      <p:origin x="0" y="-28"/>
    </p:cViewPr>
  </p:notesTextViewPr>
  <p:sorterViewPr>
    <p:cViewPr>
      <p:scale>
        <a:sx n="66" d="100"/>
        <a:sy n="66" d="100"/>
      </p:scale>
      <p:origin x="0" y="0"/>
    </p:cViewPr>
  </p:sorterViewPr>
  <p:notesViewPr>
    <p:cSldViewPr snapToGrid="0">
      <p:cViewPr>
        <p:scale>
          <a:sx n="150" d="100"/>
          <a:sy n="150" d="100"/>
        </p:scale>
        <p:origin x="-1416" y="133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fka Schafer" userId="318b1ac2-30d3-4beb-81ce-7e66308a1db1" providerId="ADAL" clId="{6ADB8242-FC07-4006-B08C-E5283FADA5DD}"/>
    <pc:docChg chg="undo custSel addSld delSld modSld">
      <pc:chgData name="Ryfka Schafer" userId="318b1ac2-30d3-4beb-81ce-7e66308a1db1" providerId="ADAL" clId="{6ADB8242-FC07-4006-B08C-E5283FADA5DD}" dt="2026-04-28T19:39:47.040" v="687"/>
      <pc:docMkLst>
        <pc:docMk/>
      </pc:docMkLst>
      <pc:sldChg chg="addSp modSp mod">
        <pc:chgData name="Ryfka Schafer" userId="318b1ac2-30d3-4beb-81ce-7e66308a1db1" providerId="ADAL" clId="{6ADB8242-FC07-4006-B08C-E5283FADA5DD}" dt="2026-04-27T19:50:09.457" v="153" actId="27636"/>
        <pc:sldMkLst>
          <pc:docMk/>
          <pc:sldMk cId="0" sldId="473"/>
        </pc:sldMkLst>
        <pc:spChg chg="add">
          <ac:chgData name="Ryfka Schafer" userId="318b1ac2-30d3-4beb-81ce-7e66308a1db1" providerId="ADAL" clId="{6ADB8242-FC07-4006-B08C-E5283FADA5DD}" dt="2026-04-27T19:48:40.505" v="100"/>
          <ac:spMkLst>
            <pc:docMk/>
            <pc:sldMk cId="0" sldId="473"/>
            <ac:spMk id="2" creationId="{6352500A-EDE1-8C60-2871-80C682AA0590}"/>
          </ac:spMkLst>
        </pc:spChg>
        <pc:spChg chg="add">
          <ac:chgData name="Ryfka Schafer" userId="318b1ac2-30d3-4beb-81ce-7e66308a1db1" providerId="ADAL" clId="{6ADB8242-FC07-4006-B08C-E5283FADA5DD}" dt="2026-04-27T19:48:46.707" v="101"/>
          <ac:spMkLst>
            <pc:docMk/>
            <pc:sldMk cId="0" sldId="473"/>
            <ac:spMk id="3" creationId="{641C0A10-40E3-D52A-5CD4-50BB6EFB34F3}"/>
          </ac:spMkLst>
        </pc:spChg>
        <pc:spChg chg="mod">
          <ac:chgData name="Ryfka Schafer" userId="318b1ac2-30d3-4beb-81ce-7e66308a1db1" providerId="ADAL" clId="{6ADB8242-FC07-4006-B08C-E5283FADA5DD}" dt="2026-04-27T19:50:09.457" v="153" actId="27636"/>
          <ac:spMkLst>
            <pc:docMk/>
            <pc:sldMk cId="0" sldId="473"/>
            <ac:spMk id="9219" creationId="{00000000-0000-0000-0000-000000000000}"/>
          </ac:spMkLst>
        </pc:spChg>
      </pc:sldChg>
      <pc:sldChg chg="modSp add del modAnim">
        <pc:chgData name="Ryfka Schafer" userId="318b1ac2-30d3-4beb-81ce-7e66308a1db1" providerId="ADAL" clId="{6ADB8242-FC07-4006-B08C-E5283FADA5DD}" dt="2026-04-28T17:44:47.100" v="679" actId="47"/>
        <pc:sldMkLst>
          <pc:docMk/>
          <pc:sldMk cId="0" sldId="698"/>
        </pc:sldMkLst>
        <pc:spChg chg="mod">
          <ac:chgData name="Ryfka Schafer" userId="318b1ac2-30d3-4beb-81ce-7e66308a1db1" providerId="ADAL" clId="{6ADB8242-FC07-4006-B08C-E5283FADA5DD}" dt="2026-04-28T17:43:07.642" v="473" actId="20577"/>
          <ac:spMkLst>
            <pc:docMk/>
            <pc:sldMk cId="0" sldId="698"/>
            <ac:spMk id="8195" creationId="{00000000-0000-0000-0000-000000000000}"/>
          </ac:spMkLst>
        </pc:spChg>
      </pc:sldChg>
      <pc:sldChg chg="addSp delSp modSp mod">
        <pc:chgData name="Ryfka Schafer" userId="318b1ac2-30d3-4beb-81ce-7e66308a1db1" providerId="ADAL" clId="{6ADB8242-FC07-4006-B08C-E5283FADA5DD}" dt="2026-04-28T19:39:47.040" v="687"/>
        <pc:sldMkLst>
          <pc:docMk/>
          <pc:sldMk cId="0" sldId="748"/>
        </pc:sldMkLst>
        <pc:spChg chg="add del mod">
          <ac:chgData name="Ryfka Schafer" userId="318b1ac2-30d3-4beb-81ce-7e66308a1db1" providerId="ADAL" clId="{6ADB8242-FC07-4006-B08C-E5283FADA5DD}" dt="2026-04-28T19:39:47.040" v="687"/>
          <ac:spMkLst>
            <pc:docMk/>
            <pc:sldMk cId="0" sldId="748"/>
            <ac:spMk id="2" creationId="{48398647-DA05-1E43-FB35-ED791D4F83FD}"/>
          </ac:spMkLst>
        </pc:spChg>
      </pc:sldChg>
      <pc:sldChg chg="addSp delSp modSp mod">
        <pc:chgData name="Ryfka Schafer" userId="318b1ac2-30d3-4beb-81ce-7e66308a1db1" providerId="ADAL" clId="{6ADB8242-FC07-4006-B08C-E5283FADA5DD}" dt="2026-04-28T18:52:57.340" v="681"/>
        <pc:sldMkLst>
          <pc:docMk/>
          <pc:sldMk cId="0" sldId="754"/>
        </pc:sldMkLst>
        <pc:spChg chg="add del mod">
          <ac:chgData name="Ryfka Schafer" userId="318b1ac2-30d3-4beb-81ce-7e66308a1db1" providerId="ADAL" clId="{6ADB8242-FC07-4006-B08C-E5283FADA5DD}" dt="2026-04-27T19:44:38.936" v="98"/>
          <ac:spMkLst>
            <pc:docMk/>
            <pc:sldMk cId="0" sldId="754"/>
            <ac:spMk id="2" creationId="{96CC9EFA-DAE7-754B-09C3-12ADED7F736F}"/>
          </ac:spMkLst>
        </pc:spChg>
        <pc:spChg chg="add del mod">
          <ac:chgData name="Ryfka Schafer" userId="318b1ac2-30d3-4beb-81ce-7e66308a1db1" providerId="ADAL" clId="{6ADB8242-FC07-4006-B08C-E5283FADA5DD}" dt="2026-04-28T18:52:57.340" v="681"/>
          <ac:spMkLst>
            <pc:docMk/>
            <pc:sldMk cId="0" sldId="754"/>
            <ac:spMk id="2" creationId="{96FA4D60-7147-6688-9078-2BC34DECAB99}"/>
          </ac:spMkLst>
        </pc:spChg>
        <pc:spChg chg="add del mod">
          <ac:chgData name="Ryfka Schafer" userId="318b1ac2-30d3-4beb-81ce-7e66308a1db1" providerId="ADAL" clId="{6ADB8242-FC07-4006-B08C-E5283FADA5DD}" dt="2026-04-27T19:44:38.930" v="96"/>
          <ac:spMkLst>
            <pc:docMk/>
            <pc:sldMk cId="0" sldId="754"/>
            <ac:spMk id="3" creationId="{F8C2A29C-A3CE-3B87-CE3A-A14A33F0CE74}"/>
          </ac:spMkLst>
        </pc:spChg>
        <pc:spChg chg="add del mod">
          <ac:chgData name="Ryfka Schafer" userId="318b1ac2-30d3-4beb-81ce-7e66308a1db1" providerId="ADAL" clId="{6ADB8242-FC07-4006-B08C-E5283FADA5DD}" dt="2026-04-27T19:44:38.913" v="94"/>
          <ac:spMkLst>
            <pc:docMk/>
            <pc:sldMk cId="0" sldId="754"/>
            <ac:spMk id="4" creationId="{84322D78-226E-C065-F992-260F85401D0D}"/>
          </ac:spMkLst>
        </pc:spChg>
        <pc:spChg chg="add del mod">
          <ac:chgData name="Ryfka Schafer" userId="318b1ac2-30d3-4beb-81ce-7e66308a1db1" providerId="ADAL" clId="{6ADB8242-FC07-4006-B08C-E5283FADA5DD}" dt="2026-04-27T19:44:38.913" v="92"/>
          <ac:spMkLst>
            <pc:docMk/>
            <pc:sldMk cId="0" sldId="754"/>
            <ac:spMk id="5" creationId="{76932496-8EA0-08C7-834C-7351036AE34B}"/>
          </ac:spMkLst>
        </pc:spChg>
        <pc:spChg chg="add del mod topLvl">
          <ac:chgData name="Ryfka Schafer" userId="318b1ac2-30d3-4beb-81ce-7e66308a1db1" providerId="ADAL" clId="{6ADB8242-FC07-4006-B08C-E5283FADA5DD}" dt="2026-04-27T19:44:38.897" v="84"/>
          <ac:spMkLst>
            <pc:docMk/>
            <pc:sldMk cId="0" sldId="754"/>
            <ac:spMk id="6" creationId="{29031EBD-5A70-CEFC-38B3-518CFAF806EB}"/>
          </ac:spMkLst>
        </pc:spChg>
        <pc:spChg chg="add del mod topLvl">
          <ac:chgData name="Ryfka Schafer" userId="318b1ac2-30d3-4beb-81ce-7e66308a1db1" providerId="ADAL" clId="{6ADB8242-FC07-4006-B08C-E5283FADA5DD}" dt="2026-04-27T19:44:38.897" v="86"/>
          <ac:spMkLst>
            <pc:docMk/>
            <pc:sldMk cId="0" sldId="754"/>
            <ac:spMk id="7" creationId="{4EFFA9BA-6230-D8A9-4D74-AE750262354B}"/>
          </ac:spMkLst>
        </pc:spChg>
        <pc:spChg chg="add del mod topLvl">
          <ac:chgData name="Ryfka Schafer" userId="318b1ac2-30d3-4beb-81ce-7e66308a1db1" providerId="ADAL" clId="{6ADB8242-FC07-4006-B08C-E5283FADA5DD}" dt="2026-04-27T19:44:38.913" v="88"/>
          <ac:spMkLst>
            <pc:docMk/>
            <pc:sldMk cId="0" sldId="754"/>
            <ac:spMk id="8" creationId="{8A4C4DFC-A1BF-BB70-7B85-373A97F4FEE1}"/>
          </ac:spMkLst>
        </pc:spChg>
        <pc:spChg chg="add del mod topLvl">
          <ac:chgData name="Ryfka Schafer" userId="318b1ac2-30d3-4beb-81ce-7e66308a1db1" providerId="ADAL" clId="{6ADB8242-FC07-4006-B08C-E5283FADA5DD}" dt="2026-04-27T19:44:38.913" v="90"/>
          <ac:spMkLst>
            <pc:docMk/>
            <pc:sldMk cId="0" sldId="754"/>
            <ac:spMk id="9" creationId="{69B18C62-F6EB-EABC-6117-5160B91EEADE}"/>
          </ac:spMkLst>
        </pc:spChg>
        <pc:spChg chg="add del mod topLvl">
          <ac:chgData name="Ryfka Schafer" userId="318b1ac2-30d3-4beb-81ce-7e66308a1db1" providerId="ADAL" clId="{6ADB8242-FC07-4006-B08C-E5283FADA5DD}" dt="2026-04-27T19:44:38.897" v="75"/>
          <ac:spMkLst>
            <pc:docMk/>
            <pc:sldMk cId="0" sldId="754"/>
            <ac:spMk id="11" creationId="{540E9997-790A-4A2D-0696-B407701449BF}"/>
          </ac:spMkLst>
        </pc:spChg>
        <pc:spChg chg="add del mod topLvl">
          <ac:chgData name="Ryfka Schafer" userId="318b1ac2-30d3-4beb-81ce-7e66308a1db1" providerId="ADAL" clId="{6ADB8242-FC07-4006-B08C-E5283FADA5DD}" dt="2026-04-27T19:44:38.897" v="77"/>
          <ac:spMkLst>
            <pc:docMk/>
            <pc:sldMk cId="0" sldId="754"/>
            <ac:spMk id="12" creationId="{EE7A15E4-E9FE-A812-4FBD-3CB6F503A672}"/>
          </ac:spMkLst>
        </pc:spChg>
        <pc:spChg chg="add del mod topLvl">
          <ac:chgData name="Ryfka Schafer" userId="318b1ac2-30d3-4beb-81ce-7e66308a1db1" providerId="ADAL" clId="{6ADB8242-FC07-4006-B08C-E5283FADA5DD}" dt="2026-04-27T19:44:38.897" v="79"/>
          <ac:spMkLst>
            <pc:docMk/>
            <pc:sldMk cId="0" sldId="754"/>
            <ac:spMk id="13" creationId="{7D8642CC-1E33-75D8-1E37-E66D624FA549}"/>
          </ac:spMkLst>
        </pc:spChg>
        <pc:spChg chg="add del mod topLvl">
          <ac:chgData name="Ryfka Schafer" userId="318b1ac2-30d3-4beb-81ce-7e66308a1db1" providerId="ADAL" clId="{6ADB8242-FC07-4006-B08C-E5283FADA5DD}" dt="2026-04-27T19:44:38.897" v="81"/>
          <ac:spMkLst>
            <pc:docMk/>
            <pc:sldMk cId="0" sldId="754"/>
            <ac:spMk id="14" creationId="{86870D10-63C6-65F9-1140-BBE740E11608}"/>
          </ac:spMkLst>
        </pc:spChg>
        <pc:spChg chg="add del mod topLvl">
          <ac:chgData name="Ryfka Schafer" userId="318b1ac2-30d3-4beb-81ce-7e66308a1db1" providerId="ADAL" clId="{6ADB8242-FC07-4006-B08C-E5283FADA5DD}" dt="2026-04-27T19:44:38.881" v="68"/>
          <ac:spMkLst>
            <pc:docMk/>
            <pc:sldMk cId="0" sldId="754"/>
            <ac:spMk id="16" creationId="{650E6EAF-70E3-B317-1520-96E873C3AAE0}"/>
          </ac:spMkLst>
        </pc:spChg>
        <pc:spChg chg="add del mod topLvl">
          <ac:chgData name="Ryfka Schafer" userId="318b1ac2-30d3-4beb-81ce-7e66308a1db1" providerId="ADAL" clId="{6ADB8242-FC07-4006-B08C-E5283FADA5DD}" dt="2026-04-27T19:44:38.892" v="70"/>
          <ac:spMkLst>
            <pc:docMk/>
            <pc:sldMk cId="0" sldId="754"/>
            <ac:spMk id="17" creationId="{F0A14568-F0F9-F1E3-EFA4-1A546A378593}"/>
          </ac:spMkLst>
        </pc:spChg>
        <pc:spChg chg="add del mod topLvl">
          <ac:chgData name="Ryfka Schafer" userId="318b1ac2-30d3-4beb-81ce-7e66308a1db1" providerId="ADAL" clId="{6ADB8242-FC07-4006-B08C-E5283FADA5DD}" dt="2026-04-27T19:44:38.892" v="72"/>
          <ac:spMkLst>
            <pc:docMk/>
            <pc:sldMk cId="0" sldId="754"/>
            <ac:spMk id="18" creationId="{E4D3AF91-2891-7A57-E81C-8589EFE761B4}"/>
          </ac:spMkLst>
        </pc:spChg>
        <pc:grpChg chg="add del mod">
          <ac:chgData name="Ryfka Schafer" userId="318b1ac2-30d3-4beb-81ce-7e66308a1db1" providerId="ADAL" clId="{6ADB8242-FC07-4006-B08C-E5283FADA5DD}" dt="2026-04-27T19:44:38.897" v="82"/>
          <ac:grpSpMkLst>
            <pc:docMk/>
            <pc:sldMk cId="0" sldId="754"/>
            <ac:grpSpMk id="10" creationId="{028FD2BD-631B-332A-F5A7-7A724507E536}"/>
          </ac:grpSpMkLst>
        </pc:grpChg>
        <pc:grpChg chg="add del mod">
          <ac:chgData name="Ryfka Schafer" userId="318b1ac2-30d3-4beb-81ce-7e66308a1db1" providerId="ADAL" clId="{6ADB8242-FC07-4006-B08C-E5283FADA5DD}" dt="2026-04-27T19:44:38.892" v="73"/>
          <ac:grpSpMkLst>
            <pc:docMk/>
            <pc:sldMk cId="0" sldId="754"/>
            <ac:grpSpMk id="15" creationId="{98EB5A5B-3514-C4EF-606E-941637E82FF2}"/>
          </ac:grpSpMkLst>
        </pc:grpChg>
        <pc:grpChg chg="add del mod">
          <ac:chgData name="Ryfka Schafer" userId="318b1ac2-30d3-4beb-81ce-7e66308a1db1" providerId="ADAL" clId="{6ADB8242-FC07-4006-B08C-E5283FADA5DD}" dt="2026-04-27T19:44:38.702" v="66"/>
          <ac:grpSpMkLst>
            <pc:docMk/>
            <pc:sldMk cId="0" sldId="754"/>
            <ac:grpSpMk id="19" creationId="{8D8CA125-F8E1-365A-E4C2-E9F52F0E9B25}"/>
          </ac:grpSpMkLst>
        </pc:grpChg>
      </pc:sldChg>
      <pc:sldChg chg="modSp modAnim modNotesTx">
        <pc:chgData name="Ryfka Schafer" userId="318b1ac2-30d3-4beb-81ce-7e66308a1db1" providerId="ADAL" clId="{6ADB8242-FC07-4006-B08C-E5283FADA5DD}" dt="2026-04-28T17:44:42.024" v="678" actId="20577"/>
        <pc:sldMkLst>
          <pc:docMk/>
          <pc:sldMk cId="1815504653" sldId="788"/>
        </pc:sldMkLst>
        <pc:spChg chg="mod">
          <ac:chgData name="Ryfka Schafer" userId="318b1ac2-30d3-4beb-81ce-7e66308a1db1" providerId="ADAL" clId="{6ADB8242-FC07-4006-B08C-E5283FADA5DD}" dt="2026-04-28T17:44:42.024" v="678" actId="20577"/>
          <ac:spMkLst>
            <pc:docMk/>
            <pc:sldMk cId="1815504653" sldId="788"/>
            <ac:spMk id="2" creationId="{B5F19BC2-5EC5-174E-8D86-458F18FD6550}"/>
          </ac:spMkLst>
        </pc:spChg>
        <pc:spChg chg="mod">
          <ac:chgData name="Ryfka Schafer" userId="318b1ac2-30d3-4beb-81ce-7e66308a1db1" providerId="ADAL" clId="{6ADB8242-FC07-4006-B08C-E5283FADA5DD}" dt="2026-04-28T17:44:07.230" v="551" actId="20577"/>
          <ac:spMkLst>
            <pc:docMk/>
            <pc:sldMk cId="1815504653" sldId="788"/>
            <ac:spMk id="7171" creationId="{00000000-0000-0000-0000-000000000000}"/>
          </ac:spMkLst>
        </pc:spChg>
      </pc:sldChg>
      <pc:sldChg chg="addSp delSp modSp new mod">
        <pc:chgData name="Ryfka Schafer" userId="318b1ac2-30d3-4beb-81ce-7e66308a1db1" providerId="ADAL" clId="{6ADB8242-FC07-4006-B08C-E5283FADA5DD}" dt="2026-04-27T20:00:35.083" v="183" actId="26606"/>
        <pc:sldMkLst>
          <pc:docMk/>
          <pc:sldMk cId="731049467" sldId="794"/>
        </pc:sldMkLst>
        <pc:spChg chg="mod">
          <ac:chgData name="Ryfka Schafer" userId="318b1ac2-30d3-4beb-81ce-7e66308a1db1" providerId="ADAL" clId="{6ADB8242-FC07-4006-B08C-E5283FADA5DD}" dt="2026-04-27T20:00:35.083" v="183" actId="26606"/>
          <ac:spMkLst>
            <pc:docMk/>
            <pc:sldMk cId="731049467" sldId="794"/>
            <ac:spMk id="2" creationId="{065A18B0-31A8-E706-FCE4-5991C73C3AED}"/>
          </ac:spMkLst>
        </pc:spChg>
        <pc:spChg chg="del">
          <ac:chgData name="Ryfka Schafer" userId="318b1ac2-30d3-4beb-81ce-7e66308a1db1" providerId="ADAL" clId="{6ADB8242-FC07-4006-B08C-E5283FADA5DD}" dt="2026-04-27T20:00:27.630" v="181" actId="22"/>
          <ac:spMkLst>
            <pc:docMk/>
            <pc:sldMk cId="731049467" sldId="794"/>
            <ac:spMk id="3" creationId="{10BCCC3F-61CE-11DF-57F5-BDA5FF28FCE3}"/>
          </ac:spMkLst>
        </pc:spChg>
        <pc:picChg chg="add mod ord">
          <ac:chgData name="Ryfka Schafer" userId="318b1ac2-30d3-4beb-81ce-7e66308a1db1" providerId="ADAL" clId="{6ADB8242-FC07-4006-B08C-E5283FADA5DD}" dt="2026-04-27T20:00:35.083" v="183" actId="26606"/>
          <ac:picMkLst>
            <pc:docMk/>
            <pc:sldMk cId="731049467" sldId="794"/>
            <ac:picMk id="5" creationId="{5D46B279-586D-B257-1FB5-49B0820E1C76}"/>
          </ac:picMkLst>
        </pc:picChg>
      </pc:sldChg>
      <pc:sldChg chg="new del">
        <pc:chgData name="Ryfka Schafer" userId="318b1ac2-30d3-4beb-81ce-7e66308a1db1" providerId="ADAL" clId="{6ADB8242-FC07-4006-B08C-E5283FADA5DD}" dt="2026-04-27T19:59:17.807" v="155" actId="47"/>
        <pc:sldMkLst>
          <pc:docMk/>
          <pc:sldMk cId="1503076094" sldId="794"/>
        </pc:sldMkLst>
      </pc:sldChg>
      <pc:sldChg chg="addSp delSp modSp new mod modClrScheme chgLayout">
        <pc:chgData name="Ryfka Schafer" userId="318b1ac2-30d3-4beb-81ce-7e66308a1db1" providerId="ADAL" clId="{6ADB8242-FC07-4006-B08C-E5283FADA5DD}" dt="2026-04-28T17:41:29.391" v="450" actId="20577"/>
        <pc:sldMkLst>
          <pc:docMk/>
          <pc:sldMk cId="730970821" sldId="795"/>
        </pc:sldMkLst>
        <pc:spChg chg="mod">
          <ac:chgData name="Ryfka Schafer" userId="318b1ac2-30d3-4beb-81ce-7e66308a1db1" providerId="ADAL" clId="{6ADB8242-FC07-4006-B08C-E5283FADA5DD}" dt="2026-04-28T17:40:11.577" v="311" actId="1036"/>
          <ac:spMkLst>
            <pc:docMk/>
            <pc:sldMk cId="730970821" sldId="795"/>
            <ac:spMk id="2" creationId="{4DFE4EC2-4AAF-9456-0003-BD11B39EE55F}"/>
          </ac:spMkLst>
        </pc:spChg>
        <pc:spChg chg="add del mod">
          <ac:chgData name="Ryfka Schafer" userId="318b1ac2-30d3-4beb-81ce-7e66308a1db1" providerId="ADAL" clId="{6ADB8242-FC07-4006-B08C-E5283FADA5DD}" dt="2026-04-28T17:38:22.510" v="213" actId="478"/>
          <ac:spMkLst>
            <pc:docMk/>
            <pc:sldMk cId="730970821" sldId="795"/>
            <ac:spMk id="5" creationId="{2DB61707-D142-42A7-1678-D1B047C5654C}"/>
          </ac:spMkLst>
        </pc:spChg>
        <pc:spChg chg="add mod">
          <ac:chgData name="Ryfka Schafer" userId="318b1ac2-30d3-4beb-81ce-7e66308a1db1" providerId="ADAL" clId="{6ADB8242-FC07-4006-B08C-E5283FADA5DD}" dt="2026-04-28T17:41:29.391" v="450" actId="20577"/>
          <ac:spMkLst>
            <pc:docMk/>
            <pc:sldMk cId="730970821" sldId="795"/>
            <ac:spMk id="9" creationId="{21EA0080-9551-EF69-48EC-414D736460F0}"/>
          </ac:spMkLst>
        </pc:spChg>
        <pc:picChg chg="add mod">
          <ac:chgData name="Ryfka Schafer" userId="318b1ac2-30d3-4beb-81ce-7e66308a1db1" providerId="ADAL" clId="{6ADB8242-FC07-4006-B08C-E5283FADA5DD}" dt="2026-04-28T17:38:59.089" v="216" actId="26606"/>
          <ac:picMkLst>
            <pc:docMk/>
            <pc:sldMk cId="730970821" sldId="795"/>
            <ac:picMk id="4" creationId="{18C93CB4-5613-F030-13C0-8DF34480D23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Calibri" charset="0"/>
                <a:ea typeface="MS PGothic" charset="-128"/>
                <a:cs typeface="+mn-cs"/>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fld id="{F56DBB0A-C1B9-9042-B7C4-4800BEFEA509}" type="datetimeFigureOut">
              <a:rPr lang="en-US"/>
              <a:pPr/>
              <a:t>4/28/2026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Calibri" charset="0"/>
                <a:ea typeface="MS PGothic" charset="-128"/>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F1C450B3-EA55-1646-B17D-3AB364EE5FDF}" type="slidenum">
              <a:rPr lang="en-US"/>
              <a:pPr/>
              <a:t>‹#›</a:t>
            </a:fld>
            <a:endParaRPr lang="en-US"/>
          </a:p>
        </p:txBody>
      </p:sp>
    </p:spTree>
    <p:extLst>
      <p:ext uri="{BB962C8B-B14F-4D97-AF65-F5344CB8AC3E}">
        <p14:creationId xmlns:p14="http://schemas.microsoft.com/office/powerpoint/2010/main" val="1928352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105917201"/>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pitchFamily="34" charset="-128"/>
      </a:defRPr>
    </a:lvl1pPr>
    <a:lvl2pPr marL="4572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pitchFamily="34" charset="-128"/>
      </a:defRPr>
    </a:lvl2pPr>
    <a:lvl3pPr marL="1143000" indent="-228600" algn="l" defTabSz="457200" rtl="0" eaLnBrk="0" fontAlgn="base" hangingPunct="0">
      <a:spcBef>
        <a:spcPct val="30000"/>
      </a:spcBef>
      <a:spcAft>
        <a:spcPct val="0"/>
      </a:spcAft>
      <a:defRPr sz="1200" kern="1200">
        <a:solidFill>
          <a:schemeClr val="tx1"/>
        </a:solidFill>
        <a:latin typeface="+mn-lt"/>
        <a:ea typeface="ヒラギノ角ゴ Pro W3" pitchFamily="-111" charset="-128"/>
        <a:cs typeface="ヒラギノ角ゴ Pro W3" pitchFamily="-111" charset="-128"/>
      </a:defRPr>
    </a:lvl3pPr>
    <a:lvl4pPr marL="1600200" indent="-228600" algn="l" defTabSz="457200" rtl="0" eaLnBrk="0" fontAlgn="base" hangingPunct="0">
      <a:spcBef>
        <a:spcPct val="30000"/>
      </a:spcBef>
      <a:spcAft>
        <a:spcPct val="0"/>
      </a:spcAft>
      <a:defRPr sz="1200" kern="1200">
        <a:solidFill>
          <a:schemeClr val="tx1"/>
        </a:solidFill>
        <a:latin typeface="+mn-lt"/>
        <a:ea typeface="ヒラギノ角ゴ Pro W3" pitchFamily="-111" charset="-128"/>
        <a:cs typeface="ヒラギノ角ゴ Pro W3" charset="0"/>
      </a:defRPr>
    </a:lvl4pPr>
    <a:lvl5pPr marL="2057400" indent="-228600" algn="l" defTabSz="457200" rtl="0" eaLnBrk="0" fontAlgn="base" hangingPunct="0">
      <a:spcBef>
        <a:spcPct val="30000"/>
      </a:spcBef>
      <a:spcAft>
        <a:spcPct val="0"/>
      </a:spcAft>
      <a:defRPr sz="1200" kern="1200">
        <a:solidFill>
          <a:schemeClr val="tx1"/>
        </a:solidFill>
        <a:latin typeface="+mn-lt"/>
        <a:ea typeface="MS PGothic" pitchFamily="34" charset="-128"/>
        <a:cs typeface="MS PGothic"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youtube.com/watch?v=n0LXkA9kato"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9111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12291" name="Notes Placeholder 2"/>
          <p:cNvSpPr>
            <a:spLocks noGrp="1"/>
          </p:cNvSpPr>
          <p:nvPr>
            <p:ph type="body" idx="1"/>
          </p:nvPr>
        </p:nvSpPr>
        <p:spPr bwMode="auto">
          <a:noFill/>
        </p:spPr>
        <p:txBody>
          <a:bodyPr/>
          <a:lstStyle/>
          <a:p>
            <a:endParaRPr lang="en-US" b="0" dirty="0"/>
          </a:p>
        </p:txBody>
      </p:sp>
    </p:spTree>
    <p:extLst>
      <p:ext uri="{BB962C8B-B14F-4D97-AF65-F5344CB8AC3E}">
        <p14:creationId xmlns:p14="http://schemas.microsoft.com/office/powerpoint/2010/main" val="2184150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0179"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endParaRPr lang="en-US" b="1"/>
          </a:p>
          <a:p>
            <a:pPr>
              <a:buFontTx/>
              <a:buChar char="•"/>
            </a:pPr>
            <a:endParaRPr lang="en-US"/>
          </a:p>
        </p:txBody>
      </p:sp>
    </p:spTree>
    <p:extLst>
      <p:ext uri="{BB962C8B-B14F-4D97-AF65-F5344CB8AC3E}">
        <p14:creationId xmlns:p14="http://schemas.microsoft.com/office/powerpoint/2010/main" val="1816311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Consumer and Producer Surplus- Micro Topic 2.6 (Holiday Edition)</a:t>
            </a:r>
            <a:endParaRPr lang="en-US" dirty="0"/>
          </a:p>
        </p:txBody>
      </p:sp>
    </p:spTree>
    <p:extLst>
      <p:ext uri="{BB962C8B-B14F-4D97-AF65-F5344CB8AC3E}">
        <p14:creationId xmlns:p14="http://schemas.microsoft.com/office/powerpoint/2010/main" val="1725776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904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1203"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eaLnBrk="1" hangingPunct="1">
              <a:spcBef>
                <a:spcPct val="0"/>
              </a:spcBef>
            </a:pPr>
            <a:r>
              <a:rPr lang="en-US" b="1" i="1" dirty="0"/>
              <a:t>Lecture notes:</a:t>
            </a:r>
          </a:p>
          <a:p>
            <a:pPr eaLnBrk="1" hangingPunct="1">
              <a:spcBef>
                <a:spcPct val="0"/>
              </a:spcBef>
            </a:pPr>
            <a:r>
              <a:rPr lang="en-US" dirty="0"/>
              <a:t>You can introduce the “Big Questions” by mentioning the following points to students: </a:t>
            </a:r>
          </a:p>
          <a:p>
            <a:pPr marL="171450" indent="-171450">
              <a:buFont typeface="Arial" charset="0"/>
              <a:buChar char="•"/>
            </a:pPr>
            <a:r>
              <a:rPr lang="en-US" dirty="0"/>
              <a:t>Price ceilings are legally established maximum prices for goods or services.</a:t>
            </a:r>
          </a:p>
          <a:p>
            <a:pPr marL="171450" indent="-171450">
              <a:buFont typeface="Arial" charset="0"/>
              <a:buChar char="•"/>
            </a:pPr>
            <a:r>
              <a:rPr lang="en-US" dirty="0"/>
              <a:t>Price floors are legally established minimum prices for goods or services.</a:t>
            </a:r>
          </a:p>
          <a:p>
            <a:pPr marL="171450" indent="-171450">
              <a:buFont typeface="Arial" charset="0"/>
              <a:buChar char="•"/>
            </a:pPr>
            <a:r>
              <a:rPr lang="en-US" dirty="0"/>
              <a:t>Although ceilings and/or floors might have good intentions, it is important to think about unintended consequences.</a:t>
            </a:r>
          </a:p>
        </p:txBody>
      </p:sp>
    </p:spTree>
    <p:extLst>
      <p:ext uri="{BB962C8B-B14F-4D97-AF65-F5344CB8AC3E}">
        <p14:creationId xmlns:p14="http://schemas.microsoft.com/office/powerpoint/2010/main" val="2063642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12290" name="Notes Placeholder 2"/>
          <p:cNvSpPr>
            <a:spLocks noGrp="1"/>
          </p:cNvSpPr>
          <p:nvPr>
            <p:ph type="body" idx="1"/>
          </p:nvPr>
        </p:nvSpPr>
        <p:spPr bwMode="auto"/>
        <p:txBody>
          <a:bodyPr/>
          <a:lstStyle/>
          <a:p>
            <a:r>
              <a:rPr lang="en-US" b="1" i="1" dirty="0"/>
              <a:t>Lecture tip:</a:t>
            </a:r>
          </a:p>
          <a:p>
            <a:endParaRPr lang="en-US" b="1" i="1" dirty="0"/>
          </a:p>
          <a:p>
            <a:pPr marL="171450" indent="-171450">
              <a:buFont typeface="Arial" charset="0"/>
              <a:buChar char="•"/>
            </a:pPr>
            <a:r>
              <a:rPr lang="en-US" dirty="0"/>
              <a:t>Imposes ceilings when the market price is “too high.” </a:t>
            </a:r>
          </a:p>
          <a:p>
            <a:pPr marL="628650" lvl="1" indent="-171450">
              <a:buFont typeface="Arial" charset="0"/>
              <a:buChar char="•"/>
            </a:pPr>
            <a:r>
              <a:rPr lang="en-US" dirty="0"/>
              <a:t>Intended to help consumers.</a:t>
            </a:r>
          </a:p>
          <a:p>
            <a:pPr marL="171450" indent="-171450">
              <a:buFont typeface="Arial" charset="0"/>
              <a:buChar char="•"/>
            </a:pPr>
            <a:r>
              <a:rPr lang="en-US" dirty="0"/>
              <a:t>Imposes floors when the market price is “too low.” </a:t>
            </a:r>
          </a:p>
          <a:p>
            <a:pPr marL="628650" lvl="1" indent="-171450">
              <a:buFont typeface="Arial" charset="0"/>
              <a:buChar char="•"/>
            </a:pPr>
            <a:r>
              <a:rPr lang="en-US" dirty="0"/>
              <a:t>Intended to help producers.</a:t>
            </a:r>
          </a:p>
          <a:p>
            <a:endParaRPr lang="en-US" b="1" i="1" dirty="0"/>
          </a:p>
          <a:p>
            <a:endParaRPr lang="en-US" b="1" i="1" dirty="0"/>
          </a:p>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1016952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4579" name="Notes Placeholder 2"/>
          <p:cNvSpPr>
            <a:spLocks noGrp="1"/>
          </p:cNvSpPr>
          <p:nvPr>
            <p:ph type="body" idx="1"/>
          </p:nvPr>
        </p:nvSpPr>
        <p:spPr bwMode="auto">
          <a:noFill/>
        </p:spPr>
        <p:txBody>
          <a:bodyPr/>
          <a:lstStyle/>
          <a:p>
            <a:r>
              <a:rPr lang="en-US" b="1" i="1"/>
              <a:t>Lecture notes:</a:t>
            </a:r>
          </a:p>
          <a:p>
            <a:r>
              <a:rPr lang="en-US"/>
              <a:t>Prices are rising, so the government wants to help low-income households.</a:t>
            </a:r>
          </a:p>
        </p:txBody>
      </p:sp>
    </p:spTree>
    <p:extLst>
      <p:ext uri="{BB962C8B-B14F-4D97-AF65-F5344CB8AC3E}">
        <p14:creationId xmlns:p14="http://schemas.microsoft.com/office/powerpoint/2010/main" val="1913957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5299"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a:lnSpc>
                <a:spcPct val="90000"/>
              </a:lnSpc>
              <a:defRPr/>
            </a:pPr>
            <a:r>
              <a:rPr lang="en-US" altLang="en-US" sz="1100" b="1" i="1" dirty="0"/>
              <a:t>Lecture tip: </a:t>
            </a:r>
          </a:p>
          <a:p>
            <a:pPr>
              <a:lnSpc>
                <a:spcPct val="90000"/>
              </a:lnSpc>
              <a:buFont typeface="Arial" panose="020B0604020202020204" pitchFamily="34" charset="0"/>
              <a:buNone/>
              <a:defRPr/>
            </a:pPr>
            <a:r>
              <a:rPr lang="en-US" altLang="en-US" sz="1100" i="0" dirty="0"/>
              <a:t>Click through to reveal the table one row at a time.</a:t>
            </a:r>
          </a:p>
          <a:p>
            <a:pPr>
              <a:lnSpc>
                <a:spcPct val="90000"/>
              </a:lnSpc>
              <a:buFont typeface="Arial" panose="020B0604020202020204" pitchFamily="34" charset="0"/>
              <a:buNone/>
              <a:defRPr/>
            </a:pPr>
            <a:endParaRPr lang="en-US" altLang="en-US" sz="1100" i="1" dirty="0"/>
          </a:p>
          <a:p>
            <a:pPr>
              <a:lnSpc>
                <a:spcPct val="90000"/>
              </a:lnSpc>
              <a:buFont typeface="Arial" panose="020B0604020202020204" pitchFamily="34" charset="0"/>
              <a:buNone/>
              <a:defRPr/>
            </a:pPr>
            <a:r>
              <a:rPr lang="en-US" altLang="en-US" sz="1100" dirty="0">
                <a:highlight>
                  <a:srgbClr val="FFFF00"/>
                </a:highlight>
              </a:rPr>
              <a:t>First click: More or less bread for sale?</a:t>
            </a:r>
          </a:p>
          <a:p>
            <a:pPr marL="171450" indent="-171450">
              <a:lnSpc>
                <a:spcPct val="90000"/>
              </a:lnSpc>
              <a:buFont typeface="Arial" panose="020B0604020202020204" pitchFamily="34" charset="0"/>
              <a:buChar char="•"/>
              <a:defRPr/>
            </a:pPr>
            <a:r>
              <a:rPr lang="en-US" altLang="en-US" sz="1100" dirty="0">
                <a:highlight>
                  <a:srgbClr val="FFFF00"/>
                </a:highlight>
              </a:rPr>
              <a:t>Lower price increases quantity demand, decreases quantity supplied, so get a shortage.</a:t>
            </a:r>
          </a:p>
          <a:p>
            <a:pPr>
              <a:lnSpc>
                <a:spcPct val="90000"/>
              </a:lnSpc>
              <a:buFont typeface="Arial" panose="020B0604020202020204" pitchFamily="34" charset="0"/>
              <a:buNone/>
              <a:defRPr/>
            </a:pPr>
            <a:r>
              <a:rPr lang="en-US" altLang="en-US" sz="1100" dirty="0">
                <a:highlight>
                  <a:srgbClr val="FFFF00"/>
                </a:highlight>
              </a:rPr>
              <a:t>Second click: Size of loaf</a:t>
            </a:r>
          </a:p>
          <a:p>
            <a:pPr marL="171450" indent="-171450">
              <a:lnSpc>
                <a:spcPct val="90000"/>
              </a:lnSpc>
              <a:buFont typeface="Arial" panose="020B0604020202020204" pitchFamily="34" charset="0"/>
              <a:buChar char="•"/>
              <a:defRPr/>
            </a:pPr>
            <a:r>
              <a:rPr lang="en-US" altLang="en-US" sz="1100" dirty="0">
                <a:highlight>
                  <a:srgbClr val="FFFF00"/>
                </a:highlight>
              </a:rPr>
              <a:t>Gets smaller so that the firm can maintain some profits.</a:t>
            </a:r>
          </a:p>
          <a:p>
            <a:pPr>
              <a:lnSpc>
                <a:spcPct val="90000"/>
              </a:lnSpc>
              <a:buFont typeface="Arial" panose="020B0604020202020204" pitchFamily="34" charset="0"/>
              <a:buNone/>
              <a:defRPr/>
            </a:pPr>
            <a:r>
              <a:rPr lang="en-US" altLang="en-US" sz="1100" dirty="0">
                <a:highlight>
                  <a:srgbClr val="FFFF00"/>
                </a:highlight>
              </a:rPr>
              <a:t>Third click: Quality</a:t>
            </a:r>
          </a:p>
          <a:p>
            <a:pPr marL="171450" indent="-171450">
              <a:lnSpc>
                <a:spcPct val="90000"/>
              </a:lnSpc>
              <a:buFont typeface="Arial" charset="0"/>
              <a:buChar char="•"/>
              <a:defRPr/>
            </a:pPr>
            <a:r>
              <a:rPr lang="en-US" altLang="en-US" sz="1100" dirty="0">
                <a:highlight>
                  <a:srgbClr val="FFFF00"/>
                </a:highlight>
              </a:rPr>
              <a:t>Goes down as firms use cheaper ingredients.</a:t>
            </a:r>
          </a:p>
          <a:p>
            <a:pPr>
              <a:lnSpc>
                <a:spcPct val="90000"/>
              </a:lnSpc>
              <a:buFont typeface="Arial" panose="020B0604020202020204" pitchFamily="34" charset="0"/>
              <a:buNone/>
              <a:defRPr/>
            </a:pPr>
            <a:r>
              <a:rPr lang="en-US" altLang="en-US" sz="1100" dirty="0">
                <a:highlight>
                  <a:srgbClr val="FFFF00"/>
                </a:highlight>
              </a:rPr>
              <a:t>Fourth click: Opportunity</a:t>
            </a:r>
            <a:r>
              <a:rPr lang="en-US" altLang="en-US" sz="1100" baseline="0" dirty="0">
                <a:highlight>
                  <a:srgbClr val="FFFF00"/>
                </a:highlight>
              </a:rPr>
              <a:t> cost</a:t>
            </a:r>
            <a:endParaRPr lang="en-US" altLang="en-US" sz="1100" dirty="0">
              <a:highlight>
                <a:srgbClr val="FFFF00"/>
              </a:highlight>
            </a:endParaRPr>
          </a:p>
          <a:p>
            <a:pPr marL="171450" indent="-171450">
              <a:lnSpc>
                <a:spcPct val="90000"/>
              </a:lnSpc>
              <a:buFont typeface="Arial" panose="020B0604020202020204" pitchFamily="34" charset="0"/>
              <a:buChar char="•"/>
              <a:defRPr/>
            </a:pPr>
            <a:r>
              <a:rPr lang="en-US" altLang="en-US" sz="1100" dirty="0">
                <a:highlight>
                  <a:srgbClr val="FFFF00"/>
                </a:highlight>
              </a:rPr>
              <a:t>The opportunity cost will be higher. </a:t>
            </a:r>
          </a:p>
          <a:p>
            <a:pPr marL="171450" indent="-171450">
              <a:lnSpc>
                <a:spcPct val="90000"/>
              </a:lnSpc>
              <a:buFont typeface="Arial" panose="020B0604020202020204" pitchFamily="34" charset="0"/>
              <a:buChar char="•"/>
              <a:defRPr/>
            </a:pPr>
            <a:r>
              <a:rPr lang="en-US" altLang="en-US" sz="1100" dirty="0">
                <a:highlight>
                  <a:srgbClr val="FFFF00"/>
                </a:highlight>
              </a:rPr>
              <a:t>Note that once you include the OC of waiting in line, the full cost to the consumer will be more than the market price.</a:t>
            </a:r>
          </a:p>
          <a:p>
            <a:pPr>
              <a:lnSpc>
                <a:spcPct val="90000"/>
              </a:lnSpc>
              <a:buFont typeface="Arial" panose="020B0604020202020204" pitchFamily="34" charset="0"/>
              <a:buNone/>
              <a:defRPr/>
            </a:pPr>
            <a:r>
              <a:rPr lang="en-US" altLang="en-US" sz="1100" dirty="0">
                <a:highlight>
                  <a:srgbClr val="FFFF00"/>
                </a:highlight>
              </a:rPr>
              <a:t>Fifth click: Illegal bread</a:t>
            </a:r>
          </a:p>
          <a:p>
            <a:pPr marL="171450" indent="-171450">
              <a:lnSpc>
                <a:spcPct val="90000"/>
              </a:lnSpc>
              <a:buFont typeface="Arial" panose="020B0604020202020204" pitchFamily="34" charset="0"/>
              <a:buChar char="•"/>
              <a:defRPr/>
            </a:pPr>
            <a:r>
              <a:rPr lang="en-US" altLang="en-US" sz="1100" dirty="0">
                <a:highlight>
                  <a:srgbClr val="FFFF00"/>
                </a:highlight>
              </a:rPr>
              <a:t>Illegal</a:t>
            </a:r>
            <a:r>
              <a:rPr lang="en-US" altLang="en-US" sz="1100" baseline="0" dirty="0">
                <a:highlight>
                  <a:srgbClr val="FFFF00"/>
                </a:highlight>
              </a:rPr>
              <a:t> </a:t>
            </a:r>
            <a:r>
              <a:rPr lang="en-US" altLang="en-US" sz="1100" dirty="0">
                <a:highlight>
                  <a:srgbClr val="FFFF00"/>
                </a:highlight>
              </a:rPr>
              <a:t>markets may form.</a:t>
            </a:r>
          </a:p>
        </p:txBody>
      </p:sp>
    </p:spTree>
    <p:extLst>
      <p:ext uri="{BB962C8B-B14F-4D97-AF65-F5344CB8AC3E}">
        <p14:creationId xmlns:p14="http://schemas.microsoft.com/office/powerpoint/2010/main" val="1904448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8675" name="Notes Placeholder 2"/>
          <p:cNvSpPr>
            <a:spLocks noGrp="1"/>
          </p:cNvSpPr>
          <p:nvPr>
            <p:ph type="body" idx="1"/>
          </p:nvPr>
        </p:nvSpPr>
        <p:spPr bwMode="auto">
          <a:noFill/>
        </p:spPr>
        <p:txBody>
          <a:bodyPr/>
          <a:lstStyle/>
          <a:p>
            <a:pPr eaLnBrk="1" hangingPunct="1">
              <a:spcBef>
                <a:spcPct val="0"/>
              </a:spcBef>
            </a:pPr>
            <a:r>
              <a:rPr lang="en-US" b="1" i="1" dirty="0"/>
              <a:t>Lecture tip:</a:t>
            </a:r>
            <a:endParaRPr lang="en-US" b="1" dirty="0"/>
          </a:p>
          <a:p>
            <a:r>
              <a:rPr lang="en-US" dirty="0"/>
              <a:t>The graphs on the next three slides will exemplify each of the situations.</a:t>
            </a:r>
          </a:p>
          <a:p>
            <a:endParaRPr lang="en-US" dirty="0"/>
          </a:p>
          <a:p>
            <a:r>
              <a:rPr lang="en-US" dirty="0"/>
              <a:t>[ESB Professional/Shutterstock]</a:t>
            </a:r>
          </a:p>
        </p:txBody>
      </p:sp>
    </p:spTree>
    <p:extLst>
      <p:ext uri="{BB962C8B-B14F-4D97-AF65-F5344CB8AC3E}">
        <p14:creationId xmlns:p14="http://schemas.microsoft.com/office/powerpoint/2010/main" val="23260794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6323"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eaLnBrk="1" hangingPunct="1">
              <a:spcBef>
                <a:spcPct val="0"/>
              </a:spcBef>
            </a:pPr>
            <a:r>
              <a:rPr lang="en-US" b="1" i="1" dirty="0"/>
              <a:t>Image: </a:t>
            </a:r>
            <a:r>
              <a:rPr lang="en-US" dirty="0"/>
              <a:t>Animated Figure 6.1</a:t>
            </a:r>
          </a:p>
          <a:p>
            <a:pPr eaLnBrk="1" hangingPunct="1">
              <a:spcBef>
                <a:spcPct val="0"/>
              </a:spcBef>
            </a:pPr>
            <a:endParaRPr lang="en-US" b="1" dirty="0"/>
          </a:p>
          <a:p>
            <a:pPr eaLnBrk="1" hangingPunct="1">
              <a:spcBef>
                <a:spcPct val="0"/>
              </a:spcBef>
            </a:pPr>
            <a:r>
              <a:rPr lang="en-US" b="1" i="1" dirty="0"/>
              <a:t>Lecture notes:</a:t>
            </a:r>
          </a:p>
          <a:p>
            <a:pPr eaLnBrk="1" hangingPunct="1">
              <a:spcBef>
                <a:spcPct val="0"/>
              </a:spcBef>
            </a:pPr>
            <a:r>
              <a:rPr lang="en-US" dirty="0"/>
              <a:t>Without the price ceiling, </a:t>
            </a:r>
            <a:r>
              <a:rPr lang="en-US" i="0" dirty="0"/>
              <a:t>P</a:t>
            </a:r>
            <a:r>
              <a:rPr lang="en-US" i="0" baseline="-25000" dirty="0"/>
              <a:t>E</a:t>
            </a:r>
            <a:r>
              <a:rPr lang="en-US" dirty="0"/>
              <a:t> = $1 and </a:t>
            </a:r>
            <a:r>
              <a:rPr lang="en-US" i="0" dirty="0"/>
              <a:t>Q</a:t>
            </a:r>
            <a:r>
              <a:rPr lang="en-US" i="0" baseline="-25000" dirty="0"/>
              <a:t>E</a:t>
            </a:r>
            <a:r>
              <a:rPr lang="en-US" dirty="0"/>
              <a:t> is the equilibrium quantity.</a:t>
            </a:r>
          </a:p>
          <a:p>
            <a:pPr eaLnBrk="1" hangingPunct="1">
              <a:spcBef>
                <a:spcPct val="0"/>
              </a:spcBef>
            </a:pPr>
            <a:endParaRPr lang="en-US" dirty="0"/>
          </a:p>
          <a:p>
            <a:pPr eaLnBrk="1" hangingPunct="1">
              <a:spcBef>
                <a:spcPct val="0"/>
              </a:spcBef>
            </a:pPr>
            <a:r>
              <a:rPr lang="en-US" dirty="0"/>
              <a:t>First click: </a:t>
            </a:r>
          </a:p>
          <a:p>
            <a:pPr marL="171450" indent="-171450" eaLnBrk="1" hangingPunct="1">
              <a:spcBef>
                <a:spcPct val="0"/>
              </a:spcBef>
              <a:buFont typeface="Arial" charset="0"/>
              <a:buChar char="•"/>
            </a:pPr>
            <a:r>
              <a:rPr lang="en-US" dirty="0"/>
              <a:t>Government imposes a $2.00 price ceiling.</a:t>
            </a:r>
          </a:p>
          <a:p>
            <a:pPr eaLnBrk="1" hangingPunct="1">
              <a:spcBef>
                <a:spcPct val="0"/>
              </a:spcBef>
            </a:pPr>
            <a:r>
              <a:rPr lang="en-US" dirty="0"/>
              <a:t>Second click: </a:t>
            </a:r>
          </a:p>
          <a:p>
            <a:pPr marL="171450" indent="-171450" eaLnBrk="1" hangingPunct="1">
              <a:spcBef>
                <a:spcPct val="0"/>
              </a:spcBef>
              <a:buFont typeface="Arial" charset="0"/>
              <a:buChar char="•"/>
            </a:pPr>
            <a:r>
              <a:rPr lang="en-US" dirty="0"/>
              <a:t>Shades in area below $2.00: Any price = </a:t>
            </a:r>
            <a:r>
              <a:rPr lang="en-US" sz="1100" dirty="0"/>
              <a:t>&lt; $2.00 is legal.</a:t>
            </a:r>
          </a:p>
          <a:p>
            <a:pPr eaLnBrk="1" hangingPunct="1">
              <a:spcBef>
                <a:spcPct val="0"/>
              </a:spcBef>
            </a:pPr>
            <a:r>
              <a:rPr lang="en-US" sz="1100" dirty="0"/>
              <a:t>Third click: </a:t>
            </a:r>
          </a:p>
          <a:p>
            <a:pPr marL="171450" indent="-171450" eaLnBrk="1" hangingPunct="1">
              <a:spcBef>
                <a:spcPct val="0"/>
              </a:spcBef>
              <a:buFont typeface="Arial" charset="0"/>
              <a:buChar char="•"/>
            </a:pPr>
            <a:r>
              <a:rPr lang="en-US" sz="1100" dirty="0"/>
              <a:t>Shades in area above $2.00: Any price &gt; $2.00 illegal.</a:t>
            </a:r>
          </a:p>
          <a:p>
            <a:pPr eaLnBrk="1" hangingPunct="1">
              <a:spcBef>
                <a:spcPct val="0"/>
              </a:spcBef>
            </a:pPr>
            <a:endParaRPr lang="en-US" dirty="0"/>
          </a:p>
          <a:p>
            <a:pPr eaLnBrk="1" hangingPunct="1">
              <a:spcBef>
                <a:spcPct val="0"/>
              </a:spcBef>
            </a:pPr>
            <a:r>
              <a:rPr lang="en-US" dirty="0"/>
              <a:t>Since E occurs in the green area, the price ceiling does not influence the market; it is nonbinding.</a:t>
            </a:r>
          </a:p>
        </p:txBody>
      </p:sp>
    </p:spTree>
    <p:extLst>
      <p:ext uri="{BB962C8B-B14F-4D97-AF65-F5344CB8AC3E}">
        <p14:creationId xmlns:p14="http://schemas.microsoft.com/office/powerpoint/2010/main" val="3706812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7347"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a:lnSpc>
                <a:spcPct val="80000"/>
              </a:lnSpc>
            </a:pPr>
            <a:r>
              <a:rPr lang="en-US" b="1" i="1" dirty="0"/>
              <a:t>Image: </a:t>
            </a:r>
            <a:r>
              <a:rPr lang="en-US" dirty="0"/>
              <a:t>Animated Figure 6.2</a:t>
            </a:r>
          </a:p>
          <a:p>
            <a:pPr>
              <a:lnSpc>
                <a:spcPct val="80000"/>
              </a:lnSpc>
            </a:pPr>
            <a:endParaRPr lang="en-US" dirty="0"/>
          </a:p>
          <a:p>
            <a:pPr eaLnBrk="1" hangingPunct="1">
              <a:lnSpc>
                <a:spcPct val="80000"/>
              </a:lnSpc>
              <a:spcBef>
                <a:spcPct val="0"/>
              </a:spcBef>
            </a:pPr>
            <a:r>
              <a:rPr lang="en-US" b="1" i="1" dirty="0"/>
              <a:t>Lecture notes:</a:t>
            </a:r>
          </a:p>
          <a:p>
            <a:pPr eaLnBrk="1" hangingPunct="1">
              <a:lnSpc>
                <a:spcPct val="80000"/>
              </a:lnSpc>
              <a:spcBef>
                <a:spcPct val="0"/>
              </a:spcBef>
            </a:pPr>
            <a:r>
              <a:rPr lang="en-US" dirty="0"/>
              <a:t>This figure looks at the effect of a binding price ceiling in the short run. </a:t>
            </a:r>
          </a:p>
          <a:p>
            <a:pPr eaLnBrk="1" hangingPunct="1">
              <a:lnSpc>
                <a:spcPct val="80000"/>
              </a:lnSpc>
              <a:spcBef>
                <a:spcPct val="0"/>
              </a:spcBef>
            </a:pPr>
            <a:endParaRPr lang="en-US" dirty="0"/>
          </a:p>
          <a:p>
            <a:pPr eaLnBrk="1" hangingPunct="1">
              <a:lnSpc>
                <a:spcPct val="80000"/>
              </a:lnSpc>
              <a:spcBef>
                <a:spcPct val="0"/>
              </a:spcBef>
            </a:pPr>
            <a:r>
              <a:rPr lang="en-US" dirty="0"/>
              <a:t>Without the price ceiling, </a:t>
            </a:r>
            <a:r>
              <a:rPr lang="en-US" i="0" dirty="0"/>
              <a:t>P</a:t>
            </a:r>
            <a:r>
              <a:rPr lang="en-US" i="0" baseline="-25000" dirty="0"/>
              <a:t>E</a:t>
            </a:r>
            <a:r>
              <a:rPr lang="en-US" dirty="0"/>
              <a:t> = $1 and </a:t>
            </a:r>
            <a:r>
              <a:rPr lang="en-US" i="0" dirty="0"/>
              <a:t>Q</a:t>
            </a:r>
            <a:r>
              <a:rPr lang="en-US" i="0" baseline="-25000" dirty="0"/>
              <a:t>E</a:t>
            </a:r>
            <a:r>
              <a:rPr lang="en-US" spc="300" dirty="0"/>
              <a:t> </a:t>
            </a:r>
            <a:r>
              <a:rPr lang="en-US" dirty="0"/>
              <a:t>is the equilibrium quantity.</a:t>
            </a:r>
          </a:p>
          <a:p>
            <a:pPr eaLnBrk="1" hangingPunct="1">
              <a:lnSpc>
                <a:spcPct val="80000"/>
              </a:lnSpc>
              <a:spcBef>
                <a:spcPct val="0"/>
              </a:spcBef>
            </a:pPr>
            <a:endParaRPr lang="en-US" dirty="0"/>
          </a:p>
          <a:p>
            <a:pPr eaLnBrk="1" hangingPunct="1">
              <a:lnSpc>
                <a:spcPct val="80000"/>
              </a:lnSpc>
              <a:spcBef>
                <a:spcPct val="0"/>
              </a:spcBef>
            </a:pPr>
            <a:r>
              <a:rPr lang="en-US" dirty="0"/>
              <a:t>First click: </a:t>
            </a:r>
          </a:p>
          <a:p>
            <a:pPr marL="171450" indent="-171450" eaLnBrk="1" hangingPunct="1">
              <a:lnSpc>
                <a:spcPct val="80000"/>
              </a:lnSpc>
              <a:spcBef>
                <a:spcPct val="0"/>
              </a:spcBef>
              <a:buFont typeface="Arial" charset="0"/>
              <a:buChar char="•"/>
            </a:pPr>
            <a:r>
              <a:rPr lang="en-US" dirty="0"/>
              <a:t>Government imposes a $0.50 price ceiling.</a:t>
            </a:r>
          </a:p>
          <a:p>
            <a:pPr eaLnBrk="1" hangingPunct="1">
              <a:lnSpc>
                <a:spcPct val="80000"/>
              </a:lnSpc>
              <a:spcBef>
                <a:spcPct val="0"/>
              </a:spcBef>
            </a:pPr>
            <a:r>
              <a:rPr lang="en-US" dirty="0"/>
              <a:t>Second click: </a:t>
            </a:r>
          </a:p>
          <a:p>
            <a:pPr marL="171450" indent="-171450" eaLnBrk="1" hangingPunct="1">
              <a:lnSpc>
                <a:spcPct val="80000"/>
              </a:lnSpc>
              <a:spcBef>
                <a:spcPct val="0"/>
              </a:spcBef>
              <a:buFont typeface="Arial" charset="0"/>
              <a:buChar char="•"/>
            </a:pPr>
            <a:r>
              <a:rPr lang="en-US" dirty="0"/>
              <a:t>Shades in area below and above price ceiling.</a:t>
            </a:r>
          </a:p>
          <a:p>
            <a:pPr marL="171450" indent="-171450" eaLnBrk="1" hangingPunct="1">
              <a:lnSpc>
                <a:spcPct val="80000"/>
              </a:lnSpc>
              <a:spcBef>
                <a:spcPct val="0"/>
              </a:spcBef>
              <a:buFont typeface="Arial" charset="0"/>
              <a:buChar char="•"/>
            </a:pPr>
            <a:r>
              <a:rPr lang="en-US" dirty="0"/>
              <a:t>Since E occurs in the red area, the price ceiling does influence the market; it is binding.</a:t>
            </a:r>
          </a:p>
          <a:p>
            <a:pPr eaLnBrk="1" hangingPunct="1">
              <a:lnSpc>
                <a:spcPct val="80000"/>
              </a:lnSpc>
              <a:spcBef>
                <a:spcPct val="0"/>
              </a:spcBef>
            </a:pPr>
            <a:r>
              <a:rPr lang="en-US" dirty="0"/>
              <a:t>Third click:</a:t>
            </a:r>
          </a:p>
          <a:p>
            <a:pPr marL="171450" indent="-171450" eaLnBrk="1" hangingPunct="1">
              <a:lnSpc>
                <a:spcPct val="80000"/>
              </a:lnSpc>
              <a:spcBef>
                <a:spcPct val="0"/>
              </a:spcBef>
              <a:buFont typeface="Arial" charset="0"/>
              <a:buChar char="•"/>
            </a:pPr>
            <a:r>
              <a:rPr lang="en-US" dirty="0"/>
              <a:t>Labels </a:t>
            </a:r>
            <a:r>
              <a:rPr lang="en-US" i="0" dirty="0"/>
              <a:t>Q</a:t>
            </a:r>
            <a:r>
              <a:rPr lang="en-US" i="0" baseline="-25000" dirty="0"/>
              <a:t>S</a:t>
            </a:r>
            <a:r>
              <a:rPr lang="en-US" dirty="0"/>
              <a:t> and </a:t>
            </a:r>
            <a:r>
              <a:rPr lang="en-US" i="0" dirty="0"/>
              <a:t>Q</a:t>
            </a:r>
            <a:r>
              <a:rPr lang="en-US" i="0" baseline="-25000" dirty="0"/>
              <a:t>D</a:t>
            </a:r>
            <a:r>
              <a:rPr lang="en-US" dirty="0"/>
              <a:t> and Shortage</a:t>
            </a:r>
          </a:p>
          <a:p>
            <a:pPr marL="171450" indent="-171450" eaLnBrk="1" hangingPunct="1">
              <a:lnSpc>
                <a:spcPct val="80000"/>
              </a:lnSpc>
              <a:spcBef>
                <a:spcPct val="0"/>
              </a:spcBef>
              <a:buFont typeface="Arial" charset="0"/>
              <a:buChar char="•"/>
            </a:pPr>
            <a:r>
              <a:rPr lang="en-US" dirty="0"/>
              <a:t>At the price ceiling of $</a:t>
            </a:r>
            <a:r>
              <a:rPr lang="en-US" i="0" dirty="0"/>
              <a:t>0.50, Q</a:t>
            </a:r>
            <a:r>
              <a:rPr lang="en-US" i="0" baseline="-25000" dirty="0"/>
              <a:t>D</a:t>
            </a:r>
            <a:r>
              <a:rPr lang="en-US" i="0" dirty="0"/>
              <a:t> &gt; Q</a:t>
            </a:r>
            <a:r>
              <a:rPr lang="en-US" i="0" baseline="-25000" dirty="0"/>
              <a:t>S</a:t>
            </a:r>
            <a:r>
              <a:rPr lang="en-US" i="0" dirty="0"/>
              <a:t>, </a:t>
            </a:r>
            <a:r>
              <a:rPr lang="en-US" dirty="0"/>
              <a:t>so there is a shortage of bread.</a:t>
            </a:r>
          </a:p>
          <a:p>
            <a:pPr marL="628650" lvl="1" indent="-171450" eaLnBrk="1" hangingPunct="1">
              <a:lnSpc>
                <a:spcPct val="80000"/>
              </a:lnSpc>
              <a:spcBef>
                <a:spcPct val="0"/>
              </a:spcBef>
              <a:buFont typeface="Arial" charset="0"/>
              <a:buChar char="•"/>
            </a:pPr>
            <a:r>
              <a:rPr lang="en-US" dirty="0"/>
              <a:t>Note that this is a general consequence of a binding price ceiling (to get shortages).</a:t>
            </a:r>
          </a:p>
          <a:p>
            <a:pPr marL="628650" lvl="1" indent="-171450" eaLnBrk="1" hangingPunct="1">
              <a:lnSpc>
                <a:spcPct val="80000"/>
              </a:lnSpc>
              <a:spcBef>
                <a:spcPct val="0"/>
              </a:spcBef>
              <a:buFont typeface="Arial" charset="0"/>
              <a:buChar char="•"/>
            </a:pPr>
            <a:r>
              <a:rPr lang="en-US" dirty="0"/>
              <a:t>At this point, you could discuss alternative rationing methods when there are shortages (such as waiting in line, ration coupons based on need, etc.).</a:t>
            </a:r>
          </a:p>
          <a:p>
            <a:pPr marL="628650" lvl="1" indent="-171450" eaLnBrk="1" hangingPunct="1">
              <a:lnSpc>
                <a:spcPct val="80000"/>
              </a:lnSpc>
              <a:spcBef>
                <a:spcPct val="0"/>
              </a:spcBef>
              <a:buFont typeface="Arial" charset="0"/>
              <a:buChar char="•"/>
            </a:pPr>
            <a:r>
              <a:rPr lang="en-US" dirty="0"/>
              <a:t>Point out that in an uncontrolled market, price rations the good (i.e., if there was </a:t>
            </a:r>
            <a:r>
              <a:rPr lang="en-US" i="1" dirty="0"/>
              <a:t>excess demand</a:t>
            </a:r>
            <a:r>
              <a:rPr lang="en-US" dirty="0"/>
              <a:t>, price would increase to bring the market back to E).</a:t>
            </a:r>
          </a:p>
          <a:p>
            <a:pPr eaLnBrk="1" hangingPunct="1">
              <a:lnSpc>
                <a:spcPct val="80000"/>
              </a:lnSpc>
              <a:spcBef>
                <a:spcPct val="0"/>
              </a:spcBef>
            </a:pPr>
            <a:r>
              <a:rPr lang="en-US" dirty="0"/>
              <a:t>Fourth click: </a:t>
            </a:r>
          </a:p>
          <a:p>
            <a:pPr marL="171450" indent="-171450" eaLnBrk="1" hangingPunct="1">
              <a:lnSpc>
                <a:spcPct val="80000"/>
              </a:lnSpc>
              <a:spcBef>
                <a:spcPct val="0"/>
              </a:spcBef>
              <a:buFont typeface="Arial" charset="0"/>
              <a:buChar char="•"/>
            </a:pPr>
            <a:r>
              <a:rPr lang="en-US" dirty="0"/>
              <a:t>Labels illegal market price.</a:t>
            </a:r>
          </a:p>
          <a:p>
            <a:pPr marL="171450" indent="-171450" eaLnBrk="1" hangingPunct="1">
              <a:lnSpc>
                <a:spcPct val="80000"/>
              </a:lnSpc>
              <a:spcBef>
                <a:spcPct val="0"/>
              </a:spcBef>
              <a:buFont typeface="Arial" charset="0"/>
              <a:buChar char="•"/>
            </a:pPr>
            <a:r>
              <a:rPr lang="en-US" dirty="0"/>
              <a:t>With only </a:t>
            </a:r>
            <a:r>
              <a:rPr lang="en-US" i="0" dirty="0"/>
              <a:t>Q</a:t>
            </a:r>
            <a:r>
              <a:rPr lang="en-US" i="0" baseline="-25000" dirty="0"/>
              <a:t>S</a:t>
            </a:r>
            <a:r>
              <a:rPr lang="en-US" dirty="0"/>
              <a:t> units available, consumers are willing and able to pay $2.00 per loaf.</a:t>
            </a:r>
          </a:p>
          <a:p>
            <a:pPr marL="171450" indent="-171450" eaLnBrk="1" hangingPunct="1">
              <a:lnSpc>
                <a:spcPct val="80000"/>
              </a:lnSpc>
              <a:spcBef>
                <a:spcPct val="0"/>
              </a:spcBef>
              <a:buFont typeface="Arial" charset="0"/>
              <a:buChar char="•"/>
            </a:pPr>
            <a:r>
              <a:rPr lang="en-US" dirty="0"/>
              <a:t>This eliminates the shortage, but the price is well above the price ceiling.</a:t>
            </a:r>
          </a:p>
          <a:p>
            <a:pPr marL="628650" lvl="1" indent="-171450" eaLnBrk="1" hangingPunct="1">
              <a:lnSpc>
                <a:spcPct val="80000"/>
              </a:lnSpc>
              <a:spcBef>
                <a:spcPct val="0"/>
              </a:spcBef>
              <a:buFontTx/>
              <a:buChar char="•"/>
            </a:pPr>
            <a:endParaRPr lang="en-US" dirty="0"/>
          </a:p>
          <a:p>
            <a:pPr eaLnBrk="1" hangingPunct="1">
              <a:lnSpc>
                <a:spcPct val="80000"/>
              </a:lnSpc>
              <a:spcBef>
                <a:spcPct val="0"/>
              </a:spcBef>
            </a:pPr>
            <a:r>
              <a:rPr lang="en-US" dirty="0"/>
              <a:t>You can go beyond the example above by proposing the following situation:</a:t>
            </a:r>
          </a:p>
          <a:p>
            <a:pPr marL="171450" indent="-171450" eaLnBrk="1" hangingPunct="1">
              <a:lnSpc>
                <a:spcPct val="80000"/>
              </a:lnSpc>
              <a:spcBef>
                <a:spcPct val="0"/>
              </a:spcBef>
              <a:buFont typeface="Arial" charset="0"/>
              <a:buChar char="•"/>
            </a:pPr>
            <a:r>
              <a:rPr lang="en-US" dirty="0"/>
              <a:t>Suppose there were no illegal market, and the </a:t>
            </a:r>
            <a:r>
              <a:rPr lang="en-US" i="0" dirty="0"/>
              <a:t>Q</a:t>
            </a:r>
            <a:r>
              <a:rPr lang="en-US" i="0" baseline="-25000" dirty="0"/>
              <a:t>S</a:t>
            </a:r>
            <a:r>
              <a:rPr lang="en-US" dirty="0"/>
              <a:t> units of bread were allocated by consumers waiting in line. </a:t>
            </a:r>
          </a:p>
          <a:p>
            <a:pPr marL="171450" indent="-171450" eaLnBrk="1" hangingPunct="1">
              <a:lnSpc>
                <a:spcPct val="80000"/>
              </a:lnSpc>
              <a:spcBef>
                <a:spcPct val="0"/>
              </a:spcBef>
              <a:buFont typeface="Arial" charset="0"/>
              <a:buChar char="•"/>
            </a:pPr>
            <a:r>
              <a:rPr lang="en-US" dirty="0"/>
              <a:t>What does the difference between the $2.00 and the ceiling price of $0.50 represent?</a:t>
            </a:r>
          </a:p>
        </p:txBody>
      </p:sp>
    </p:spTree>
    <p:extLst>
      <p:ext uri="{BB962C8B-B14F-4D97-AF65-F5344CB8AC3E}">
        <p14:creationId xmlns:p14="http://schemas.microsoft.com/office/powerpoint/2010/main" val="3638013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8371"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a:lnSpc>
                <a:spcPct val="80000"/>
              </a:lnSpc>
            </a:pPr>
            <a:r>
              <a:rPr lang="en-US" b="1" i="1" dirty="0"/>
              <a:t>Image: </a:t>
            </a:r>
            <a:r>
              <a:rPr lang="en-US" dirty="0"/>
              <a:t>Animated Figure 6.3</a:t>
            </a:r>
          </a:p>
          <a:p>
            <a:pPr>
              <a:lnSpc>
                <a:spcPct val="80000"/>
              </a:lnSpc>
            </a:pPr>
            <a:endParaRPr lang="en-US" dirty="0"/>
          </a:p>
          <a:p>
            <a:pPr eaLnBrk="1" hangingPunct="1">
              <a:lnSpc>
                <a:spcPct val="80000"/>
              </a:lnSpc>
              <a:spcBef>
                <a:spcPct val="0"/>
              </a:spcBef>
            </a:pPr>
            <a:r>
              <a:rPr lang="en-US" b="1" i="1" dirty="0"/>
              <a:t>Lecture notes:</a:t>
            </a:r>
          </a:p>
          <a:p>
            <a:pPr eaLnBrk="1" hangingPunct="1">
              <a:lnSpc>
                <a:spcPct val="80000"/>
              </a:lnSpc>
              <a:spcBef>
                <a:spcPct val="0"/>
              </a:spcBef>
            </a:pPr>
            <a:r>
              <a:rPr lang="en-US" dirty="0"/>
              <a:t>The figure looks at the effect of a binding price ceiling in the long run. </a:t>
            </a:r>
          </a:p>
          <a:p>
            <a:pPr eaLnBrk="1" hangingPunct="1">
              <a:lnSpc>
                <a:spcPct val="80000"/>
              </a:lnSpc>
              <a:spcBef>
                <a:spcPct val="0"/>
              </a:spcBef>
            </a:pPr>
            <a:endParaRPr lang="en-US" dirty="0"/>
          </a:p>
          <a:p>
            <a:pPr eaLnBrk="1" hangingPunct="1">
              <a:lnSpc>
                <a:spcPct val="80000"/>
              </a:lnSpc>
              <a:spcBef>
                <a:spcPct val="0"/>
              </a:spcBef>
            </a:pPr>
            <a:r>
              <a:rPr lang="en-US" dirty="0"/>
              <a:t>Without the </a:t>
            </a:r>
            <a:r>
              <a:rPr lang="en-US" i="0" dirty="0"/>
              <a:t>price ceiling, P</a:t>
            </a:r>
            <a:r>
              <a:rPr lang="en-US" i="0" baseline="-25000" dirty="0"/>
              <a:t>E</a:t>
            </a:r>
            <a:r>
              <a:rPr lang="en-US" i="0" dirty="0"/>
              <a:t> = $1 and Q</a:t>
            </a:r>
            <a:r>
              <a:rPr lang="en-US" i="0" baseline="-25000" dirty="0"/>
              <a:t>E</a:t>
            </a:r>
            <a:r>
              <a:rPr lang="en-US" i="0" dirty="0"/>
              <a:t> is the equilibrium </a:t>
            </a:r>
            <a:r>
              <a:rPr lang="en-US" dirty="0"/>
              <a:t>quantity.</a:t>
            </a:r>
          </a:p>
          <a:p>
            <a:pPr eaLnBrk="1" hangingPunct="1">
              <a:lnSpc>
                <a:spcPct val="80000"/>
              </a:lnSpc>
              <a:spcBef>
                <a:spcPct val="0"/>
              </a:spcBef>
            </a:pPr>
            <a:endParaRPr lang="en-US" dirty="0"/>
          </a:p>
          <a:p>
            <a:pPr eaLnBrk="1" hangingPunct="1">
              <a:lnSpc>
                <a:spcPct val="80000"/>
              </a:lnSpc>
              <a:spcBef>
                <a:spcPct val="0"/>
              </a:spcBef>
            </a:pPr>
            <a:r>
              <a:rPr lang="en-US" dirty="0"/>
              <a:t>Since we are considering the long run, note that the demand and supply curves are more elastic. Ask students why they think that is.</a:t>
            </a:r>
          </a:p>
          <a:p>
            <a:pPr marL="171450" indent="-171450" eaLnBrk="1" hangingPunct="1">
              <a:lnSpc>
                <a:spcPct val="80000"/>
              </a:lnSpc>
              <a:spcBef>
                <a:spcPct val="0"/>
              </a:spcBef>
              <a:buFont typeface="Arial" charset="0"/>
              <a:buChar char="•"/>
            </a:pPr>
            <a:r>
              <a:rPr lang="en-US" dirty="0"/>
              <a:t>Supply: Bakers respond in the long run by producing less bread and making products that are not subject to price controls.</a:t>
            </a:r>
          </a:p>
          <a:p>
            <a:pPr marL="171450" indent="-171450" eaLnBrk="1" hangingPunct="1">
              <a:lnSpc>
                <a:spcPct val="80000"/>
              </a:lnSpc>
              <a:spcBef>
                <a:spcPct val="0"/>
              </a:spcBef>
              <a:buFont typeface="Arial" charset="0"/>
              <a:buChar char="•"/>
            </a:pPr>
            <a:r>
              <a:rPr lang="en-US" dirty="0"/>
              <a:t>Demand: In the long run, consumers will </a:t>
            </a:r>
            <a:r>
              <a:rPr lang="en-US" i="1" dirty="0"/>
              <a:t>attempt</a:t>
            </a:r>
            <a:r>
              <a:rPr lang="en-US" dirty="0"/>
              <a:t> to take advantage of the price ceiling by changing eating habits to consume more bread.</a:t>
            </a:r>
          </a:p>
          <a:p>
            <a:pPr eaLnBrk="1" hangingPunct="1">
              <a:lnSpc>
                <a:spcPct val="80000"/>
              </a:lnSpc>
              <a:spcBef>
                <a:spcPct val="0"/>
              </a:spcBef>
              <a:buFontTx/>
              <a:buChar char="•"/>
            </a:pPr>
            <a:endParaRPr lang="en-US" dirty="0"/>
          </a:p>
          <a:p>
            <a:pPr eaLnBrk="1" hangingPunct="1">
              <a:lnSpc>
                <a:spcPct val="80000"/>
              </a:lnSpc>
              <a:spcBef>
                <a:spcPct val="0"/>
              </a:spcBef>
            </a:pPr>
            <a:r>
              <a:rPr lang="en-US" dirty="0"/>
              <a:t>First click: </a:t>
            </a:r>
          </a:p>
          <a:p>
            <a:pPr marL="171450" indent="-171450" eaLnBrk="1" hangingPunct="1">
              <a:lnSpc>
                <a:spcPct val="80000"/>
              </a:lnSpc>
              <a:spcBef>
                <a:spcPct val="0"/>
              </a:spcBef>
              <a:buFont typeface="Arial" charset="0"/>
              <a:buChar char="•"/>
            </a:pPr>
            <a:r>
              <a:rPr lang="en-US" dirty="0"/>
              <a:t>Labels price ceiling and shaded areas.</a:t>
            </a:r>
          </a:p>
          <a:p>
            <a:pPr eaLnBrk="1" hangingPunct="1">
              <a:lnSpc>
                <a:spcPct val="80000"/>
              </a:lnSpc>
              <a:spcBef>
                <a:spcPct val="0"/>
              </a:spcBef>
            </a:pPr>
            <a:r>
              <a:rPr lang="en-US" dirty="0"/>
              <a:t>Second click: </a:t>
            </a:r>
          </a:p>
          <a:p>
            <a:pPr marL="171450" indent="-171450" eaLnBrk="1" hangingPunct="1">
              <a:lnSpc>
                <a:spcPct val="80000"/>
              </a:lnSpc>
              <a:spcBef>
                <a:spcPct val="0"/>
              </a:spcBef>
              <a:buFont typeface="Arial" charset="0"/>
              <a:buChar char="•"/>
            </a:pPr>
            <a:r>
              <a:rPr lang="en-US" dirty="0"/>
              <a:t>Labels </a:t>
            </a:r>
            <a:r>
              <a:rPr lang="en-US" i="0" dirty="0"/>
              <a:t>new Q</a:t>
            </a:r>
            <a:r>
              <a:rPr lang="en-US" i="0" baseline="-25000" dirty="0"/>
              <a:t>S</a:t>
            </a:r>
            <a:r>
              <a:rPr lang="en-US" i="0" dirty="0"/>
              <a:t> and Q</a:t>
            </a:r>
            <a:r>
              <a:rPr lang="en-US" i="0" baseline="-25000" dirty="0"/>
              <a:t>D</a:t>
            </a:r>
            <a:r>
              <a:rPr lang="en-US" i="0" dirty="0"/>
              <a:t> and new </a:t>
            </a:r>
            <a:r>
              <a:rPr lang="en-US" dirty="0"/>
              <a:t>shortage.</a:t>
            </a:r>
          </a:p>
          <a:p>
            <a:pPr marL="171450" indent="-171450" eaLnBrk="1" hangingPunct="1">
              <a:lnSpc>
                <a:spcPct val="80000"/>
              </a:lnSpc>
              <a:spcBef>
                <a:spcPct val="0"/>
              </a:spcBef>
              <a:buFont typeface="Arial" charset="0"/>
              <a:buChar char="•"/>
            </a:pPr>
            <a:r>
              <a:rPr lang="en-US" dirty="0"/>
              <a:t>So in the long run, the shortage gets larger.</a:t>
            </a:r>
          </a:p>
          <a:p>
            <a:pPr eaLnBrk="1" hangingPunct="1">
              <a:lnSpc>
                <a:spcPct val="80000"/>
              </a:lnSpc>
              <a:spcBef>
                <a:spcPct val="0"/>
              </a:spcBef>
            </a:pPr>
            <a:r>
              <a:rPr lang="en-US" dirty="0"/>
              <a:t>Third click: </a:t>
            </a:r>
          </a:p>
          <a:p>
            <a:pPr marL="171450" indent="-171450" eaLnBrk="1" hangingPunct="1">
              <a:lnSpc>
                <a:spcPct val="80000"/>
              </a:lnSpc>
              <a:spcBef>
                <a:spcPct val="0"/>
              </a:spcBef>
              <a:buFont typeface="Arial" charset="0"/>
              <a:buChar char="•"/>
            </a:pPr>
            <a:r>
              <a:rPr lang="en-US" dirty="0"/>
              <a:t>Adds illegal market price.</a:t>
            </a:r>
          </a:p>
          <a:p>
            <a:pPr marL="171450" indent="-171450" eaLnBrk="1" hangingPunct="1">
              <a:lnSpc>
                <a:spcPct val="80000"/>
              </a:lnSpc>
              <a:spcBef>
                <a:spcPct val="0"/>
              </a:spcBef>
              <a:buFont typeface="Arial" charset="0"/>
              <a:buChar char="•"/>
            </a:pPr>
            <a:r>
              <a:rPr lang="en-US" dirty="0"/>
              <a:t>Long-run illegal market prices are less than before ($2.00).</a:t>
            </a:r>
          </a:p>
          <a:p>
            <a:pPr marL="171450" indent="-171450" eaLnBrk="1" hangingPunct="1">
              <a:lnSpc>
                <a:spcPct val="80000"/>
              </a:lnSpc>
              <a:spcBef>
                <a:spcPct val="0"/>
              </a:spcBef>
              <a:buFont typeface="Arial" charset="0"/>
              <a:buChar char="•"/>
            </a:pPr>
            <a:r>
              <a:rPr lang="en-US" dirty="0"/>
              <a:t>Consumers have had time to find alternatives.</a:t>
            </a:r>
          </a:p>
        </p:txBody>
      </p:sp>
    </p:spTree>
    <p:extLst>
      <p:ext uri="{BB962C8B-B14F-4D97-AF65-F5344CB8AC3E}">
        <p14:creationId xmlns:p14="http://schemas.microsoft.com/office/powerpoint/2010/main" val="862804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6867" name="Notes Placeholder 2"/>
          <p:cNvSpPr>
            <a:spLocks noGrp="1"/>
          </p:cNvSpPr>
          <p:nvPr>
            <p:ph type="body" idx="1"/>
          </p:nvPr>
        </p:nvSpPr>
        <p:spPr bwMode="auto">
          <a:noFill/>
        </p:spPr>
        <p:txBody>
          <a:bodyPr/>
          <a:lstStyle/>
          <a:p>
            <a:r>
              <a:rPr lang="en-US" b="1" i="1" dirty="0"/>
              <a:t>Clicker question:</a:t>
            </a:r>
          </a:p>
          <a:p>
            <a:r>
              <a:rPr lang="en-US" dirty="0"/>
              <a:t>Correct answer: C, There will be no effect.</a:t>
            </a:r>
          </a:p>
          <a:p>
            <a:endParaRPr lang="en-US" dirty="0"/>
          </a:p>
          <a:p>
            <a:r>
              <a:rPr lang="en-US" dirty="0"/>
              <a:t>If the price ceiling is nonbinding (above the equilibrium), the equilibrium price is already in the legal range, so nothing will change.</a:t>
            </a:r>
          </a:p>
        </p:txBody>
      </p:sp>
    </p:spTree>
    <p:extLst>
      <p:ext uri="{BB962C8B-B14F-4D97-AF65-F5344CB8AC3E}">
        <p14:creationId xmlns:p14="http://schemas.microsoft.com/office/powerpoint/2010/main" val="863391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6867" name="Notes Placeholder 2"/>
          <p:cNvSpPr>
            <a:spLocks noGrp="1"/>
          </p:cNvSpPr>
          <p:nvPr>
            <p:ph type="body" idx="1"/>
          </p:nvPr>
        </p:nvSpPr>
        <p:spPr bwMode="auto">
          <a:noFill/>
        </p:spPr>
        <p:txBody>
          <a:bodyPr/>
          <a:lstStyle/>
          <a:p>
            <a:r>
              <a:rPr lang="en-US" b="1" i="1" dirty="0"/>
              <a:t>Clicker question:</a:t>
            </a:r>
          </a:p>
          <a:p>
            <a:r>
              <a:rPr lang="en-US" dirty="0"/>
              <a:t>Correct answer: C, There will be no effect.</a:t>
            </a:r>
          </a:p>
          <a:p>
            <a:endParaRPr lang="en-US" dirty="0"/>
          </a:p>
          <a:p>
            <a:r>
              <a:rPr lang="en-US" dirty="0"/>
              <a:t>If the price ceiling is nonbinding (above the equilibrium), the equilibrium price is already in the legal range, so nothing will change.</a:t>
            </a:r>
          </a:p>
        </p:txBody>
      </p:sp>
    </p:spTree>
    <p:extLst>
      <p:ext uri="{BB962C8B-B14F-4D97-AF65-F5344CB8AC3E}">
        <p14:creationId xmlns:p14="http://schemas.microsoft.com/office/powerpoint/2010/main" val="2753536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8915" name="Notes Placeholder 2"/>
          <p:cNvSpPr>
            <a:spLocks noGrp="1"/>
          </p:cNvSpPr>
          <p:nvPr>
            <p:ph type="body" idx="1"/>
          </p:nvPr>
        </p:nvSpPr>
        <p:spPr bwMode="auto">
          <a:noFill/>
        </p:spPr>
        <p:txBody>
          <a:bodyPr/>
          <a:lstStyle/>
          <a:p>
            <a:r>
              <a:rPr lang="en-US" b="1" i="1" dirty="0"/>
              <a:t>Clicker question:</a:t>
            </a:r>
            <a:r>
              <a:rPr lang="en-US" i="1" dirty="0"/>
              <a:t> </a:t>
            </a:r>
          </a:p>
          <a:p>
            <a:r>
              <a:rPr lang="en-US" dirty="0"/>
              <a:t>Correct answer: A, It reduces the shortage caused by the price ceiling.</a:t>
            </a:r>
          </a:p>
          <a:p>
            <a:endParaRPr lang="en-US" dirty="0"/>
          </a:p>
          <a:p>
            <a:r>
              <a:rPr lang="en-US" dirty="0"/>
              <a:t>More trading may illegally take place at higher prices with an</a:t>
            </a:r>
            <a:r>
              <a:rPr lang="en-US" baseline="0" dirty="0"/>
              <a:t> illegal </a:t>
            </a:r>
            <a:r>
              <a:rPr lang="en-US" dirty="0"/>
              <a:t>market.</a:t>
            </a:r>
          </a:p>
        </p:txBody>
      </p:sp>
    </p:spTree>
    <p:extLst>
      <p:ext uri="{BB962C8B-B14F-4D97-AF65-F5344CB8AC3E}">
        <p14:creationId xmlns:p14="http://schemas.microsoft.com/office/powerpoint/2010/main" val="3737584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8915" name="Notes Placeholder 2"/>
          <p:cNvSpPr>
            <a:spLocks noGrp="1"/>
          </p:cNvSpPr>
          <p:nvPr>
            <p:ph type="body" idx="1"/>
          </p:nvPr>
        </p:nvSpPr>
        <p:spPr bwMode="auto">
          <a:noFill/>
        </p:spPr>
        <p:txBody>
          <a:bodyPr/>
          <a:lstStyle/>
          <a:p>
            <a:r>
              <a:rPr lang="en-US" b="1" i="1" dirty="0"/>
              <a:t>Clicker question:</a:t>
            </a:r>
            <a:r>
              <a:rPr lang="en-US" i="1" dirty="0"/>
              <a:t> </a:t>
            </a:r>
          </a:p>
          <a:p>
            <a:r>
              <a:rPr lang="en-US" dirty="0"/>
              <a:t>Correct answer: A, It reduces the shortage caused by the price ceiling.</a:t>
            </a:r>
          </a:p>
          <a:p>
            <a:endParaRPr lang="en-US" dirty="0"/>
          </a:p>
          <a:p>
            <a:r>
              <a:rPr lang="en-US" dirty="0"/>
              <a:t>More trading may illegally take place at higher prices with an</a:t>
            </a:r>
            <a:r>
              <a:rPr lang="en-US" baseline="0" dirty="0"/>
              <a:t> illegal </a:t>
            </a:r>
            <a:r>
              <a:rPr lang="en-US" dirty="0"/>
              <a:t>market.</a:t>
            </a:r>
          </a:p>
        </p:txBody>
      </p:sp>
    </p:spTree>
    <p:extLst>
      <p:ext uri="{BB962C8B-B14F-4D97-AF65-F5344CB8AC3E}">
        <p14:creationId xmlns:p14="http://schemas.microsoft.com/office/powerpoint/2010/main" val="2162050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0963" name="Notes Placeholder 2"/>
          <p:cNvSpPr>
            <a:spLocks noGrp="1"/>
          </p:cNvSpPr>
          <p:nvPr>
            <p:ph type="body" idx="1"/>
          </p:nvPr>
        </p:nvSpPr>
        <p:spPr bwMode="auto">
          <a:noFill/>
        </p:spPr>
        <p:txBody>
          <a:bodyPr/>
          <a:lstStyle/>
          <a:p>
            <a:r>
              <a:rPr lang="en-US" b="1" i="1" dirty="0"/>
              <a:t>Clicker question:</a:t>
            </a:r>
            <a:r>
              <a:rPr lang="en-US" i="1" dirty="0"/>
              <a:t> </a:t>
            </a:r>
          </a:p>
          <a:p>
            <a:r>
              <a:rPr lang="en-US" dirty="0"/>
              <a:t>Correct answer: C, become larger.</a:t>
            </a:r>
          </a:p>
          <a:p>
            <a:endParaRPr lang="en-US" dirty="0"/>
          </a:p>
          <a:p>
            <a:r>
              <a:rPr lang="en-US" i="0" dirty="0"/>
              <a:t>Q</a:t>
            </a:r>
            <a:r>
              <a:rPr lang="en-US" i="0" baseline="-25000" dirty="0"/>
              <a:t>D</a:t>
            </a:r>
            <a:r>
              <a:rPr lang="en-US" i="0" dirty="0"/>
              <a:t> and Q</a:t>
            </a:r>
            <a:r>
              <a:rPr lang="en-US" i="0" baseline="-25000" dirty="0"/>
              <a:t>S</a:t>
            </a:r>
            <a:r>
              <a:rPr lang="en-US" i="0" dirty="0"/>
              <a:t> will be more </a:t>
            </a:r>
            <a:r>
              <a:rPr lang="en-US" dirty="0"/>
              <a:t>responsive to price changes when demand and supply are more elastic. Thus, shortages are made </a:t>
            </a:r>
            <a:r>
              <a:rPr lang="en-US" i="0" dirty="0"/>
              <a:t>worse because Q</a:t>
            </a:r>
            <a:r>
              <a:rPr lang="en-US" i="0" baseline="-25000" dirty="0"/>
              <a:t>D</a:t>
            </a:r>
            <a:r>
              <a:rPr lang="en-US" i="0" dirty="0"/>
              <a:t> rises faster and Q</a:t>
            </a:r>
            <a:r>
              <a:rPr lang="en-US" i="0" baseline="-25000" dirty="0"/>
              <a:t>S</a:t>
            </a:r>
            <a:r>
              <a:rPr lang="en-US" i="0" dirty="0"/>
              <a:t> falls faster.</a:t>
            </a:r>
          </a:p>
        </p:txBody>
      </p:sp>
    </p:spTree>
    <p:extLst>
      <p:ext uri="{BB962C8B-B14F-4D97-AF65-F5344CB8AC3E}">
        <p14:creationId xmlns:p14="http://schemas.microsoft.com/office/powerpoint/2010/main" val="38315963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0963" name="Notes Placeholder 2"/>
          <p:cNvSpPr>
            <a:spLocks noGrp="1"/>
          </p:cNvSpPr>
          <p:nvPr>
            <p:ph type="body" idx="1"/>
          </p:nvPr>
        </p:nvSpPr>
        <p:spPr bwMode="auto">
          <a:noFill/>
        </p:spPr>
        <p:txBody>
          <a:bodyPr/>
          <a:lstStyle/>
          <a:p>
            <a:r>
              <a:rPr lang="en-US" b="1" i="1" dirty="0"/>
              <a:t>Clicker question:</a:t>
            </a:r>
            <a:r>
              <a:rPr lang="en-US" i="1" dirty="0"/>
              <a:t> </a:t>
            </a:r>
          </a:p>
          <a:p>
            <a:r>
              <a:rPr lang="en-US" dirty="0"/>
              <a:t>Correct answer: C, become larger.</a:t>
            </a:r>
          </a:p>
          <a:p>
            <a:endParaRPr lang="en-US" dirty="0"/>
          </a:p>
          <a:p>
            <a:r>
              <a:rPr lang="en-US" i="0" dirty="0"/>
              <a:t>Q</a:t>
            </a:r>
            <a:r>
              <a:rPr lang="en-US" i="0" baseline="-25000" dirty="0"/>
              <a:t>D</a:t>
            </a:r>
            <a:r>
              <a:rPr lang="en-US" i="0" dirty="0"/>
              <a:t> and Q</a:t>
            </a:r>
            <a:r>
              <a:rPr lang="en-US" i="0" baseline="-25000" dirty="0"/>
              <a:t>S</a:t>
            </a:r>
            <a:r>
              <a:rPr lang="en-US" i="0" dirty="0"/>
              <a:t> will be more </a:t>
            </a:r>
            <a:r>
              <a:rPr lang="en-US" dirty="0"/>
              <a:t>responsive to price changes when demand and supply are more elastic. Thus, shortages are made </a:t>
            </a:r>
            <a:r>
              <a:rPr lang="en-US" i="0" dirty="0"/>
              <a:t>worse because Q</a:t>
            </a:r>
            <a:r>
              <a:rPr lang="en-US" i="0" baseline="-25000" dirty="0"/>
              <a:t>D</a:t>
            </a:r>
            <a:r>
              <a:rPr lang="en-US" i="0" dirty="0"/>
              <a:t> rises faster and Q</a:t>
            </a:r>
            <a:r>
              <a:rPr lang="en-US" i="0" baseline="-25000" dirty="0"/>
              <a:t>S</a:t>
            </a:r>
            <a:r>
              <a:rPr lang="en-US" i="0" dirty="0"/>
              <a:t> falls faster.</a:t>
            </a:r>
          </a:p>
        </p:txBody>
      </p:sp>
    </p:spTree>
    <p:extLst>
      <p:ext uri="{BB962C8B-B14F-4D97-AF65-F5344CB8AC3E}">
        <p14:creationId xmlns:p14="http://schemas.microsoft.com/office/powerpoint/2010/main" val="3933649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66563"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a:defRPr/>
            </a:pPr>
            <a:r>
              <a:rPr lang="en-US" altLang="en-US" b="1" i="1" dirty="0"/>
              <a:t>Lecture notes:</a:t>
            </a:r>
          </a:p>
          <a:p>
            <a:pPr>
              <a:buFont typeface="Arial" panose="020B0604020202020204" pitchFamily="34" charset="0"/>
              <a:buNone/>
              <a:defRPr/>
            </a:pPr>
            <a:r>
              <a:rPr lang="en-US" altLang="en-US" dirty="0"/>
              <a:t>Rent control:</a:t>
            </a:r>
          </a:p>
          <a:p>
            <a:pPr marL="171450" indent="-171450">
              <a:buFont typeface="Arial" panose="020B0604020202020204" pitchFamily="34" charset="0"/>
              <a:buChar char="•"/>
              <a:defRPr/>
            </a:pPr>
            <a:r>
              <a:rPr lang="en-US" altLang="en-US" dirty="0"/>
              <a:t>Price ceiling that applies to the market for apartment rentals</a:t>
            </a:r>
          </a:p>
          <a:p>
            <a:pPr marL="171450" indent="-171450">
              <a:buFont typeface="Arial" panose="020B0604020202020204" pitchFamily="34" charset="0"/>
              <a:buChar char="•"/>
              <a:defRPr/>
            </a:pPr>
            <a:endParaRPr lang="en-US" altLang="en-US" dirty="0"/>
          </a:p>
          <a:p>
            <a:pPr>
              <a:buFont typeface="Arial" panose="020B0604020202020204" pitchFamily="34" charset="0"/>
              <a:buNone/>
              <a:defRPr/>
            </a:pPr>
            <a:r>
              <a:rPr lang="en-US" altLang="en-US" dirty="0"/>
              <a:t>Price gouging laws:</a:t>
            </a:r>
          </a:p>
          <a:p>
            <a:pPr marL="171450" indent="-171450">
              <a:buFont typeface="Arial" panose="020B0604020202020204" pitchFamily="34" charset="0"/>
              <a:buChar char="•"/>
              <a:defRPr/>
            </a:pPr>
            <a:r>
              <a:rPr lang="en-US" altLang="en-US" dirty="0"/>
              <a:t>Temporary ceiling on the prices that sellers can charge during times of emergency</a:t>
            </a:r>
          </a:p>
        </p:txBody>
      </p:sp>
    </p:spTree>
    <p:extLst>
      <p:ext uri="{BB962C8B-B14F-4D97-AF65-F5344CB8AC3E}">
        <p14:creationId xmlns:p14="http://schemas.microsoft.com/office/powerpoint/2010/main" val="4250263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60419"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eaLnBrk="1" hangingPunct="1">
              <a:lnSpc>
                <a:spcPct val="80000"/>
              </a:lnSpc>
              <a:spcBef>
                <a:spcPct val="0"/>
              </a:spcBef>
            </a:pPr>
            <a:r>
              <a:rPr lang="en-US" b="1" i="1" dirty="0"/>
              <a:t>Lecture notes:</a:t>
            </a:r>
          </a:p>
          <a:p>
            <a:pPr marL="171450" indent="-171450">
              <a:lnSpc>
                <a:spcPct val="80000"/>
              </a:lnSpc>
              <a:buFont typeface="Arial" charset="0"/>
              <a:buChar char="•"/>
            </a:pPr>
            <a:r>
              <a:rPr lang="en-US" i="0" dirty="0"/>
              <a:t>Shortage, since Q</a:t>
            </a:r>
            <a:r>
              <a:rPr lang="en-US" i="0" baseline="-25000" dirty="0"/>
              <a:t>D</a:t>
            </a:r>
            <a:r>
              <a:rPr lang="en-US" i="0" dirty="0"/>
              <a:t> &gt; Q</a:t>
            </a:r>
            <a:r>
              <a:rPr lang="en-US" i="0" baseline="-25000" dirty="0"/>
              <a:t>S</a:t>
            </a:r>
            <a:r>
              <a:rPr lang="en-US" i="0" dirty="0"/>
              <a:t>.</a:t>
            </a:r>
            <a:r>
              <a:rPr lang="en-US" i="0" baseline="-25000" dirty="0"/>
              <a:t> </a:t>
            </a:r>
            <a:endParaRPr lang="en-US" i="0" dirty="0"/>
          </a:p>
          <a:p>
            <a:pPr marL="171450" indent="-171450">
              <a:lnSpc>
                <a:spcPct val="80000"/>
              </a:lnSpc>
              <a:buFont typeface="Arial" charset="0"/>
              <a:buChar char="•"/>
            </a:pPr>
            <a:r>
              <a:rPr lang="en-US" dirty="0"/>
              <a:t>Since the rent control is so low, owners have less revenue for maintenance.</a:t>
            </a:r>
          </a:p>
          <a:p>
            <a:pPr marL="171450" indent="-171450">
              <a:lnSpc>
                <a:spcPct val="80000"/>
              </a:lnSpc>
              <a:buFont typeface="Arial" charset="0"/>
              <a:buChar char="•"/>
            </a:pPr>
            <a:r>
              <a:rPr lang="en-US" dirty="0"/>
              <a:t>To make a reasonable profit, rent control policies have led to the decay of many apartment buildings.</a:t>
            </a:r>
          </a:p>
          <a:p>
            <a:pPr>
              <a:lnSpc>
                <a:spcPct val="80000"/>
              </a:lnSpc>
              <a:buFontTx/>
              <a:buChar char="•"/>
            </a:pPr>
            <a:endParaRPr lang="en-US" dirty="0"/>
          </a:p>
          <a:p>
            <a:pPr>
              <a:lnSpc>
                <a:spcPct val="80000"/>
              </a:lnSpc>
            </a:pPr>
            <a:r>
              <a:rPr lang="en-US" i="1" dirty="0"/>
              <a:t>The image on the slide is a picture of apartment building in Mumbai, India.</a:t>
            </a:r>
          </a:p>
          <a:p>
            <a:pPr>
              <a:lnSpc>
                <a:spcPct val="80000"/>
              </a:lnSpc>
            </a:pPr>
            <a:endParaRPr lang="en-US" i="1" baseline="-25000" dirty="0"/>
          </a:p>
          <a:p>
            <a:pPr>
              <a:lnSpc>
                <a:spcPct val="80000"/>
              </a:lnSpc>
            </a:pPr>
            <a:r>
              <a:rPr lang="en-US" i="0" baseline="0" dirty="0"/>
              <a:t>[Alex Craig/Getty Images]</a:t>
            </a:r>
          </a:p>
        </p:txBody>
      </p:sp>
    </p:spTree>
    <p:extLst>
      <p:ext uri="{BB962C8B-B14F-4D97-AF65-F5344CB8AC3E}">
        <p14:creationId xmlns:p14="http://schemas.microsoft.com/office/powerpoint/2010/main" val="5090420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60419"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eaLnBrk="1" hangingPunct="1">
              <a:lnSpc>
                <a:spcPct val="80000"/>
              </a:lnSpc>
              <a:spcBef>
                <a:spcPct val="0"/>
              </a:spcBef>
            </a:pPr>
            <a:r>
              <a:rPr lang="en-US" sz="800" b="1" i="1" dirty="0"/>
              <a:t>Lecture notes:</a:t>
            </a:r>
            <a:endParaRPr lang="en-US" sz="800" b="1" dirty="0"/>
          </a:p>
          <a:p>
            <a:pPr>
              <a:lnSpc>
                <a:spcPct val="80000"/>
              </a:lnSpc>
            </a:pPr>
            <a:r>
              <a:rPr lang="en-US" dirty="0"/>
              <a:t>Although the law limits the rent that landlords may charge, landlords can charge “add-on fees,” key fees, and high security deposits.</a:t>
            </a:r>
          </a:p>
          <a:p>
            <a:pPr>
              <a:lnSpc>
                <a:spcPct val="80000"/>
              </a:lnSpc>
            </a:pPr>
            <a:endParaRPr lang="en-US" dirty="0"/>
          </a:p>
          <a:p>
            <a:pPr>
              <a:lnSpc>
                <a:spcPct val="80000"/>
              </a:lnSpc>
            </a:pPr>
            <a:r>
              <a:rPr lang="en-US" dirty="0"/>
              <a:t>If there are rent controls, there is less incentive to invest in building a new unit, which makes the shortage worse in the long run.</a:t>
            </a:r>
          </a:p>
          <a:p>
            <a:pPr>
              <a:lnSpc>
                <a:spcPct val="80000"/>
              </a:lnSpc>
            </a:pPr>
            <a:endParaRPr lang="en-US" dirty="0"/>
          </a:p>
          <a:p>
            <a:pPr>
              <a:lnSpc>
                <a:spcPct val="80000"/>
              </a:lnSpc>
            </a:pPr>
            <a:r>
              <a:rPr lang="en-US" dirty="0"/>
              <a:t>Other consequences can include:</a:t>
            </a:r>
          </a:p>
          <a:p>
            <a:pPr marL="171450" indent="-171450">
              <a:lnSpc>
                <a:spcPct val="80000"/>
              </a:lnSpc>
              <a:buFont typeface="Arial" charset="0"/>
              <a:buChar char="•"/>
            </a:pPr>
            <a:r>
              <a:rPr lang="en-US" dirty="0"/>
              <a:t>It provides an incentive for people to stay in rent-controlled housing longer than they would have otherwise.</a:t>
            </a:r>
          </a:p>
          <a:p>
            <a:pPr marL="171450" indent="-171450">
              <a:lnSpc>
                <a:spcPct val="80000"/>
              </a:lnSpc>
              <a:buFont typeface="Arial" charset="0"/>
              <a:buChar char="•"/>
            </a:pPr>
            <a:r>
              <a:rPr lang="en-US" dirty="0"/>
              <a:t>Rent-controlled apartments are passed from one generation to the next in order to remain in the program, so many people who live in rent-controlled apartments are no longer low income.</a:t>
            </a:r>
          </a:p>
          <a:p>
            <a:pPr marL="171450" indent="-171450">
              <a:lnSpc>
                <a:spcPct val="80000"/>
              </a:lnSpc>
              <a:buFont typeface="Arial" charset="0"/>
              <a:buChar char="•"/>
            </a:pPr>
            <a:r>
              <a:rPr lang="en-US" dirty="0"/>
              <a:t>Owners of rent controlled buildings may convert them to other uses (i.e., turn them into condos).</a:t>
            </a:r>
            <a:endParaRPr lang="en-US" sz="800" dirty="0"/>
          </a:p>
        </p:txBody>
      </p:sp>
    </p:spTree>
    <p:extLst>
      <p:ext uri="{BB962C8B-B14F-4D97-AF65-F5344CB8AC3E}">
        <p14:creationId xmlns:p14="http://schemas.microsoft.com/office/powerpoint/2010/main" val="1326838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1203" name="Notes Placeholder 2"/>
          <p:cNvSpPr>
            <a:spLocks noGrp="1"/>
          </p:cNvSpPr>
          <p:nvPr>
            <p:ph type="body" idx="1"/>
          </p:nvPr>
        </p:nvSpPr>
        <p:spPr bwMode="auto">
          <a:noFill/>
        </p:spPr>
        <p:txBody>
          <a:bodyPr/>
          <a:lstStyle/>
          <a:p>
            <a:r>
              <a:rPr lang="en-US" b="1" i="1" dirty="0"/>
              <a:t>Clicker question:</a:t>
            </a:r>
            <a:r>
              <a:rPr lang="en-US" i="1" dirty="0"/>
              <a:t> </a:t>
            </a:r>
          </a:p>
          <a:p>
            <a:r>
              <a:rPr lang="en-US" dirty="0"/>
              <a:t>Correct answer: B, Landlords may not maintain rental units.</a:t>
            </a:r>
          </a:p>
          <a:p>
            <a:endParaRPr lang="en-US" dirty="0"/>
          </a:p>
          <a:p>
            <a:r>
              <a:rPr lang="en-US" dirty="0"/>
              <a:t>With artificially low prices, the landlords may decide it is not worth the time or effort to keep units clean and fixed.</a:t>
            </a:r>
          </a:p>
        </p:txBody>
      </p:sp>
    </p:spTree>
    <p:extLst>
      <p:ext uri="{BB962C8B-B14F-4D97-AF65-F5344CB8AC3E}">
        <p14:creationId xmlns:p14="http://schemas.microsoft.com/office/powerpoint/2010/main" val="1021910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0963" name="Notes Placeholder 2"/>
          <p:cNvSpPr>
            <a:spLocks noGrp="1"/>
          </p:cNvSpPr>
          <p:nvPr>
            <p:ph type="body" idx="1"/>
          </p:nvPr>
        </p:nvSpPr>
        <p:spPr bwMode="auto">
          <a:noFill/>
        </p:spPr>
        <p:txBody>
          <a:bodyPr/>
          <a:lstStyle/>
          <a:p>
            <a:r>
              <a:rPr lang="en-US" b="1" i="1" dirty="0"/>
              <a:t>Clicker question:</a:t>
            </a:r>
            <a:r>
              <a:rPr lang="en-US" i="1" dirty="0"/>
              <a:t> </a:t>
            </a:r>
          </a:p>
          <a:p>
            <a:r>
              <a:rPr lang="en-US" dirty="0"/>
              <a:t>Correct answer: C, become larger.</a:t>
            </a:r>
          </a:p>
          <a:p>
            <a:endParaRPr lang="en-US" dirty="0"/>
          </a:p>
          <a:p>
            <a:r>
              <a:rPr lang="en-US" i="0" dirty="0"/>
              <a:t>Q</a:t>
            </a:r>
            <a:r>
              <a:rPr lang="en-US" i="0" baseline="-25000" dirty="0"/>
              <a:t>D</a:t>
            </a:r>
            <a:r>
              <a:rPr lang="en-US" i="0" dirty="0"/>
              <a:t> and Q</a:t>
            </a:r>
            <a:r>
              <a:rPr lang="en-US" i="0" baseline="-25000" dirty="0"/>
              <a:t>S</a:t>
            </a:r>
            <a:r>
              <a:rPr lang="en-US" i="0" dirty="0"/>
              <a:t> will be more </a:t>
            </a:r>
            <a:r>
              <a:rPr lang="en-US" dirty="0"/>
              <a:t>responsive to price changes when demand and supply are more elastic. Thus, shortages are made </a:t>
            </a:r>
            <a:r>
              <a:rPr lang="en-US" i="0" dirty="0"/>
              <a:t>worse because Q</a:t>
            </a:r>
            <a:r>
              <a:rPr lang="en-US" i="0" baseline="-25000" dirty="0"/>
              <a:t>D</a:t>
            </a:r>
            <a:r>
              <a:rPr lang="en-US" i="0" dirty="0"/>
              <a:t> rises faster and Q</a:t>
            </a:r>
            <a:r>
              <a:rPr lang="en-US" i="0" baseline="-25000" dirty="0"/>
              <a:t>S</a:t>
            </a:r>
            <a:r>
              <a:rPr lang="en-US" i="0" dirty="0"/>
              <a:t> falls faster.</a:t>
            </a:r>
          </a:p>
        </p:txBody>
      </p:sp>
    </p:spTree>
    <p:extLst>
      <p:ext uri="{BB962C8B-B14F-4D97-AF65-F5344CB8AC3E}">
        <p14:creationId xmlns:p14="http://schemas.microsoft.com/office/powerpoint/2010/main" val="28760329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186F7-5469-6A71-0E0C-AEEB559A53AF}"/>
            </a:ext>
          </a:extLst>
        </p:cNvPr>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AD575696-06CC-CFAD-972F-1EBFB3DEA8F1}"/>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0963" name="Notes Placeholder 2">
            <a:extLst>
              <a:ext uri="{FF2B5EF4-FFF2-40B4-BE49-F238E27FC236}">
                <a16:creationId xmlns:a16="http://schemas.microsoft.com/office/drawing/2014/main" id="{80800435-05AF-528B-BF2B-98223EDB7AD6}"/>
              </a:ext>
            </a:extLst>
          </p:cNvPr>
          <p:cNvSpPr>
            <a:spLocks noGrp="1"/>
          </p:cNvSpPr>
          <p:nvPr>
            <p:ph type="body" idx="1"/>
          </p:nvPr>
        </p:nvSpPr>
        <p:spPr bwMode="auto">
          <a:noFill/>
        </p:spPr>
        <p:txBody>
          <a:bodyPr/>
          <a:lstStyle/>
          <a:p>
            <a:r>
              <a:rPr lang="en-US" b="1" i="1" dirty="0"/>
              <a:t>Clicker question:</a:t>
            </a:r>
            <a:r>
              <a:rPr lang="en-US" i="1" dirty="0"/>
              <a:t> </a:t>
            </a:r>
          </a:p>
          <a:p>
            <a:r>
              <a:rPr lang="en-US" dirty="0"/>
              <a:t>Correct answer: C, become larger.</a:t>
            </a:r>
          </a:p>
          <a:p>
            <a:endParaRPr lang="en-US" dirty="0"/>
          </a:p>
          <a:p>
            <a:r>
              <a:rPr lang="en-US" i="0" dirty="0"/>
              <a:t>Q</a:t>
            </a:r>
            <a:r>
              <a:rPr lang="en-US" i="0" baseline="-25000" dirty="0"/>
              <a:t>D</a:t>
            </a:r>
            <a:r>
              <a:rPr lang="en-US" i="0" dirty="0"/>
              <a:t> and Q</a:t>
            </a:r>
            <a:r>
              <a:rPr lang="en-US" i="0" baseline="-25000" dirty="0"/>
              <a:t>S</a:t>
            </a:r>
            <a:r>
              <a:rPr lang="en-US" i="0" dirty="0"/>
              <a:t> will be more </a:t>
            </a:r>
            <a:r>
              <a:rPr lang="en-US" dirty="0"/>
              <a:t>responsive to price changes when demand and supply are more elastic. Thus, shortages are made </a:t>
            </a:r>
            <a:r>
              <a:rPr lang="en-US" i="0" dirty="0"/>
              <a:t>worse because Q</a:t>
            </a:r>
            <a:r>
              <a:rPr lang="en-US" i="0" baseline="-25000" dirty="0"/>
              <a:t>D</a:t>
            </a:r>
            <a:r>
              <a:rPr lang="en-US" i="0" dirty="0"/>
              <a:t> rises faster and Q</a:t>
            </a:r>
            <a:r>
              <a:rPr lang="en-US" i="0" baseline="-25000" dirty="0"/>
              <a:t>S</a:t>
            </a:r>
            <a:r>
              <a:rPr lang="en-US" i="0" dirty="0"/>
              <a:t> falls faster.</a:t>
            </a:r>
          </a:p>
        </p:txBody>
      </p:sp>
    </p:spTree>
    <p:extLst>
      <p:ext uri="{BB962C8B-B14F-4D97-AF65-F5344CB8AC3E}">
        <p14:creationId xmlns:p14="http://schemas.microsoft.com/office/powerpoint/2010/main" val="19135826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71683"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eaLnBrk="1" hangingPunct="1">
              <a:spcBef>
                <a:spcPct val="0"/>
              </a:spcBef>
            </a:pPr>
            <a:r>
              <a:rPr lang="en-US" b="1" i="1" dirty="0"/>
              <a:t>Lecture notes:</a:t>
            </a:r>
            <a:endParaRPr lang="en-US" dirty="0"/>
          </a:p>
          <a:p>
            <a:r>
              <a:rPr lang="en-US" dirty="0"/>
              <a:t>Make sure students don’t confuse “price gouging” with paying prices that consumers think are “too high.” </a:t>
            </a:r>
          </a:p>
          <a:p>
            <a:pPr marL="171450" indent="-171450">
              <a:buFont typeface="Arial" charset="0"/>
              <a:buChar char="•"/>
            </a:pPr>
            <a:r>
              <a:rPr lang="en-US" dirty="0"/>
              <a:t>$10 for a soda at a movie? We often </a:t>
            </a:r>
            <a:r>
              <a:rPr lang="en-US" b="1" dirty="0"/>
              <a:t>willingly</a:t>
            </a:r>
            <a:r>
              <a:rPr lang="en-US" dirty="0"/>
              <a:t> purchase goods, even if we think they are too expensive.</a:t>
            </a:r>
          </a:p>
          <a:p>
            <a:pPr>
              <a:buFontTx/>
              <a:buChar char="•"/>
            </a:pPr>
            <a:endParaRPr lang="en-US" dirty="0"/>
          </a:p>
          <a:p>
            <a:r>
              <a:rPr lang="en-US" dirty="0"/>
              <a:t>To complete the scenario outlined on the slide:</a:t>
            </a:r>
          </a:p>
          <a:p>
            <a:pPr marL="171450" indent="-171450">
              <a:buFont typeface="Arial" charset="0"/>
              <a:buChar char="•"/>
            </a:pPr>
            <a:r>
              <a:rPr lang="en-US" dirty="0"/>
              <a:t>Because of the hurricane, the demand for generators increases.</a:t>
            </a:r>
          </a:p>
          <a:p>
            <a:pPr marL="171450" indent="-171450">
              <a:buFont typeface="Arial" charset="0"/>
              <a:buChar char="•"/>
            </a:pPr>
            <a:r>
              <a:rPr lang="en-US" dirty="0"/>
              <a:t>At the initial price, there would be an excess demand for generators.</a:t>
            </a:r>
          </a:p>
          <a:p>
            <a:pPr marL="171450" indent="-171450">
              <a:buFont typeface="Arial" charset="0"/>
              <a:buChar char="•"/>
            </a:pPr>
            <a:r>
              <a:rPr lang="en-US" dirty="0"/>
              <a:t>Remember that prices act to ration scarce resources.</a:t>
            </a:r>
          </a:p>
          <a:p>
            <a:pPr marL="171450" indent="-171450">
              <a:buFont typeface="Arial" charset="0"/>
              <a:buChar char="•"/>
            </a:pPr>
            <a:r>
              <a:rPr lang="en-US" dirty="0"/>
              <a:t>So, with excess demand, the price of a generator increases.</a:t>
            </a:r>
          </a:p>
          <a:p>
            <a:pPr marL="171450" indent="-171450">
              <a:buFont typeface="Arial" charset="0"/>
              <a:buChar char="•"/>
            </a:pPr>
            <a:r>
              <a:rPr lang="en-US" dirty="0"/>
              <a:t>This ensures that the available units are distributed to those who value them the most. </a:t>
            </a:r>
          </a:p>
          <a:p>
            <a:pPr marL="171450" indent="-171450">
              <a:buFont typeface="Arial" charset="0"/>
              <a:buChar char="•"/>
            </a:pPr>
            <a:r>
              <a:rPr lang="en-US" dirty="0"/>
              <a:t>The higher price also provides suppliers with an incentive to provide more generators.</a:t>
            </a:r>
          </a:p>
          <a:p>
            <a:pPr marL="171450" indent="-171450">
              <a:buFont typeface="Arial" charset="0"/>
              <a:buChar char="•"/>
            </a:pPr>
            <a:r>
              <a:rPr lang="en-US" dirty="0"/>
              <a:t>This is how markets are supposed to work.</a:t>
            </a:r>
          </a:p>
          <a:p>
            <a:pPr marL="0" indent="0">
              <a:buFont typeface="Arial" charset="0"/>
              <a:buNone/>
            </a:pPr>
            <a:endParaRPr lang="en-US" dirty="0"/>
          </a:p>
          <a:p>
            <a:pPr marL="0" indent="0">
              <a:buFont typeface="Arial" charset="0"/>
              <a:buNone/>
            </a:pPr>
            <a:r>
              <a:rPr lang="en-US" dirty="0"/>
              <a:t>[</a:t>
            </a:r>
            <a:r>
              <a:rPr lang="en-US" dirty="0" err="1"/>
              <a:t>Maridav</a:t>
            </a:r>
            <a:r>
              <a:rPr lang="en-US" dirty="0"/>
              <a:t>/</a:t>
            </a:r>
            <a:r>
              <a:rPr lang="en-US" dirty="0" err="1"/>
              <a:t>Alamy</a:t>
            </a:r>
            <a:r>
              <a:rPr lang="en-US" dirty="0"/>
              <a:t> Stock Photo]</a:t>
            </a:r>
          </a:p>
        </p:txBody>
      </p:sp>
    </p:spTree>
    <p:extLst>
      <p:ext uri="{BB962C8B-B14F-4D97-AF65-F5344CB8AC3E}">
        <p14:creationId xmlns:p14="http://schemas.microsoft.com/office/powerpoint/2010/main" val="1542390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78851" name="Notes Placeholder 2"/>
          <p:cNvSpPr>
            <a:spLocks noGrp="1"/>
          </p:cNvSpPr>
          <p:nvPr>
            <p:ph type="body" idx="1"/>
          </p:nvPr>
        </p:nvSpPr>
        <p:spPr bwMode="auto">
          <a:extLst>
            <a:ext uri="{909E8E84-426E-40dd-AFC4-6F175D3DCCD1}">
              <a14:hiddenFill xmlns:mc="http://schemas.openxmlformats.org/markup-compatibility/2006" xmlns:mv="urn:schemas-microsoft-com:mac:vml" xmlns:a14="http://schemas.microsoft.com/office/drawing/2010/main" xmlns="">
                <a:solidFill>
                  <a:srgbClr val="FFFFFF"/>
                </a:solidFill>
              </a14:hiddenFill>
            </a:ext>
            <a:ext uri="{91240B29-F687-4f45-9708-019B960494DF}">
              <a14:hiddenLine xmlns:mc="http://schemas.openxmlformats.org/markup-compatibility/2006" xmlns:mv="urn:schemas-microsoft-com:mac:vml" xmlns:a14="http://schemas.microsoft.com/office/drawing/2010/main" xmlns="" w="9525">
                <a:solidFill>
                  <a:srgbClr val="000000"/>
                </a:solidFill>
                <a:miter lim="800000"/>
                <a:headEnd/>
                <a:tailEnd/>
              </a14:hiddenLine>
            </a:ext>
          </a:extLst>
        </p:spPr>
        <p:txBody>
          <a:bodyPr/>
          <a:lstStyle/>
          <a:p>
            <a:pPr eaLnBrk="1" hangingPunct="1">
              <a:spcBef>
                <a:spcPct val="0"/>
              </a:spcBef>
            </a:pPr>
            <a:r>
              <a:rPr lang="en-US" b="1" i="1" dirty="0"/>
              <a:t>Lecture notes:</a:t>
            </a:r>
          </a:p>
          <a:p>
            <a:pPr eaLnBrk="1" hangingPunct="1">
              <a:spcBef>
                <a:spcPct val="0"/>
              </a:spcBef>
            </a:pPr>
            <a:r>
              <a:rPr lang="en-US" dirty="0"/>
              <a:t>One of the main roles of prices is that they signal the relative scarcity of different goods. </a:t>
            </a:r>
          </a:p>
          <a:p>
            <a:pPr eaLnBrk="1" hangingPunct="1">
              <a:spcBef>
                <a:spcPct val="0"/>
              </a:spcBef>
            </a:pPr>
            <a:endParaRPr lang="en-US" dirty="0"/>
          </a:p>
          <a:p>
            <a:pPr eaLnBrk="1" hangingPunct="1">
              <a:spcBef>
                <a:spcPct val="0"/>
              </a:spcBef>
            </a:pPr>
            <a:r>
              <a:rPr lang="en-US" dirty="0"/>
              <a:t>They also provide consumers and producers information on how to act.</a:t>
            </a:r>
          </a:p>
          <a:p>
            <a:pPr eaLnBrk="1" hangingPunct="1">
              <a:spcBef>
                <a:spcPct val="0"/>
              </a:spcBef>
            </a:pPr>
            <a:endParaRPr lang="en-US" dirty="0"/>
          </a:p>
          <a:p>
            <a:pPr eaLnBrk="1" hangingPunct="1">
              <a:spcBef>
                <a:spcPct val="0"/>
              </a:spcBef>
            </a:pPr>
            <a:r>
              <a:rPr lang="en-US" dirty="0"/>
              <a:t>Price controls lead consumers and producers to act in ways that they would not have done without the control.</a:t>
            </a:r>
          </a:p>
          <a:p>
            <a:pPr eaLnBrk="1" hangingPunct="1">
              <a:spcBef>
                <a:spcPct val="0"/>
              </a:spcBef>
            </a:pPr>
            <a:endParaRPr lang="en-US" dirty="0"/>
          </a:p>
          <a:p>
            <a:pPr eaLnBrk="1" hangingPunct="1">
              <a:spcBef>
                <a:spcPct val="0"/>
              </a:spcBef>
            </a:pPr>
            <a:r>
              <a:rPr lang="en-US" dirty="0"/>
              <a:t>Make sure to review some unintended consequences.</a:t>
            </a:r>
          </a:p>
          <a:p>
            <a:pPr eaLnBrk="1" hangingPunct="1">
              <a:spcBef>
                <a:spcPct val="0"/>
              </a:spcBef>
            </a:pPr>
            <a:endParaRPr lang="en-US" dirty="0"/>
          </a:p>
          <a:p>
            <a:pPr eaLnBrk="1" hangingPunct="1">
              <a:spcBef>
                <a:spcPct val="0"/>
              </a:spcBef>
            </a:pPr>
            <a:r>
              <a:rPr lang="en-US" dirty="0"/>
              <a:t>You can summarize the lecture on this chapter by reiterating the following points: </a:t>
            </a:r>
          </a:p>
          <a:p>
            <a:pPr marL="171450" indent="-171450">
              <a:buFont typeface="Arial" charset="0"/>
              <a:buChar char="•"/>
            </a:pPr>
            <a:r>
              <a:rPr lang="en-US" dirty="0"/>
              <a:t>A price ceiling is a legally imposed maximum price.</a:t>
            </a:r>
          </a:p>
          <a:p>
            <a:pPr marL="628650" lvl="1" indent="-171450">
              <a:buFont typeface="Arial" charset="0"/>
              <a:buChar char="•"/>
            </a:pPr>
            <a:r>
              <a:rPr lang="en-US" dirty="0"/>
              <a:t>The direct consequence is a shortage.</a:t>
            </a:r>
          </a:p>
          <a:p>
            <a:pPr marL="628650" lvl="1" indent="-171450">
              <a:buFont typeface="Arial" charset="0"/>
              <a:buChar char="•"/>
            </a:pPr>
            <a:r>
              <a:rPr lang="en-US" dirty="0"/>
              <a:t>But there are also unintended consequences.</a:t>
            </a:r>
          </a:p>
          <a:p>
            <a:pPr marL="171450" indent="-171450">
              <a:buFont typeface="Arial" charset="0"/>
              <a:buChar char="•"/>
            </a:pPr>
            <a:r>
              <a:rPr lang="en-US" dirty="0"/>
              <a:t>A price floor is</a:t>
            </a:r>
            <a:r>
              <a:rPr lang="en-US" b="1" dirty="0"/>
              <a:t> </a:t>
            </a:r>
            <a:r>
              <a:rPr lang="en-US" dirty="0"/>
              <a:t>a legally imposed minimum price.</a:t>
            </a:r>
          </a:p>
          <a:p>
            <a:pPr marL="628650" lvl="1" indent="-171450">
              <a:buFont typeface="Arial" charset="0"/>
              <a:buChar char="•"/>
            </a:pPr>
            <a:r>
              <a:rPr lang="en-US" dirty="0"/>
              <a:t>The direct consequence is a surplus.</a:t>
            </a:r>
          </a:p>
          <a:p>
            <a:pPr marL="628650" lvl="1" indent="-171450">
              <a:buFont typeface="Arial" charset="0"/>
              <a:buChar char="•"/>
            </a:pPr>
            <a:r>
              <a:rPr lang="en-US" dirty="0"/>
              <a:t>As with ceilings, there are also unintended consequences.</a:t>
            </a:r>
          </a:p>
          <a:p>
            <a:pPr marL="628650" lvl="1" indent="-171450">
              <a:buFontTx/>
              <a:buChar char="•"/>
            </a:pPr>
            <a:endParaRPr lang="en-US" dirty="0"/>
          </a:p>
          <a:p>
            <a:r>
              <a:rPr lang="en-US" dirty="0"/>
              <a:t>Lastly, as a final thought, you can discuss this F. A. Hayek quote: “The curious task of economics is to demonstrate to men how little they really know about what they imagine they can design.”</a:t>
            </a:r>
          </a:p>
        </p:txBody>
      </p:sp>
    </p:spTree>
    <p:extLst>
      <p:ext uri="{BB962C8B-B14F-4D97-AF65-F5344CB8AC3E}">
        <p14:creationId xmlns:p14="http://schemas.microsoft.com/office/powerpoint/2010/main" val="39582991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0" y="1307617"/>
            <a:ext cx="5257800" cy="1376590"/>
          </a:xfrm>
        </p:spPr>
        <p:txBody>
          <a:bodyPr anchor="b">
            <a:normAutofit/>
          </a:bodyPr>
          <a:lstStyle>
            <a:lvl1pPr algn="l">
              <a:defRPr sz="3200" b="1" i="0" baseline="0">
                <a:ln>
                  <a:noFill/>
                </a:ln>
                <a:solidFill>
                  <a:srgbClr val="2E445C"/>
                </a:solidFill>
                <a:latin typeface="+mn-lt"/>
                <a:ea typeface="Source Sans Pro Semibold" charset="0"/>
                <a:cs typeface="Source Sans Pro Semibold" charset="0"/>
              </a:defRPr>
            </a:lvl1pPr>
          </a:lstStyle>
          <a:p>
            <a:r>
              <a:rPr lang="en-US" dirty="0"/>
              <a:t>Enter Book Title</a:t>
            </a:r>
          </a:p>
        </p:txBody>
      </p:sp>
      <p:sp>
        <p:nvSpPr>
          <p:cNvPr id="3" name="Subtitle 2"/>
          <p:cNvSpPr>
            <a:spLocks noGrp="1"/>
          </p:cNvSpPr>
          <p:nvPr>
            <p:ph type="subTitle" idx="1" hasCustomPrompt="1"/>
          </p:nvPr>
        </p:nvSpPr>
        <p:spPr>
          <a:xfrm>
            <a:off x="6096000" y="3208081"/>
            <a:ext cx="5257800" cy="969962"/>
          </a:xfrm>
        </p:spPr>
        <p:txBody>
          <a:bodyPr>
            <a:normAutofit/>
          </a:bodyPr>
          <a:lstStyle>
            <a:lvl1pPr marL="0" indent="0" algn="l">
              <a:buNone/>
              <a:defRPr sz="3200" b="1" i="0">
                <a:solidFill>
                  <a:srgbClr val="007B80"/>
                </a:solidFill>
                <a:latin typeface="Calibri" charset="0"/>
                <a:ea typeface="Calibri" charset="0"/>
                <a:cs typeface="Calibri"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add Author Names</a:t>
            </a:r>
          </a:p>
        </p:txBody>
      </p:sp>
      <p:sp>
        <p:nvSpPr>
          <p:cNvPr id="14" name="Picture Placeholder 3"/>
          <p:cNvSpPr>
            <a:spLocks noGrp="1"/>
          </p:cNvSpPr>
          <p:nvPr>
            <p:ph type="pic" sz="quarter" idx="13" hasCustomPrompt="1"/>
          </p:nvPr>
        </p:nvSpPr>
        <p:spPr>
          <a:xfrm>
            <a:off x="0" y="0"/>
            <a:ext cx="5638800" cy="6858000"/>
          </a:xfrm>
        </p:spPr>
        <p:txBody>
          <a:bodyPr/>
          <a:lstStyle>
            <a:lvl1pPr>
              <a:defRPr/>
            </a:lvl1pPr>
          </a:lstStyle>
          <a:p>
            <a:r>
              <a:rPr lang="en-US"/>
              <a:t>Click the icon to add Book Art</a:t>
            </a:r>
          </a:p>
        </p:txBody>
      </p:sp>
      <p:cxnSp>
        <p:nvCxnSpPr>
          <p:cNvPr id="8" name="Straight Connector 7"/>
          <p:cNvCxnSpPr/>
          <p:nvPr userDrawn="1"/>
        </p:nvCxnSpPr>
        <p:spPr>
          <a:xfrm>
            <a:off x="6096000" y="2933092"/>
            <a:ext cx="5257800" cy="0"/>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8EF29A43-1E79-1F42-8C2E-A3D891699B56}"/>
              </a:ext>
            </a:extLst>
          </p:cNvPr>
          <p:cNvSpPr>
            <a:spLocks noGrp="1"/>
          </p:cNvSpPr>
          <p:nvPr>
            <p:ph type="dt" sz="half" idx="14"/>
          </p:nvPr>
        </p:nvSpPr>
        <p:spPr/>
        <p:txBody>
          <a:bodyPr/>
          <a:lstStyle>
            <a:lvl1pPr>
              <a:defRPr sz="1125">
                <a:solidFill>
                  <a:schemeClr val="tx1"/>
                </a:solidFill>
              </a:defRPr>
            </a:lvl1pPr>
          </a:lstStyle>
          <a:p>
            <a:fld id="{2EDA089A-53A7-3F43-88BD-596888B644C3}" type="datetimeFigureOut">
              <a:rPr lang="en-US" smtClean="0"/>
              <a:pPr/>
              <a:t>4/28/2026</a:t>
            </a:fld>
            <a:endParaRPr lang="en-US" dirty="0"/>
          </a:p>
        </p:txBody>
      </p:sp>
      <p:sp>
        <p:nvSpPr>
          <p:cNvPr id="5" name="Footer Placeholder 4">
            <a:extLst>
              <a:ext uri="{FF2B5EF4-FFF2-40B4-BE49-F238E27FC236}">
                <a16:creationId xmlns:a16="http://schemas.microsoft.com/office/drawing/2014/main" id="{343A52BE-BCFB-3346-858E-ADE541502D66}"/>
              </a:ext>
            </a:extLst>
          </p:cNvPr>
          <p:cNvSpPr>
            <a:spLocks noGrp="1"/>
          </p:cNvSpPr>
          <p:nvPr>
            <p:ph type="ftr" sz="quarter" idx="15"/>
          </p:nvPr>
        </p:nvSpPr>
        <p:spPr/>
        <p:txBody>
          <a:bodyPr/>
          <a:lstStyle>
            <a:lvl1pPr>
              <a:defRPr sz="1125">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5419AC99-D9B8-5B46-9E8F-D988CA82BB2F}"/>
              </a:ext>
            </a:extLst>
          </p:cNvPr>
          <p:cNvSpPr>
            <a:spLocks noGrp="1"/>
          </p:cNvSpPr>
          <p:nvPr>
            <p:ph type="sldNum" sz="quarter" idx="16"/>
          </p:nvPr>
        </p:nvSpPr>
        <p:spPr/>
        <p:txBody>
          <a:bodyPr/>
          <a:lstStyle>
            <a:lvl1pPr>
              <a:defRPr sz="1125">
                <a:solidFill>
                  <a:schemeClr val="tx1"/>
                </a:solidFill>
              </a:defRPr>
            </a:lvl1pPr>
          </a:lstStyle>
          <a:p>
            <a:fld id="{8B4A9805-B67D-5D4A-85DC-C8E27BA9210B}" type="slidenum">
              <a:rPr lang="en-US" smtClean="0"/>
              <a:pPr/>
              <a:t>‹#›</a:t>
            </a:fld>
            <a:endParaRPr lang="en-US" dirty="0"/>
          </a:p>
        </p:txBody>
      </p:sp>
      <p:pic>
        <p:nvPicPr>
          <p:cNvPr id="9" name="Picture 8" descr="A tree with a mountain in the background&#10;&#10;Description generated with high confidence">
            <a:extLst>
              <a:ext uri="{FF2B5EF4-FFF2-40B4-BE49-F238E27FC236}">
                <a16:creationId xmlns:a16="http://schemas.microsoft.com/office/drawing/2014/main" id="{EE68990E-76A4-CE41-B554-5AC9C4F94F75}"/>
              </a:ext>
            </a:extLst>
          </p:cNvPr>
          <p:cNvPicPr>
            <a:picLocks noChangeAspect="1"/>
          </p:cNvPicPr>
          <p:nvPr userDrawn="1"/>
        </p:nvPicPr>
        <p:blipFill>
          <a:blip r:embed="rId2"/>
          <a:stretch>
            <a:fillRect/>
          </a:stretch>
        </p:blipFill>
        <p:spPr>
          <a:xfrm>
            <a:off x="11049641" y="244935"/>
            <a:ext cx="914300" cy="292110"/>
          </a:xfrm>
          <a:prstGeom prst="rect">
            <a:avLst/>
          </a:prstGeom>
        </p:spPr>
      </p:pic>
    </p:spTree>
    <p:extLst>
      <p:ext uri="{BB962C8B-B14F-4D97-AF65-F5344CB8AC3E}">
        <p14:creationId xmlns:p14="http://schemas.microsoft.com/office/powerpoint/2010/main" val="3530624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000">
                <a:solidFill>
                  <a:srgbClr val="007B80"/>
                </a:solidFill>
              </a:defRPr>
            </a:lvl1pPr>
          </a:lstStyle>
          <a:p>
            <a:r>
              <a:rPr lang="en-US" dirty="0"/>
              <a:t>Click to Add Title</a:t>
            </a:r>
          </a:p>
        </p:txBody>
      </p:sp>
      <p:sp>
        <p:nvSpPr>
          <p:cNvPr id="3" name="Content Placeholder 2"/>
          <p:cNvSpPr>
            <a:spLocks noGrp="1"/>
          </p:cNvSpPr>
          <p:nvPr>
            <p:ph idx="1"/>
          </p:nvPr>
        </p:nvSpPr>
        <p:spPr>
          <a:xfrm>
            <a:off x="838200" y="1456793"/>
            <a:ext cx="10515600" cy="4755473"/>
          </a:xfrm>
        </p:spPr>
        <p:txBody>
          <a:bodyPr>
            <a:normAutofit/>
          </a:bodyPr>
          <a:lstStyle>
            <a:lvl1pPr marL="0" indent="0">
              <a:lnSpc>
                <a:spcPct val="100000"/>
              </a:lnSpc>
              <a:buNone/>
              <a:defRPr sz="2800" b="0" i="0">
                <a:latin typeface="+mj-lt"/>
                <a:ea typeface="Cambria" charset="0"/>
                <a:cs typeface="Cambria" charset="0"/>
              </a:defRPr>
            </a:lvl1pPr>
            <a:lvl2pPr marL="428625" indent="-170260">
              <a:lnSpc>
                <a:spcPct val="100000"/>
              </a:lnSpc>
              <a:tabLst/>
              <a:defRPr sz="2800" b="0" i="0">
                <a:latin typeface="+mj-lt"/>
                <a:ea typeface="Calibri" charset="0"/>
                <a:cs typeface="Calibri" charset="0"/>
              </a:defRPr>
            </a:lvl2pPr>
            <a:lvl3pPr marL="772716" indent="-169069">
              <a:lnSpc>
                <a:spcPct val="100000"/>
              </a:lnSpc>
              <a:tabLst/>
              <a:defRPr sz="2800" b="0">
                <a:latin typeface="+mj-lt"/>
              </a:defRPr>
            </a:lvl3pPr>
            <a:lvl4pPr marL="1117997" indent="-175022">
              <a:lnSpc>
                <a:spcPct val="100000"/>
              </a:lnSpc>
              <a:tabLst/>
              <a:defRPr sz="2800" b="0">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5" name="Straight Connector 4"/>
          <p:cNvCxnSpPr/>
          <p:nvPr userDrawn="1"/>
        </p:nvCxnSpPr>
        <p:spPr>
          <a:xfrm flipV="1">
            <a:off x="914402" y="1257300"/>
            <a:ext cx="10387519" cy="25150"/>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
        <p:nvSpPr>
          <p:cNvPr id="6" name="Date Placeholder 2"/>
          <p:cNvSpPr>
            <a:spLocks noGrp="1"/>
          </p:cNvSpPr>
          <p:nvPr>
            <p:ph type="dt" sz="half" idx="10"/>
          </p:nvPr>
        </p:nvSpPr>
        <p:spPr>
          <a:xfrm>
            <a:off x="838200" y="6356352"/>
            <a:ext cx="2743200" cy="365125"/>
          </a:xfrm>
        </p:spPr>
        <p:txBody>
          <a:bodyPr/>
          <a:lstStyle>
            <a:lvl1pPr>
              <a:defRPr sz="1125">
                <a:solidFill>
                  <a:schemeClr val="tx1"/>
                </a:solidFill>
                <a:latin typeface="Calibri" panose="020F0502020204030204" pitchFamily="34" charset="0"/>
                <a:cs typeface="Calibri" panose="020F0502020204030204" pitchFamily="34" charset="0"/>
              </a:defRPr>
            </a:lvl1pPr>
          </a:lstStyle>
          <a:p>
            <a:fld id="{2EDA089A-53A7-3F43-88BD-596888B644C3}" type="datetimeFigureOut">
              <a:rPr lang="en-US" smtClean="0"/>
              <a:pPr/>
              <a:t>4/28/2026</a:t>
            </a:fld>
            <a:endParaRPr lang="en-US" dirty="0"/>
          </a:p>
        </p:txBody>
      </p:sp>
      <p:sp>
        <p:nvSpPr>
          <p:cNvPr id="7" name="Footer Placeholder 3"/>
          <p:cNvSpPr>
            <a:spLocks noGrp="1"/>
          </p:cNvSpPr>
          <p:nvPr>
            <p:ph type="ftr" sz="quarter" idx="11"/>
          </p:nvPr>
        </p:nvSpPr>
        <p:spPr>
          <a:xfrm>
            <a:off x="4038600" y="6356352"/>
            <a:ext cx="4114800" cy="365125"/>
          </a:xfrm>
        </p:spPr>
        <p:txBody>
          <a:bodyPr/>
          <a:lstStyle>
            <a:lvl1pPr>
              <a:defRPr sz="1125">
                <a:solidFill>
                  <a:schemeClr val="tx1"/>
                </a:solidFill>
                <a:latin typeface="Calibri" panose="020F0502020204030204" pitchFamily="34" charset="0"/>
                <a:cs typeface="Calibri" panose="020F0502020204030204" pitchFamily="34" charset="0"/>
              </a:defRPr>
            </a:lvl1pPr>
          </a:lstStyle>
          <a:p>
            <a:endParaRPr lang="en-US" dirty="0"/>
          </a:p>
        </p:txBody>
      </p:sp>
      <p:sp>
        <p:nvSpPr>
          <p:cNvPr id="8" name="Slide Number Placeholder 4"/>
          <p:cNvSpPr>
            <a:spLocks noGrp="1"/>
          </p:cNvSpPr>
          <p:nvPr>
            <p:ph type="sldNum" sz="quarter" idx="12"/>
          </p:nvPr>
        </p:nvSpPr>
        <p:spPr>
          <a:xfrm>
            <a:off x="8610600" y="6356352"/>
            <a:ext cx="2743200" cy="365125"/>
          </a:xfrm>
        </p:spPr>
        <p:txBody>
          <a:bodyPr/>
          <a:lstStyle>
            <a:lvl1pPr>
              <a:defRPr sz="1125">
                <a:solidFill>
                  <a:schemeClr val="tx1"/>
                </a:solidFill>
              </a:defRPr>
            </a:lvl1pPr>
          </a:lstStyle>
          <a:p>
            <a:fld id="{8B4A9805-B67D-5D4A-85DC-C8E27BA9210B}" type="slidenum">
              <a:rPr lang="en-US" smtClean="0"/>
              <a:pPr/>
              <a:t>‹#›</a:t>
            </a:fld>
            <a:endParaRPr lang="en-US" dirty="0"/>
          </a:p>
        </p:txBody>
      </p:sp>
    </p:spTree>
    <p:extLst>
      <p:ext uri="{BB962C8B-B14F-4D97-AF65-F5344CB8AC3E}">
        <p14:creationId xmlns:p14="http://schemas.microsoft.com/office/powerpoint/2010/main" val="2687310521"/>
      </p:ext>
    </p:extLst>
  </p:cSld>
  <p:clrMapOvr>
    <a:masterClrMapping/>
  </p:clrMapOvr>
  <p:extLst>
    <p:ext uri="{DCECCB84-F9BA-43D5-87BE-67443E8EF086}">
      <p15:sldGuideLst xmlns:p15="http://schemas.microsoft.com/office/powerpoint/2012/main">
        <p15:guide id="1" orient="horz" pos="792" userDrawn="1">
          <p15:clr>
            <a:srgbClr val="FBAE40"/>
          </p15:clr>
        </p15:guide>
        <p15:guide id="2" pos="5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1" y="1690076"/>
            <a:ext cx="10515600" cy="2056017"/>
          </a:xfrm>
        </p:spPr>
        <p:txBody>
          <a:bodyPr anchor="b">
            <a:normAutofit/>
          </a:bodyPr>
          <a:lstStyle>
            <a:lvl1pPr>
              <a:defRPr sz="3300">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1" y="4291297"/>
            <a:ext cx="10515600" cy="1500187"/>
          </a:xfrm>
        </p:spPr>
        <p:txBody>
          <a:bodyPr/>
          <a:lstStyle>
            <a:lvl1pPr marL="0" indent="0">
              <a:buNone/>
              <a:defRPr sz="1800">
                <a:solidFill>
                  <a:srgbClr val="58697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C3C475-8FF0-0E45-A44E-A4DD8F99FDBB}"/>
              </a:ext>
            </a:extLst>
          </p:cNvPr>
          <p:cNvSpPr>
            <a:spLocks noGrp="1"/>
          </p:cNvSpPr>
          <p:nvPr>
            <p:ph type="dt" sz="half" idx="10"/>
          </p:nvPr>
        </p:nvSpPr>
        <p:spPr/>
        <p:txBody>
          <a:bodyPr/>
          <a:lstStyle>
            <a:lvl1pPr>
              <a:defRPr sz="1125">
                <a:solidFill>
                  <a:schemeClr val="tx1"/>
                </a:solidFill>
              </a:defRPr>
            </a:lvl1pPr>
          </a:lstStyle>
          <a:p>
            <a:fld id="{2EDA089A-53A7-3F43-88BD-596888B644C3}" type="datetimeFigureOut">
              <a:rPr lang="en-US" smtClean="0"/>
              <a:pPr/>
              <a:t>4/28/2026</a:t>
            </a:fld>
            <a:endParaRPr lang="en-US" dirty="0"/>
          </a:p>
        </p:txBody>
      </p:sp>
      <p:sp>
        <p:nvSpPr>
          <p:cNvPr id="5" name="Footer Placeholder 4">
            <a:extLst>
              <a:ext uri="{FF2B5EF4-FFF2-40B4-BE49-F238E27FC236}">
                <a16:creationId xmlns:a16="http://schemas.microsoft.com/office/drawing/2014/main" id="{7553830C-0ADA-884F-8B1D-372A1FAEC38F}"/>
              </a:ext>
            </a:extLst>
          </p:cNvPr>
          <p:cNvSpPr>
            <a:spLocks noGrp="1"/>
          </p:cNvSpPr>
          <p:nvPr>
            <p:ph type="ftr" sz="quarter" idx="11"/>
          </p:nvPr>
        </p:nvSpPr>
        <p:spPr/>
        <p:txBody>
          <a:bodyPr/>
          <a:lstStyle>
            <a:lvl1pPr>
              <a:defRPr sz="1125">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91C77EB8-0174-6D4F-A8E6-D9C934F6C74D}"/>
              </a:ext>
            </a:extLst>
          </p:cNvPr>
          <p:cNvSpPr>
            <a:spLocks noGrp="1"/>
          </p:cNvSpPr>
          <p:nvPr>
            <p:ph type="sldNum" sz="quarter" idx="12"/>
          </p:nvPr>
        </p:nvSpPr>
        <p:spPr/>
        <p:txBody>
          <a:bodyPr/>
          <a:lstStyle>
            <a:lvl1pPr>
              <a:defRPr sz="1125">
                <a:solidFill>
                  <a:schemeClr val="tx1"/>
                </a:solidFill>
              </a:defRPr>
            </a:lvl1pPr>
          </a:lstStyle>
          <a:p>
            <a:fld id="{8B4A9805-B67D-5D4A-85DC-C8E27BA9210B}" type="slidenum">
              <a:rPr lang="en-US" smtClean="0"/>
              <a:pPr/>
              <a:t>‹#›</a:t>
            </a:fld>
            <a:endParaRPr lang="en-US" dirty="0"/>
          </a:p>
        </p:txBody>
      </p:sp>
    </p:spTree>
    <p:extLst>
      <p:ext uri="{BB962C8B-B14F-4D97-AF65-F5344CB8AC3E}">
        <p14:creationId xmlns:p14="http://schemas.microsoft.com/office/powerpoint/2010/main" val="358875962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8" name="Rectangle 7"/>
          <p:cNvSpPr/>
          <p:nvPr userDrawn="1"/>
        </p:nvSpPr>
        <p:spPr>
          <a:xfrm>
            <a:off x="0" y="0"/>
            <a:ext cx="12192000" cy="6858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defRPr sz="2400">
                <a:solidFill>
                  <a:srgbClr val="007B80"/>
                </a:solidFill>
              </a:defRPr>
            </a:lvl1pPr>
          </a:lstStyle>
          <a:p>
            <a:r>
              <a:rPr lang="en-US" dirty="0"/>
              <a:t>Click to edit Master title style</a:t>
            </a:r>
          </a:p>
        </p:txBody>
      </p:sp>
      <p:sp>
        <p:nvSpPr>
          <p:cNvPr id="3" name="Content Placeholder 2"/>
          <p:cNvSpPr>
            <a:spLocks noGrp="1"/>
          </p:cNvSpPr>
          <p:nvPr>
            <p:ph sz="half" idx="1"/>
          </p:nvPr>
        </p:nvSpPr>
        <p:spPr>
          <a:xfrm>
            <a:off x="838200" y="1460946"/>
            <a:ext cx="5181600" cy="4758881"/>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172200" y="1460946"/>
            <a:ext cx="5181600" cy="4758881"/>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9" name="Straight Connector 8"/>
          <p:cNvCxnSpPr/>
          <p:nvPr userDrawn="1"/>
        </p:nvCxnSpPr>
        <p:spPr>
          <a:xfrm flipV="1">
            <a:off x="914402" y="1257300"/>
            <a:ext cx="10387519" cy="25150"/>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
        <p:nvSpPr>
          <p:cNvPr id="7" name="Date Placeholder 2"/>
          <p:cNvSpPr>
            <a:spLocks noGrp="1"/>
          </p:cNvSpPr>
          <p:nvPr>
            <p:ph type="dt" sz="half" idx="10"/>
          </p:nvPr>
        </p:nvSpPr>
        <p:spPr>
          <a:xfrm>
            <a:off x="838200" y="6356352"/>
            <a:ext cx="2743200" cy="365125"/>
          </a:xfrm>
        </p:spPr>
        <p:txBody>
          <a:bodyPr/>
          <a:lstStyle>
            <a:lvl1pPr>
              <a:defRPr sz="1125">
                <a:solidFill>
                  <a:schemeClr val="tx1"/>
                </a:solidFill>
              </a:defRPr>
            </a:lvl1pPr>
          </a:lstStyle>
          <a:p>
            <a:fld id="{2EDA089A-53A7-3F43-88BD-596888B644C3}" type="datetimeFigureOut">
              <a:rPr lang="en-US" smtClean="0"/>
              <a:pPr/>
              <a:t>4/28/2026</a:t>
            </a:fld>
            <a:endParaRPr lang="en-US" dirty="0"/>
          </a:p>
        </p:txBody>
      </p:sp>
      <p:sp>
        <p:nvSpPr>
          <p:cNvPr id="10" name="Footer Placeholder 3"/>
          <p:cNvSpPr>
            <a:spLocks noGrp="1"/>
          </p:cNvSpPr>
          <p:nvPr>
            <p:ph type="ftr" sz="quarter" idx="11"/>
          </p:nvPr>
        </p:nvSpPr>
        <p:spPr>
          <a:xfrm>
            <a:off x="4038600" y="6356352"/>
            <a:ext cx="4114800" cy="365125"/>
          </a:xfrm>
        </p:spPr>
        <p:txBody>
          <a:bodyPr/>
          <a:lstStyle>
            <a:lvl1pPr>
              <a:defRPr sz="1125">
                <a:solidFill>
                  <a:schemeClr val="tx1"/>
                </a:solidFill>
              </a:defRPr>
            </a:lvl1pPr>
          </a:lstStyle>
          <a:p>
            <a:endParaRPr lang="en-US" dirty="0"/>
          </a:p>
        </p:txBody>
      </p:sp>
      <p:sp>
        <p:nvSpPr>
          <p:cNvPr id="11" name="Slide Number Placeholder 4"/>
          <p:cNvSpPr>
            <a:spLocks noGrp="1"/>
          </p:cNvSpPr>
          <p:nvPr>
            <p:ph type="sldNum" sz="quarter" idx="12"/>
          </p:nvPr>
        </p:nvSpPr>
        <p:spPr>
          <a:xfrm>
            <a:off x="8610600" y="6356352"/>
            <a:ext cx="2743200" cy="365125"/>
          </a:xfrm>
        </p:spPr>
        <p:txBody>
          <a:bodyPr/>
          <a:lstStyle>
            <a:lvl1pPr>
              <a:defRPr sz="1125">
                <a:solidFill>
                  <a:schemeClr val="tx1"/>
                </a:solidFill>
              </a:defRPr>
            </a:lvl1pPr>
          </a:lstStyle>
          <a:p>
            <a:fld id="{8B4A9805-B67D-5D4A-85DC-C8E27BA9210B}" type="slidenum">
              <a:rPr lang="en-US" smtClean="0"/>
              <a:pPr/>
              <a:t>‹#›</a:t>
            </a:fld>
            <a:endParaRPr lang="en-US" dirty="0"/>
          </a:p>
        </p:txBody>
      </p:sp>
    </p:spTree>
    <p:extLst>
      <p:ext uri="{BB962C8B-B14F-4D97-AF65-F5344CB8AC3E}">
        <p14:creationId xmlns:p14="http://schemas.microsoft.com/office/powerpoint/2010/main" val="2728756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bg>
      <p:bgPr>
        <a:solidFill>
          <a:srgbClr val="FFFFFF"/>
        </a:solidFill>
        <a:effectLst/>
      </p:bgPr>
    </p:bg>
    <p:spTree>
      <p:nvGrpSpPr>
        <p:cNvPr id="1" name=""/>
        <p:cNvGrpSpPr/>
        <p:nvPr/>
      </p:nvGrpSpPr>
      <p:grpSpPr>
        <a:xfrm>
          <a:off x="0" y="0"/>
          <a:ext cx="0" cy="0"/>
          <a:chOff x="0" y="0"/>
          <a:chExt cx="0" cy="0"/>
        </a:xfrm>
      </p:grpSpPr>
      <p:sp>
        <p:nvSpPr>
          <p:cNvPr id="13" name="Title 1"/>
          <p:cNvSpPr>
            <a:spLocks noGrp="1"/>
          </p:cNvSpPr>
          <p:nvPr>
            <p:ph type="title"/>
          </p:nvPr>
        </p:nvSpPr>
        <p:spPr>
          <a:xfrm>
            <a:off x="838200" y="663171"/>
            <a:ext cx="10515600" cy="624689"/>
          </a:xfrm>
        </p:spPr>
        <p:txBody>
          <a:bodyPr>
            <a:normAutofit/>
          </a:bodyPr>
          <a:lstStyle>
            <a:lvl1pPr>
              <a:defRPr sz="2400">
                <a:solidFill>
                  <a:srgbClr val="007B80"/>
                </a:solidFill>
              </a:defRPr>
            </a:lvl1pPr>
          </a:lstStyle>
          <a:p>
            <a:r>
              <a:rPr lang="en-US"/>
              <a:t>Click to edit Master title style</a:t>
            </a:r>
            <a:endParaRPr lang="en-US" dirty="0"/>
          </a:p>
        </p:txBody>
      </p:sp>
      <p:sp>
        <p:nvSpPr>
          <p:cNvPr id="14" name="Content Placeholder 2"/>
          <p:cNvSpPr>
            <a:spLocks noGrp="1"/>
          </p:cNvSpPr>
          <p:nvPr>
            <p:ph sz="quarter" idx="13"/>
          </p:nvPr>
        </p:nvSpPr>
        <p:spPr>
          <a:xfrm>
            <a:off x="838200" y="1457505"/>
            <a:ext cx="5159375" cy="2167128"/>
          </a:xfrm>
        </p:spPr>
        <p:txBody>
          <a:bodyPr/>
          <a:lstStyle/>
          <a:p>
            <a:pPr lvl="0"/>
            <a:r>
              <a:rPr lang="en-US"/>
              <a:t>Click to edit Master text styles</a:t>
            </a:r>
          </a:p>
          <a:p>
            <a:pPr lvl="1"/>
            <a:r>
              <a:rPr lang="en-US"/>
              <a:t>Second level</a:t>
            </a:r>
          </a:p>
          <a:p>
            <a:pPr lvl="2"/>
            <a:r>
              <a:rPr lang="en-US"/>
              <a:t>Third level</a:t>
            </a:r>
          </a:p>
        </p:txBody>
      </p:sp>
      <p:sp>
        <p:nvSpPr>
          <p:cNvPr id="16" name="Content Placeholder 3"/>
          <p:cNvSpPr>
            <a:spLocks noGrp="1"/>
          </p:cNvSpPr>
          <p:nvPr>
            <p:ph sz="quarter" idx="14"/>
          </p:nvPr>
        </p:nvSpPr>
        <p:spPr>
          <a:xfrm>
            <a:off x="6172200" y="1457095"/>
            <a:ext cx="5181600" cy="2166938"/>
          </a:xfrm>
        </p:spPr>
        <p:txBody>
          <a:bodyPr/>
          <a:lstStyle/>
          <a:p>
            <a:pPr lvl="0"/>
            <a:r>
              <a:rPr lang="en-US"/>
              <a:t>Click to edit Master text styles</a:t>
            </a:r>
          </a:p>
          <a:p>
            <a:pPr lvl="1"/>
            <a:r>
              <a:rPr lang="en-US"/>
              <a:t>Second level</a:t>
            </a:r>
          </a:p>
          <a:p>
            <a:pPr lvl="2"/>
            <a:r>
              <a:rPr lang="en-US"/>
              <a:t>Third level</a:t>
            </a:r>
          </a:p>
        </p:txBody>
      </p:sp>
      <p:sp>
        <p:nvSpPr>
          <p:cNvPr id="4" name="Content Placeholder 4"/>
          <p:cNvSpPr>
            <a:spLocks noGrp="1"/>
          </p:cNvSpPr>
          <p:nvPr>
            <p:ph sz="half" idx="2"/>
          </p:nvPr>
        </p:nvSpPr>
        <p:spPr>
          <a:xfrm>
            <a:off x="839789" y="4040252"/>
            <a:ext cx="5157787" cy="2168270"/>
          </a:xfrm>
        </p:spPr>
        <p:txBody>
          <a:body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72201" y="4040252"/>
            <a:ext cx="5183188" cy="2168270"/>
          </a:xfrm>
        </p:spPr>
        <p:txBody>
          <a:bodyPr/>
          <a:lstStyle/>
          <a:p>
            <a:pPr lvl="0"/>
            <a:r>
              <a:rPr lang="en-US"/>
              <a:t>Click to edit Master text styles</a:t>
            </a:r>
          </a:p>
          <a:p>
            <a:pPr lvl="1"/>
            <a:r>
              <a:rPr lang="en-US"/>
              <a:t>Second level</a:t>
            </a:r>
          </a:p>
          <a:p>
            <a:pPr lvl="2"/>
            <a:r>
              <a:rPr lang="en-US"/>
              <a:t>Third level</a:t>
            </a:r>
          </a:p>
        </p:txBody>
      </p:sp>
      <p:cxnSp>
        <p:nvCxnSpPr>
          <p:cNvPr id="10" name="Straight Connector 9"/>
          <p:cNvCxnSpPr/>
          <p:nvPr userDrawn="1"/>
        </p:nvCxnSpPr>
        <p:spPr>
          <a:xfrm flipV="1">
            <a:off x="914402" y="1257300"/>
            <a:ext cx="10387519" cy="25150"/>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
        <p:nvSpPr>
          <p:cNvPr id="8" name="Date Placeholder 2"/>
          <p:cNvSpPr>
            <a:spLocks noGrp="1"/>
          </p:cNvSpPr>
          <p:nvPr>
            <p:ph type="dt" sz="half" idx="10"/>
          </p:nvPr>
        </p:nvSpPr>
        <p:spPr>
          <a:xfrm>
            <a:off x="838200" y="6356352"/>
            <a:ext cx="2743200" cy="365125"/>
          </a:xfrm>
        </p:spPr>
        <p:txBody>
          <a:bodyPr/>
          <a:lstStyle>
            <a:lvl1pPr>
              <a:defRPr sz="1125">
                <a:solidFill>
                  <a:schemeClr val="tx1"/>
                </a:solidFill>
              </a:defRPr>
            </a:lvl1pPr>
          </a:lstStyle>
          <a:p>
            <a:fld id="{2EDA089A-53A7-3F43-88BD-596888B644C3}" type="datetimeFigureOut">
              <a:rPr lang="en-US" smtClean="0"/>
              <a:pPr/>
              <a:t>4/28/2026</a:t>
            </a:fld>
            <a:endParaRPr lang="en-US" dirty="0"/>
          </a:p>
        </p:txBody>
      </p:sp>
      <p:sp>
        <p:nvSpPr>
          <p:cNvPr id="9" name="Footer Placeholder 3"/>
          <p:cNvSpPr>
            <a:spLocks noGrp="1"/>
          </p:cNvSpPr>
          <p:nvPr>
            <p:ph type="ftr" sz="quarter" idx="11"/>
          </p:nvPr>
        </p:nvSpPr>
        <p:spPr>
          <a:xfrm>
            <a:off x="4038600" y="6356352"/>
            <a:ext cx="4114800" cy="365125"/>
          </a:xfrm>
        </p:spPr>
        <p:txBody>
          <a:bodyPr/>
          <a:lstStyle>
            <a:lvl1pPr>
              <a:defRPr sz="1125">
                <a:solidFill>
                  <a:schemeClr val="tx1"/>
                </a:solidFill>
              </a:defRPr>
            </a:lvl1pPr>
          </a:lstStyle>
          <a:p>
            <a:endParaRPr lang="en-US" dirty="0"/>
          </a:p>
        </p:txBody>
      </p:sp>
      <p:sp>
        <p:nvSpPr>
          <p:cNvPr id="11" name="Slide Number Placeholder 4"/>
          <p:cNvSpPr>
            <a:spLocks noGrp="1"/>
          </p:cNvSpPr>
          <p:nvPr>
            <p:ph type="sldNum" sz="quarter" idx="12"/>
          </p:nvPr>
        </p:nvSpPr>
        <p:spPr>
          <a:xfrm>
            <a:off x="8610600" y="6356352"/>
            <a:ext cx="2743200" cy="365125"/>
          </a:xfrm>
        </p:spPr>
        <p:txBody>
          <a:bodyPr/>
          <a:lstStyle>
            <a:lvl1pPr>
              <a:defRPr sz="1125">
                <a:solidFill>
                  <a:schemeClr val="tx1"/>
                </a:solidFill>
              </a:defRPr>
            </a:lvl1pPr>
          </a:lstStyle>
          <a:p>
            <a:fld id="{8B4A9805-B67D-5D4A-85DC-C8E27BA9210B}" type="slidenum">
              <a:rPr lang="en-US" smtClean="0"/>
              <a:pPr/>
              <a:t>‹#›</a:t>
            </a:fld>
            <a:endParaRPr lang="en-US" dirty="0"/>
          </a:p>
        </p:txBody>
      </p:sp>
    </p:spTree>
    <p:extLst>
      <p:ext uri="{BB962C8B-B14F-4D97-AF65-F5344CB8AC3E}">
        <p14:creationId xmlns:p14="http://schemas.microsoft.com/office/powerpoint/2010/main" val="573046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660957"/>
            <a:ext cx="10515600" cy="624689"/>
          </a:xfrm>
        </p:spPr>
        <p:txBody>
          <a:bodyPr>
            <a:normAutofit/>
          </a:bodyPr>
          <a:lstStyle>
            <a:lvl1pPr algn="ctr">
              <a:defRPr sz="2400">
                <a:solidFill>
                  <a:srgbClr val="007B80"/>
                </a:solidFill>
              </a:defRPr>
            </a:lvl1pPr>
          </a:lstStyle>
          <a:p>
            <a:r>
              <a:rPr lang="en-US"/>
              <a:t>Click to edit Master title style</a:t>
            </a:r>
          </a:p>
        </p:txBody>
      </p:sp>
      <p:sp>
        <p:nvSpPr>
          <p:cNvPr id="3" name="Date Placeholder 2"/>
          <p:cNvSpPr>
            <a:spLocks noGrp="1"/>
          </p:cNvSpPr>
          <p:nvPr>
            <p:ph type="dt" sz="half" idx="10"/>
          </p:nvPr>
        </p:nvSpPr>
        <p:spPr/>
        <p:txBody>
          <a:bodyPr/>
          <a:lstStyle>
            <a:lvl1pPr>
              <a:defRPr sz="1125">
                <a:solidFill>
                  <a:schemeClr val="tx1"/>
                </a:solidFill>
              </a:defRPr>
            </a:lvl1pPr>
          </a:lstStyle>
          <a:p>
            <a:fld id="{2EDA089A-53A7-3F43-88BD-596888B644C3}" type="datetimeFigureOut">
              <a:rPr lang="en-US" smtClean="0"/>
              <a:pPr/>
              <a:t>4/28/2026</a:t>
            </a:fld>
            <a:endParaRPr lang="en-US" dirty="0"/>
          </a:p>
        </p:txBody>
      </p:sp>
      <p:sp>
        <p:nvSpPr>
          <p:cNvPr id="4" name="Footer Placeholder 3"/>
          <p:cNvSpPr>
            <a:spLocks noGrp="1"/>
          </p:cNvSpPr>
          <p:nvPr>
            <p:ph type="ftr" sz="quarter" idx="11"/>
          </p:nvPr>
        </p:nvSpPr>
        <p:spPr/>
        <p:txBody>
          <a:bodyPr/>
          <a:lstStyle>
            <a:lvl1pPr>
              <a:defRPr sz="1125">
                <a:solidFill>
                  <a:schemeClr val="tx1"/>
                </a:solidFill>
              </a:defRPr>
            </a:lvl1pPr>
          </a:lstStyle>
          <a:p>
            <a:endParaRPr lang="en-US" dirty="0"/>
          </a:p>
        </p:txBody>
      </p:sp>
      <p:sp>
        <p:nvSpPr>
          <p:cNvPr id="5" name="Slide Number Placeholder 4"/>
          <p:cNvSpPr>
            <a:spLocks noGrp="1"/>
          </p:cNvSpPr>
          <p:nvPr>
            <p:ph type="sldNum" sz="quarter" idx="12"/>
          </p:nvPr>
        </p:nvSpPr>
        <p:spPr/>
        <p:txBody>
          <a:bodyPr/>
          <a:lstStyle>
            <a:lvl1pPr>
              <a:defRPr sz="1125">
                <a:solidFill>
                  <a:schemeClr val="tx1"/>
                </a:solidFill>
              </a:defRPr>
            </a:lvl1pPr>
          </a:lstStyle>
          <a:p>
            <a:fld id="{8B4A9805-B67D-5D4A-85DC-C8E27BA9210B}" type="slidenum">
              <a:rPr lang="en-US" smtClean="0"/>
              <a:pPr/>
              <a:t>‹#›</a:t>
            </a:fld>
            <a:endParaRPr lang="en-US" dirty="0"/>
          </a:p>
        </p:txBody>
      </p:sp>
      <p:cxnSp>
        <p:nvCxnSpPr>
          <p:cNvPr id="6" name="Straight Connector 5"/>
          <p:cNvCxnSpPr/>
          <p:nvPr userDrawn="1"/>
        </p:nvCxnSpPr>
        <p:spPr>
          <a:xfrm flipV="1">
            <a:off x="914402" y="1257300"/>
            <a:ext cx="10387519" cy="25150"/>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555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o with description ">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solidFill>
                  <a:srgbClr val="007B80"/>
                </a:solidFill>
              </a:defRPr>
            </a:lvl1pPr>
          </a:lstStyle>
          <a:p>
            <a:r>
              <a:rPr lang="en-US"/>
              <a:t>Click to edit Master title style</a:t>
            </a:r>
            <a:endParaRPr lang="en-US" dirty="0"/>
          </a:p>
        </p:txBody>
      </p:sp>
      <p:sp>
        <p:nvSpPr>
          <p:cNvPr id="4" name="Text Placeholder 2"/>
          <p:cNvSpPr>
            <a:spLocks noGrp="1"/>
          </p:cNvSpPr>
          <p:nvPr>
            <p:ph type="body" sz="half" idx="2" hasCustomPrompt="1"/>
          </p:nvPr>
        </p:nvSpPr>
        <p:spPr>
          <a:xfrm>
            <a:off x="839788" y="2057400"/>
            <a:ext cx="3932237" cy="3811588"/>
          </a:xfrm>
        </p:spPr>
        <p:txBody>
          <a:bodyPr/>
          <a:lstStyle>
            <a:lvl1pPr marL="0" marR="0" indent="0" algn="l" defTabSz="685800" rtl="0" eaLnBrk="1" fontAlgn="auto" latinLnBrk="0" hangingPunct="1">
              <a:lnSpc>
                <a:spcPct val="90000"/>
              </a:lnSpc>
              <a:spcBef>
                <a:spcPts val="750"/>
              </a:spcBef>
              <a:spcAft>
                <a:spcPts val="0"/>
              </a:spcAft>
              <a:buClrTx/>
              <a:buSzTx/>
              <a:buFont typeface="Arial"/>
              <a:buNone/>
              <a:tabLst/>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marL="0" marR="0" lvl="0" indent="0" algn="l" defTabSz="685800" rtl="0" eaLnBrk="1" fontAlgn="auto" latinLnBrk="0" hangingPunct="1">
              <a:lnSpc>
                <a:spcPct val="90000"/>
              </a:lnSpc>
              <a:spcBef>
                <a:spcPts val="750"/>
              </a:spcBef>
              <a:spcAft>
                <a:spcPts val="0"/>
              </a:spcAft>
              <a:buClrTx/>
              <a:buSzTx/>
              <a:buFont typeface="Arial"/>
              <a:buNone/>
              <a:tabLst/>
              <a:defRPr/>
            </a:pPr>
            <a:r>
              <a:rPr lang="en-US" dirty="0"/>
              <a:t>Click to add short description of video/audio content. Create unique link, ”Women in the 20th Century Video”.</a:t>
            </a:r>
          </a:p>
          <a:p>
            <a:pPr marL="0" marR="0" lvl="0" indent="0" algn="l" defTabSz="685800" rtl="0" eaLnBrk="1" fontAlgn="auto" latinLnBrk="0" hangingPunct="1">
              <a:lnSpc>
                <a:spcPct val="90000"/>
              </a:lnSpc>
              <a:spcBef>
                <a:spcPts val="750"/>
              </a:spcBef>
              <a:spcAft>
                <a:spcPts val="0"/>
              </a:spcAft>
              <a:buClrTx/>
              <a:buSzTx/>
              <a:buFont typeface="Arial"/>
              <a:buNone/>
              <a:tabLst/>
              <a:defRPr/>
            </a:pPr>
            <a:endParaRPr lang="en-US" dirty="0"/>
          </a:p>
        </p:txBody>
      </p:sp>
      <p:sp>
        <p:nvSpPr>
          <p:cNvPr id="12" name="Picture Placeholder 3"/>
          <p:cNvSpPr>
            <a:spLocks noGrp="1"/>
          </p:cNvSpPr>
          <p:nvPr>
            <p:ph type="pic" sz="quarter" idx="13" hasCustomPrompt="1"/>
          </p:nvPr>
        </p:nvSpPr>
        <p:spPr>
          <a:xfrm>
            <a:off x="5183189" y="954088"/>
            <a:ext cx="6170612" cy="4906962"/>
          </a:xfrm>
        </p:spPr>
        <p:txBody>
          <a:bodyPr/>
          <a:lstStyle/>
          <a:p>
            <a:r>
              <a:rPr lang="en-US" dirty="0"/>
              <a:t>Add Screenshot of the Video</a:t>
            </a:r>
          </a:p>
        </p:txBody>
      </p:sp>
      <p:sp>
        <p:nvSpPr>
          <p:cNvPr id="5" name="Date Placeholder 4"/>
          <p:cNvSpPr>
            <a:spLocks noGrp="1"/>
          </p:cNvSpPr>
          <p:nvPr>
            <p:ph type="dt" sz="half" idx="10"/>
          </p:nvPr>
        </p:nvSpPr>
        <p:spPr/>
        <p:txBody>
          <a:bodyPr/>
          <a:lstStyle>
            <a:lvl1pPr>
              <a:defRPr sz="1125">
                <a:solidFill>
                  <a:schemeClr val="tx1"/>
                </a:solidFill>
              </a:defRPr>
            </a:lvl1pPr>
          </a:lstStyle>
          <a:p>
            <a:fld id="{2EDA089A-53A7-3F43-88BD-596888B644C3}" type="datetimeFigureOut">
              <a:rPr lang="en-US" smtClean="0"/>
              <a:pPr/>
              <a:t>4/28/2026</a:t>
            </a:fld>
            <a:endParaRPr lang="en-US" dirty="0"/>
          </a:p>
        </p:txBody>
      </p:sp>
      <p:sp>
        <p:nvSpPr>
          <p:cNvPr id="6" name="Footer Placeholder 5"/>
          <p:cNvSpPr>
            <a:spLocks noGrp="1"/>
          </p:cNvSpPr>
          <p:nvPr>
            <p:ph type="ftr" sz="quarter" idx="11"/>
          </p:nvPr>
        </p:nvSpPr>
        <p:spPr/>
        <p:txBody>
          <a:bodyPr/>
          <a:lstStyle>
            <a:lvl1pPr>
              <a:defRPr sz="1125">
                <a:solidFill>
                  <a:schemeClr val="tx1"/>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8B4A9805-B67D-5D4A-85DC-C8E27BA9210B}" type="slidenum">
              <a:rPr lang="en-US" smtClean="0"/>
              <a:pPr/>
              <a:t>‹#›</a:t>
            </a:fld>
            <a:endParaRPr lang="en-US" dirty="0"/>
          </a:p>
        </p:txBody>
      </p:sp>
      <p:cxnSp>
        <p:nvCxnSpPr>
          <p:cNvPr id="8" name="Straight Connector 7"/>
          <p:cNvCxnSpPr/>
          <p:nvPr userDrawn="1"/>
        </p:nvCxnSpPr>
        <p:spPr>
          <a:xfrm flipV="1">
            <a:off x="914401" y="2049683"/>
            <a:ext cx="3857624" cy="7719"/>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98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solidFill>
                  <a:srgbClr val="007B80"/>
                </a:solidFill>
              </a:defRPr>
            </a:lvl1pPr>
          </a:lstStyle>
          <a:p>
            <a:r>
              <a:rPr lang="en-US"/>
              <a:t>Click to edit Master title style</a:t>
            </a:r>
          </a:p>
        </p:txBody>
      </p:sp>
      <p:sp>
        <p:nvSpPr>
          <p:cNvPr id="4" name="Text Placeholder 2"/>
          <p:cNvSpPr>
            <a:spLocks noGrp="1"/>
          </p:cNvSpPr>
          <p:nvPr>
            <p:ph type="body" sz="half" idx="2"/>
          </p:nvPr>
        </p:nvSpPr>
        <p:spPr>
          <a:xfrm>
            <a:off x="839788" y="2230654"/>
            <a:ext cx="3932237" cy="3465080"/>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3" name="Picture Placeholder 3"/>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5" name="Date Placeholder 4"/>
          <p:cNvSpPr>
            <a:spLocks noGrp="1"/>
          </p:cNvSpPr>
          <p:nvPr>
            <p:ph type="dt" sz="half" idx="10"/>
          </p:nvPr>
        </p:nvSpPr>
        <p:spPr/>
        <p:txBody>
          <a:bodyPr/>
          <a:lstStyle>
            <a:lvl1pPr>
              <a:defRPr sz="1125">
                <a:solidFill>
                  <a:schemeClr val="tx1"/>
                </a:solidFill>
              </a:defRPr>
            </a:lvl1pPr>
          </a:lstStyle>
          <a:p>
            <a:fld id="{2EDA089A-53A7-3F43-88BD-596888B644C3}" type="datetimeFigureOut">
              <a:rPr lang="en-US" smtClean="0"/>
              <a:pPr/>
              <a:t>4/28/2026</a:t>
            </a:fld>
            <a:endParaRPr lang="en-US" dirty="0"/>
          </a:p>
        </p:txBody>
      </p:sp>
      <p:sp>
        <p:nvSpPr>
          <p:cNvPr id="6" name="Footer Placeholder 5"/>
          <p:cNvSpPr>
            <a:spLocks noGrp="1"/>
          </p:cNvSpPr>
          <p:nvPr>
            <p:ph type="ftr" sz="quarter" idx="11"/>
          </p:nvPr>
        </p:nvSpPr>
        <p:spPr/>
        <p:txBody>
          <a:bodyPr/>
          <a:lstStyle>
            <a:lvl1pPr>
              <a:defRPr sz="1125">
                <a:solidFill>
                  <a:schemeClr val="tx1"/>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8B4A9805-B67D-5D4A-85DC-C8E27BA9210B}" type="slidenum">
              <a:rPr lang="en-US" smtClean="0"/>
              <a:pPr/>
              <a:t>‹#›</a:t>
            </a:fld>
            <a:endParaRPr lang="en-US" dirty="0"/>
          </a:p>
        </p:txBody>
      </p:sp>
      <p:cxnSp>
        <p:nvCxnSpPr>
          <p:cNvPr id="8" name="Straight Connector 7"/>
          <p:cNvCxnSpPr/>
          <p:nvPr userDrawn="1"/>
        </p:nvCxnSpPr>
        <p:spPr>
          <a:xfrm flipV="1">
            <a:off x="914401" y="2049683"/>
            <a:ext cx="3857624" cy="7719"/>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555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ccessible Display Equations">
    <p:bg>
      <p:bgPr>
        <a:solidFill>
          <a:srgbClr val="FFFFFF"/>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464F6C1-F2F9-594E-AEB6-953F8DE910C0}"/>
              </a:ext>
            </a:extLst>
          </p:cNvPr>
          <p:cNvSpPr>
            <a:spLocks noGrp="1"/>
          </p:cNvSpPr>
          <p:nvPr>
            <p:ph type="title"/>
          </p:nvPr>
        </p:nvSpPr>
        <p:spPr>
          <a:xfrm>
            <a:off x="838199" y="660401"/>
            <a:ext cx="10515600" cy="624689"/>
          </a:xfrm>
        </p:spPr>
        <p:txBody>
          <a:bodyPr>
            <a:normAutofit/>
          </a:bodyPr>
          <a:lstStyle>
            <a:lvl1pPr>
              <a:defRPr sz="2400">
                <a:solidFill>
                  <a:srgbClr val="007B80"/>
                </a:solidFill>
              </a:defRPr>
            </a:lvl1pPr>
          </a:lstStyle>
          <a:p>
            <a:r>
              <a:rPr lang="en-US"/>
              <a:t>Click to edit Master title style</a:t>
            </a:r>
            <a:endParaRPr lang="en-US" dirty="0"/>
          </a:p>
        </p:txBody>
      </p:sp>
      <p:sp>
        <p:nvSpPr>
          <p:cNvPr id="14" name="Content Placeholder 1">
            <a:extLst>
              <a:ext uri="{FF2B5EF4-FFF2-40B4-BE49-F238E27FC236}">
                <a16:creationId xmlns:a16="http://schemas.microsoft.com/office/drawing/2014/main" id="{266A8B3E-9539-4748-BDCD-9C3904F91034}"/>
              </a:ext>
            </a:extLst>
          </p:cNvPr>
          <p:cNvSpPr>
            <a:spLocks noGrp="1"/>
          </p:cNvSpPr>
          <p:nvPr>
            <p:ph sz="quarter" idx="10" hasCustomPrompt="1"/>
          </p:nvPr>
        </p:nvSpPr>
        <p:spPr>
          <a:xfrm>
            <a:off x="838200" y="1459431"/>
            <a:ext cx="11207496" cy="464058"/>
          </a:xfrm>
        </p:spPr>
        <p:txBody>
          <a:bodyPr>
            <a:normAutofit/>
          </a:bodyPr>
          <a:lstStyle>
            <a:lvl1pPr marL="171450" marR="0" indent="-171450" algn="l" defTabSz="685800" rtl="0" eaLnBrk="1" fontAlgn="auto" latinLnBrk="0" hangingPunct="1">
              <a:lnSpc>
                <a:spcPct val="90000"/>
              </a:lnSpc>
              <a:spcBef>
                <a:spcPts val="750"/>
              </a:spcBef>
              <a:spcAft>
                <a:spcPts val="0"/>
              </a:spcAft>
              <a:buClrTx/>
              <a:buSzTx/>
              <a:buFont typeface="Arial"/>
              <a:buChar char="•"/>
              <a:tabLst/>
              <a:defRPr sz="1800">
                <a:latin typeface="+mj-lt"/>
                <a:ea typeface="Verdana" charset="0"/>
                <a:cs typeface="Verdana" charset="0"/>
              </a:defRPr>
            </a:lvl1pPr>
          </a:lstStyle>
          <a:p>
            <a:pPr lvl="0"/>
            <a:r>
              <a:rPr lang="en-US" dirty="0"/>
              <a:t>This is the first placeholder. Create equation and display below this placeholder. </a:t>
            </a:r>
          </a:p>
        </p:txBody>
      </p:sp>
      <p:sp>
        <p:nvSpPr>
          <p:cNvPr id="15" name="Content Placeholder 2">
            <a:extLst>
              <a:ext uri="{FF2B5EF4-FFF2-40B4-BE49-F238E27FC236}">
                <a16:creationId xmlns:a16="http://schemas.microsoft.com/office/drawing/2014/main" id="{B6847687-B6D3-6B4C-A086-0D3A7BDCC936}"/>
              </a:ext>
            </a:extLst>
          </p:cNvPr>
          <p:cNvSpPr>
            <a:spLocks noGrp="1"/>
          </p:cNvSpPr>
          <p:nvPr>
            <p:ph sz="quarter" idx="12" hasCustomPrompt="1"/>
          </p:nvPr>
        </p:nvSpPr>
        <p:spPr>
          <a:xfrm>
            <a:off x="838200" y="3024937"/>
            <a:ext cx="11207496" cy="464058"/>
          </a:xfrm>
        </p:spPr>
        <p:txBody>
          <a:bodyPr>
            <a:normAutofit/>
          </a:bodyPr>
          <a:lstStyle>
            <a:lvl1pPr marL="171450" marR="0" indent="-171450" algn="l" defTabSz="685800" rtl="0" eaLnBrk="1" fontAlgn="auto" latinLnBrk="0" hangingPunct="1">
              <a:lnSpc>
                <a:spcPct val="90000"/>
              </a:lnSpc>
              <a:spcBef>
                <a:spcPts val="750"/>
              </a:spcBef>
              <a:spcAft>
                <a:spcPts val="0"/>
              </a:spcAft>
              <a:buClrTx/>
              <a:buSzTx/>
              <a:buFont typeface="Arial"/>
              <a:buChar char="•"/>
              <a:tabLst/>
              <a:defRPr sz="1800">
                <a:latin typeface="+mj-lt"/>
                <a:ea typeface="Verdana" charset="0"/>
                <a:cs typeface="Verdana" charset="0"/>
              </a:defRPr>
            </a:lvl1pPr>
          </a:lstStyle>
          <a:p>
            <a:pPr lvl="0"/>
            <a:r>
              <a:rPr lang="en-US" dirty="0"/>
              <a:t>This is the second placeholder. Avoid inline equations. </a:t>
            </a:r>
          </a:p>
        </p:txBody>
      </p:sp>
      <p:sp>
        <p:nvSpPr>
          <p:cNvPr id="16" name="Content Placeholder 3">
            <a:extLst>
              <a:ext uri="{FF2B5EF4-FFF2-40B4-BE49-F238E27FC236}">
                <a16:creationId xmlns:a16="http://schemas.microsoft.com/office/drawing/2014/main" id="{19CB48E5-DB50-F74A-810F-D171B6B8F234}"/>
              </a:ext>
            </a:extLst>
          </p:cNvPr>
          <p:cNvSpPr>
            <a:spLocks noGrp="1"/>
          </p:cNvSpPr>
          <p:nvPr>
            <p:ph sz="quarter" idx="14" hasCustomPrompt="1"/>
          </p:nvPr>
        </p:nvSpPr>
        <p:spPr>
          <a:xfrm>
            <a:off x="838201" y="4590443"/>
            <a:ext cx="11207497" cy="891540"/>
          </a:xfrm>
        </p:spPr>
        <p:txBody>
          <a:bodyPr>
            <a:normAutofit/>
          </a:bodyPr>
          <a:lstStyle>
            <a:lvl1pPr>
              <a:defRPr sz="1800">
                <a:latin typeface="+mj-lt"/>
                <a:ea typeface="Verdana" charset="0"/>
                <a:cs typeface="Verdana" charset="0"/>
              </a:defRPr>
            </a:lvl1pPr>
          </a:lstStyle>
          <a:p>
            <a:pPr lvl="0"/>
            <a:r>
              <a:rPr lang="en-US" dirty="0"/>
              <a:t>This is the third placeholder. Check Reading Order. Compositor will flatten equations and add alt text to the image. </a:t>
            </a:r>
          </a:p>
        </p:txBody>
      </p:sp>
      <p:cxnSp>
        <p:nvCxnSpPr>
          <p:cNvPr id="6" name="Straight Connector 5"/>
          <p:cNvCxnSpPr/>
          <p:nvPr userDrawn="1"/>
        </p:nvCxnSpPr>
        <p:spPr>
          <a:xfrm flipV="1">
            <a:off x="914402" y="1257300"/>
            <a:ext cx="10387519" cy="25150"/>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
        <p:nvSpPr>
          <p:cNvPr id="7" name="Date Placeholder 2"/>
          <p:cNvSpPr>
            <a:spLocks noGrp="1"/>
          </p:cNvSpPr>
          <p:nvPr>
            <p:ph type="dt" sz="half" idx="15"/>
          </p:nvPr>
        </p:nvSpPr>
        <p:spPr>
          <a:xfrm>
            <a:off x="838200" y="6356352"/>
            <a:ext cx="2743200" cy="365125"/>
          </a:xfrm>
        </p:spPr>
        <p:txBody>
          <a:bodyPr/>
          <a:lstStyle>
            <a:lvl1pPr>
              <a:defRPr sz="1125">
                <a:solidFill>
                  <a:schemeClr val="tx1"/>
                </a:solidFill>
              </a:defRPr>
            </a:lvl1pPr>
          </a:lstStyle>
          <a:p>
            <a:fld id="{2EDA089A-53A7-3F43-88BD-596888B644C3}" type="datetimeFigureOut">
              <a:rPr lang="en-US" smtClean="0"/>
              <a:pPr/>
              <a:t>4/28/2026</a:t>
            </a:fld>
            <a:endParaRPr lang="en-US" dirty="0"/>
          </a:p>
        </p:txBody>
      </p:sp>
      <p:sp>
        <p:nvSpPr>
          <p:cNvPr id="8" name="Footer Placeholder 3"/>
          <p:cNvSpPr>
            <a:spLocks noGrp="1"/>
          </p:cNvSpPr>
          <p:nvPr>
            <p:ph type="ftr" sz="quarter" idx="11"/>
          </p:nvPr>
        </p:nvSpPr>
        <p:spPr>
          <a:xfrm>
            <a:off x="4038600" y="6356352"/>
            <a:ext cx="4114800" cy="365125"/>
          </a:xfrm>
        </p:spPr>
        <p:txBody>
          <a:bodyPr/>
          <a:lstStyle>
            <a:lvl1pPr>
              <a:defRPr sz="1125">
                <a:solidFill>
                  <a:schemeClr val="tx1"/>
                </a:solidFill>
              </a:defRPr>
            </a:lvl1pPr>
          </a:lstStyle>
          <a:p>
            <a:endParaRPr lang="en-US" dirty="0"/>
          </a:p>
        </p:txBody>
      </p:sp>
      <p:sp>
        <p:nvSpPr>
          <p:cNvPr id="9" name="Slide Number Placeholder 4"/>
          <p:cNvSpPr>
            <a:spLocks noGrp="1"/>
          </p:cNvSpPr>
          <p:nvPr>
            <p:ph type="sldNum" sz="quarter" idx="16"/>
          </p:nvPr>
        </p:nvSpPr>
        <p:spPr>
          <a:xfrm>
            <a:off x="8610600" y="6356352"/>
            <a:ext cx="2743200" cy="365125"/>
          </a:xfrm>
        </p:spPr>
        <p:txBody>
          <a:bodyPr/>
          <a:lstStyle>
            <a:lvl1pPr>
              <a:defRPr>
                <a:solidFill>
                  <a:schemeClr val="tx1"/>
                </a:solidFill>
              </a:defRPr>
            </a:lvl1pPr>
          </a:lstStyle>
          <a:p>
            <a:fld id="{8B4A9805-B67D-5D4A-85DC-C8E27BA9210B}" type="slidenum">
              <a:rPr lang="en-US" smtClean="0"/>
              <a:pPr/>
              <a:t>‹#›</a:t>
            </a:fld>
            <a:endParaRPr lang="en-US" dirty="0"/>
          </a:p>
        </p:txBody>
      </p:sp>
    </p:spTree>
    <p:extLst>
      <p:ext uri="{BB962C8B-B14F-4D97-AF65-F5344CB8AC3E}">
        <p14:creationId xmlns:p14="http://schemas.microsoft.com/office/powerpoint/2010/main" val="415804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le Inline Equations">
    <p:bg>
      <p:bgPr>
        <a:solidFill>
          <a:srgbClr val="FFFFFF"/>
        </a:solidFill>
        <a:effectLst/>
      </p:bgPr>
    </p:bg>
    <p:spTree>
      <p:nvGrpSpPr>
        <p:cNvPr id="1" name=""/>
        <p:cNvGrpSpPr/>
        <p:nvPr/>
      </p:nvGrpSpPr>
      <p:grpSpPr>
        <a:xfrm>
          <a:off x="0" y="0"/>
          <a:ext cx="0" cy="0"/>
          <a:chOff x="0" y="0"/>
          <a:chExt cx="0" cy="0"/>
        </a:xfrm>
      </p:grpSpPr>
      <p:sp>
        <p:nvSpPr>
          <p:cNvPr id="12" name="Title 1"/>
          <p:cNvSpPr>
            <a:spLocks noGrp="1"/>
          </p:cNvSpPr>
          <p:nvPr>
            <p:ph type="title"/>
          </p:nvPr>
        </p:nvSpPr>
        <p:spPr>
          <a:xfrm>
            <a:off x="838200" y="660635"/>
            <a:ext cx="10515600" cy="624689"/>
          </a:xfrm>
        </p:spPr>
        <p:txBody>
          <a:bodyPr>
            <a:normAutofit/>
          </a:bodyPr>
          <a:lstStyle>
            <a:lvl1pPr>
              <a:defRPr sz="2400">
                <a:solidFill>
                  <a:srgbClr val="007B80"/>
                </a:solidFill>
              </a:defRPr>
            </a:lvl1pPr>
          </a:lstStyle>
          <a:p>
            <a:r>
              <a:rPr lang="en-US"/>
              <a:t>Click to edit Master title style</a:t>
            </a:r>
          </a:p>
        </p:txBody>
      </p:sp>
      <p:sp>
        <p:nvSpPr>
          <p:cNvPr id="19" name="Content Placeholder 1">
            <a:extLst>
              <a:ext uri="{FF2B5EF4-FFF2-40B4-BE49-F238E27FC236}">
                <a16:creationId xmlns:a16="http://schemas.microsoft.com/office/drawing/2014/main" id="{02396F16-A1A2-3D48-A658-9450CA7994B6}"/>
              </a:ext>
            </a:extLst>
          </p:cNvPr>
          <p:cNvSpPr>
            <a:spLocks noGrp="1"/>
          </p:cNvSpPr>
          <p:nvPr>
            <p:ph sz="quarter" idx="18" hasCustomPrompt="1"/>
          </p:nvPr>
        </p:nvSpPr>
        <p:spPr>
          <a:xfrm>
            <a:off x="838200" y="1455738"/>
            <a:ext cx="10525125" cy="599204"/>
          </a:xfrm>
        </p:spPr>
        <p:txBody>
          <a:bodyPr>
            <a:normAutofit/>
          </a:bodyPr>
          <a:lstStyle>
            <a:lvl1pPr>
              <a:defRPr sz="1800"/>
            </a:lvl1pPr>
            <a:lvl2pPr marL="342900" indent="0">
              <a:buNone/>
              <a:defRPr/>
            </a:lvl2pPr>
          </a:lstStyle>
          <a:p>
            <a:pPr lvl="0"/>
            <a:r>
              <a:rPr lang="en-US" sz="1800" dirty="0"/>
              <a:t>This is the first placeholder. I will create an equation here: </a:t>
            </a:r>
            <a:endParaRPr lang="en-US" dirty="0"/>
          </a:p>
        </p:txBody>
      </p:sp>
      <p:sp>
        <p:nvSpPr>
          <p:cNvPr id="22" name="Content Placeholder 2">
            <a:extLst>
              <a:ext uri="{FF2B5EF4-FFF2-40B4-BE49-F238E27FC236}">
                <a16:creationId xmlns:a16="http://schemas.microsoft.com/office/drawing/2014/main" id="{230DF612-BCBF-B44D-9FA4-F317AB91893F}"/>
              </a:ext>
            </a:extLst>
          </p:cNvPr>
          <p:cNvSpPr>
            <a:spLocks noGrp="1"/>
          </p:cNvSpPr>
          <p:nvPr>
            <p:ph sz="quarter" idx="17" hasCustomPrompt="1"/>
          </p:nvPr>
        </p:nvSpPr>
        <p:spPr>
          <a:xfrm>
            <a:off x="838200" y="2703513"/>
            <a:ext cx="10525125" cy="984250"/>
          </a:xfrm>
        </p:spPr>
        <p:txBody>
          <a:bodyPr/>
          <a:lstStyle>
            <a:lvl1pPr>
              <a:defRPr sz="1800"/>
            </a:lvl1pPr>
            <a:lvl3pPr marL="685800" indent="0">
              <a:buNone/>
              <a:defRPr/>
            </a:lvl3pPr>
            <a:lvl4pPr marL="1028700" indent="0">
              <a:buNone/>
              <a:defRPr/>
            </a:lvl4pPr>
            <a:lvl5pPr marL="1371600" indent="0">
              <a:buNone/>
              <a:defRPr/>
            </a:lvl5pPr>
          </a:lstStyle>
          <a:p>
            <a:pPr lvl="0"/>
            <a:r>
              <a:rPr lang="en-US" dirty="0"/>
              <a:t>This placeholder follows the equation. Equations must be displayed separately from text. Placeholder can be sized and repositioned to appear inline/close to equation.</a:t>
            </a:r>
          </a:p>
        </p:txBody>
      </p:sp>
      <p:sp>
        <p:nvSpPr>
          <p:cNvPr id="24" name="Content Placeholder 3">
            <a:extLst>
              <a:ext uri="{FF2B5EF4-FFF2-40B4-BE49-F238E27FC236}">
                <a16:creationId xmlns:a16="http://schemas.microsoft.com/office/drawing/2014/main" id="{9EC10924-71DE-FB49-89FF-EE6CCB140107}"/>
              </a:ext>
            </a:extLst>
          </p:cNvPr>
          <p:cNvSpPr>
            <a:spLocks noGrp="1"/>
          </p:cNvSpPr>
          <p:nvPr>
            <p:ph sz="quarter" idx="19" hasCustomPrompt="1"/>
          </p:nvPr>
        </p:nvSpPr>
        <p:spPr>
          <a:xfrm>
            <a:off x="813898" y="4243189"/>
            <a:ext cx="10539903" cy="1135056"/>
          </a:xfrm>
        </p:spPr>
        <p:txBody>
          <a:bodyPr>
            <a:normAutofit/>
          </a:bodyPr>
          <a:lstStyle>
            <a:lvl1pPr>
              <a:defRPr sz="1800"/>
            </a:lvl1pPr>
            <a:lvl2pPr marL="342900" indent="0">
              <a:buNone/>
              <a:defRPr/>
            </a:lvl2pPr>
          </a:lstStyle>
          <a:p>
            <a:pPr lvl="0"/>
            <a:r>
              <a:rPr lang="en-US" sz="1800" dirty="0"/>
              <a:t>This is another text placeholder. If additional placeholders must be created, enter the Slide Master and click “Insert Placeholder” within the Ribbon. DO NOT add text boxes. Check the Reading Order in the Selection Pane.</a:t>
            </a:r>
            <a:endParaRPr lang="en-US" dirty="0"/>
          </a:p>
        </p:txBody>
      </p:sp>
      <p:cxnSp>
        <p:nvCxnSpPr>
          <p:cNvPr id="6" name="Straight Connector 5"/>
          <p:cNvCxnSpPr/>
          <p:nvPr userDrawn="1"/>
        </p:nvCxnSpPr>
        <p:spPr>
          <a:xfrm flipV="1">
            <a:off x="914402" y="1257300"/>
            <a:ext cx="10387519" cy="25150"/>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
        <p:nvSpPr>
          <p:cNvPr id="7" name="Date Placeholder 2"/>
          <p:cNvSpPr>
            <a:spLocks noGrp="1"/>
          </p:cNvSpPr>
          <p:nvPr>
            <p:ph type="dt" sz="half" idx="10"/>
          </p:nvPr>
        </p:nvSpPr>
        <p:spPr>
          <a:xfrm>
            <a:off x="838200" y="6356352"/>
            <a:ext cx="2743200" cy="365125"/>
          </a:xfrm>
        </p:spPr>
        <p:txBody>
          <a:bodyPr/>
          <a:lstStyle>
            <a:lvl1pPr>
              <a:defRPr>
                <a:solidFill>
                  <a:schemeClr val="tx1"/>
                </a:solidFill>
              </a:defRPr>
            </a:lvl1pPr>
          </a:lstStyle>
          <a:p>
            <a:fld id="{2EDA089A-53A7-3F43-88BD-596888B644C3}" type="datetimeFigureOut">
              <a:rPr lang="en-US" smtClean="0"/>
              <a:pPr/>
              <a:t>4/28/2026</a:t>
            </a:fld>
            <a:endParaRPr lang="en-US" dirty="0"/>
          </a:p>
        </p:txBody>
      </p:sp>
      <p:sp>
        <p:nvSpPr>
          <p:cNvPr id="8" name="Footer Placeholder 3"/>
          <p:cNvSpPr>
            <a:spLocks noGrp="1"/>
          </p:cNvSpPr>
          <p:nvPr>
            <p:ph type="ftr" sz="quarter" idx="11"/>
          </p:nvPr>
        </p:nvSpPr>
        <p:spPr>
          <a:xfrm>
            <a:off x="4038600" y="6356352"/>
            <a:ext cx="4114800" cy="365125"/>
          </a:xfrm>
        </p:spPr>
        <p:txBody>
          <a:bodyPr/>
          <a:lstStyle>
            <a:lvl1pPr>
              <a:defRPr sz="1125">
                <a:solidFill>
                  <a:schemeClr val="tx1"/>
                </a:solidFill>
              </a:defRPr>
            </a:lvl1pPr>
          </a:lstStyle>
          <a:p>
            <a:endParaRPr lang="en-US" dirty="0"/>
          </a:p>
        </p:txBody>
      </p:sp>
      <p:sp>
        <p:nvSpPr>
          <p:cNvPr id="9" name="Slide Number Placeholder 4"/>
          <p:cNvSpPr>
            <a:spLocks noGrp="1"/>
          </p:cNvSpPr>
          <p:nvPr>
            <p:ph type="sldNum" sz="quarter" idx="12"/>
          </p:nvPr>
        </p:nvSpPr>
        <p:spPr>
          <a:xfrm>
            <a:off x="8610600" y="6356352"/>
            <a:ext cx="2743200" cy="365125"/>
          </a:xfrm>
        </p:spPr>
        <p:txBody>
          <a:bodyPr/>
          <a:lstStyle>
            <a:lvl1pPr>
              <a:defRPr sz="1125">
                <a:solidFill>
                  <a:schemeClr val="tx1"/>
                </a:solidFill>
              </a:defRPr>
            </a:lvl1pPr>
          </a:lstStyle>
          <a:p>
            <a:fld id="{8B4A9805-B67D-5D4A-85DC-C8E27BA9210B}" type="slidenum">
              <a:rPr lang="en-US" smtClean="0"/>
              <a:pPr/>
              <a:t>‹#›</a:t>
            </a:fld>
            <a:endParaRPr lang="en-US" dirty="0"/>
          </a:p>
        </p:txBody>
      </p:sp>
    </p:spTree>
    <p:extLst>
      <p:ext uri="{BB962C8B-B14F-4D97-AF65-F5344CB8AC3E}">
        <p14:creationId xmlns:p14="http://schemas.microsoft.com/office/powerpoint/2010/main" val="4238874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losing Credits">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2400">
                <a:solidFill>
                  <a:srgbClr val="007B80"/>
                </a:solidFill>
              </a:defRPr>
            </a:lvl1pPr>
          </a:lstStyle>
          <a:p>
            <a:r>
              <a:rPr lang="en-US" dirty="0"/>
              <a:t>Click to Add Title</a:t>
            </a:r>
          </a:p>
        </p:txBody>
      </p:sp>
      <p:sp>
        <p:nvSpPr>
          <p:cNvPr id="3" name="Content Placeholder 2"/>
          <p:cNvSpPr>
            <a:spLocks noGrp="1"/>
          </p:cNvSpPr>
          <p:nvPr>
            <p:ph idx="1"/>
          </p:nvPr>
        </p:nvSpPr>
        <p:spPr>
          <a:xfrm>
            <a:off x="838200" y="1456793"/>
            <a:ext cx="8552235" cy="4755473"/>
          </a:xfrm>
        </p:spPr>
        <p:txBody>
          <a:bodyPr/>
          <a:lstStyle>
            <a:lvl1pPr marL="0" indent="0">
              <a:buNone/>
              <a:defRPr sz="1800" b="0" i="0">
                <a:latin typeface="+mj-lt"/>
                <a:ea typeface="Cambria" charset="0"/>
                <a:cs typeface="Cambria" charset="0"/>
              </a:defRPr>
            </a:lvl1pPr>
            <a:lvl2pPr marL="428625" indent="-170260">
              <a:tabLst/>
              <a:defRPr b="0" i="0">
                <a:latin typeface="+mj-lt"/>
                <a:ea typeface="Calibri" charset="0"/>
                <a:cs typeface="Calibri" charset="0"/>
              </a:defRPr>
            </a:lvl2pPr>
            <a:lvl3pPr marL="772716" indent="-169069">
              <a:tabLst/>
              <a:defRPr b="0">
                <a:latin typeface="+mj-lt"/>
              </a:defRPr>
            </a:lvl3pPr>
            <a:lvl4pPr marL="1117997" indent="-175022">
              <a:tabLst/>
              <a:defRPr b="0">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5" name="Straight Connector 4"/>
          <p:cNvCxnSpPr/>
          <p:nvPr userDrawn="1"/>
        </p:nvCxnSpPr>
        <p:spPr>
          <a:xfrm flipV="1">
            <a:off x="914402" y="1257300"/>
            <a:ext cx="10387519" cy="25150"/>
          </a:xfrm>
          <a:prstGeom prst="line">
            <a:avLst/>
          </a:prstGeom>
          <a:ln>
            <a:solidFill>
              <a:srgbClr val="58697D"/>
            </a:solidFill>
          </a:ln>
        </p:spPr>
        <p:style>
          <a:lnRef idx="1">
            <a:schemeClr val="accent1"/>
          </a:lnRef>
          <a:fillRef idx="0">
            <a:schemeClr val="accent1"/>
          </a:fillRef>
          <a:effectRef idx="0">
            <a:schemeClr val="accent1"/>
          </a:effectRef>
          <a:fontRef idx="minor">
            <a:schemeClr val="tx1"/>
          </a:fontRef>
        </p:style>
      </p:cxnSp>
      <p:sp>
        <p:nvSpPr>
          <p:cNvPr id="6" name="Date Placeholder 2"/>
          <p:cNvSpPr>
            <a:spLocks noGrp="1"/>
          </p:cNvSpPr>
          <p:nvPr>
            <p:ph type="dt" sz="half" idx="10"/>
          </p:nvPr>
        </p:nvSpPr>
        <p:spPr>
          <a:xfrm>
            <a:off x="838200" y="6356352"/>
            <a:ext cx="2743200" cy="365125"/>
          </a:xfrm>
        </p:spPr>
        <p:txBody>
          <a:bodyPr/>
          <a:lstStyle>
            <a:lvl1pPr>
              <a:defRPr sz="1125">
                <a:solidFill>
                  <a:schemeClr val="tx1"/>
                </a:solidFill>
                <a:latin typeface="Calibri" panose="020F0502020204030204" pitchFamily="34" charset="0"/>
                <a:cs typeface="Calibri" panose="020F0502020204030204" pitchFamily="34" charset="0"/>
              </a:defRPr>
            </a:lvl1pPr>
          </a:lstStyle>
          <a:p>
            <a:fld id="{2EDA089A-53A7-3F43-88BD-596888B644C3}" type="datetimeFigureOut">
              <a:rPr lang="en-US" smtClean="0"/>
              <a:pPr/>
              <a:t>4/28/2026</a:t>
            </a:fld>
            <a:endParaRPr lang="en-US" dirty="0"/>
          </a:p>
        </p:txBody>
      </p:sp>
      <p:sp>
        <p:nvSpPr>
          <p:cNvPr id="7" name="Footer Placeholder 3"/>
          <p:cNvSpPr>
            <a:spLocks noGrp="1"/>
          </p:cNvSpPr>
          <p:nvPr>
            <p:ph type="ftr" sz="quarter" idx="11"/>
          </p:nvPr>
        </p:nvSpPr>
        <p:spPr>
          <a:xfrm>
            <a:off x="4038600" y="6356352"/>
            <a:ext cx="4114800" cy="365125"/>
          </a:xfrm>
        </p:spPr>
        <p:txBody>
          <a:bodyPr/>
          <a:lstStyle>
            <a:lvl1pPr>
              <a:defRPr sz="1125">
                <a:solidFill>
                  <a:schemeClr val="tx1"/>
                </a:solidFill>
                <a:latin typeface="Calibri" panose="020F0502020204030204" pitchFamily="34" charset="0"/>
                <a:cs typeface="Calibri" panose="020F0502020204030204" pitchFamily="34" charset="0"/>
              </a:defRPr>
            </a:lvl1pPr>
          </a:lstStyle>
          <a:p>
            <a:endParaRPr lang="en-US" dirty="0"/>
          </a:p>
        </p:txBody>
      </p:sp>
      <p:sp>
        <p:nvSpPr>
          <p:cNvPr id="8" name="Slide Number Placeholder 4"/>
          <p:cNvSpPr>
            <a:spLocks noGrp="1"/>
          </p:cNvSpPr>
          <p:nvPr>
            <p:ph type="sldNum" sz="quarter" idx="12"/>
          </p:nvPr>
        </p:nvSpPr>
        <p:spPr>
          <a:xfrm>
            <a:off x="8610600" y="6356352"/>
            <a:ext cx="2743200" cy="365125"/>
          </a:xfrm>
        </p:spPr>
        <p:txBody>
          <a:bodyPr/>
          <a:lstStyle>
            <a:lvl1pPr>
              <a:defRPr sz="1125">
                <a:solidFill>
                  <a:schemeClr val="tx1"/>
                </a:solidFill>
              </a:defRPr>
            </a:lvl1pPr>
          </a:lstStyle>
          <a:p>
            <a:fld id="{8B4A9805-B67D-5D4A-85DC-C8E27BA9210B}" type="slidenum">
              <a:rPr lang="en-US" smtClean="0"/>
              <a:pPr/>
              <a:t>‹#›</a:t>
            </a:fld>
            <a:endParaRPr lang="en-US" dirty="0"/>
          </a:p>
        </p:txBody>
      </p:sp>
      <p:pic>
        <p:nvPicPr>
          <p:cNvPr id="9" name="Picture 8" descr="A tree with a mountain in the background&#10;&#10;Description generated with high confidence">
            <a:extLst>
              <a:ext uri="{FF2B5EF4-FFF2-40B4-BE49-F238E27FC236}">
                <a16:creationId xmlns:a16="http://schemas.microsoft.com/office/drawing/2014/main" id="{CFCF0B1C-4B3C-F344-8A99-16E67138CD67}"/>
              </a:ext>
            </a:extLst>
          </p:cNvPr>
          <p:cNvPicPr>
            <a:picLocks noChangeAspect="1"/>
          </p:cNvPicPr>
          <p:nvPr userDrawn="1"/>
        </p:nvPicPr>
        <p:blipFill>
          <a:blip r:embed="rId2"/>
          <a:stretch>
            <a:fillRect/>
          </a:stretch>
        </p:blipFill>
        <p:spPr>
          <a:xfrm>
            <a:off x="11049641" y="244935"/>
            <a:ext cx="914300" cy="292110"/>
          </a:xfrm>
          <a:prstGeom prst="rect">
            <a:avLst/>
          </a:prstGeom>
        </p:spPr>
      </p:pic>
    </p:spTree>
    <p:extLst>
      <p:ext uri="{BB962C8B-B14F-4D97-AF65-F5344CB8AC3E}">
        <p14:creationId xmlns:p14="http://schemas.microsoft.com/office/powerpoint/2010/main" val="389730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pos="512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1"/>
          <p:cNvSpPr txBox="1">
            <a:spLocks/>
          </p:cNvSpPr>
          <p:nvPr userDrawn="1"/>
        </p:nvSpPr>
        <p:spPr bwMode="auto">
          <a:xfrm>
            <a:off x="431801" y="1350964"/>
            <a:ext cx="3985684" cy="4179887"/>
          </a:xfrm>
          <a:prstGeom prst="rect">
            <a:avLst/>
          </a:prstGeom>
          <a:noFill/>
          <a:ln>
            <a:noFill/>
          </a:ln>
        </p:spPr>
        <p:txBody>
          <a:bodyPr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r" eaLnBrk="1" hangingPunct="1">
              <a:defRPr/>
            </a:pPr>
            <a:endParaRPr lang="en-US" altLang="en-US" sz="20000" b="1">
              <a:solidFill>
                <a:srgbClr val="FF2807"/>
              </a:solidFill>
              <a:latin typeface="Helvetica Neue" charset="0"/>
              <a:cs typeface="Helvetica Neue" charset="0"/>
            </a:endParaRPr>
          </a:p>
        </p:txBody>
      </p:sp>
      <p:cxnSp>
        <p:nvCxnSpPr>
          <p:cNvPr id="5" name="Straight Connector 4"/>
          <p:cNvCxnSpPr/>
          <p:nvPr userDrawn="1"/>
        </p:nvCxnSpPr>
        <p:spPr>
          <a:xfrm>
            <a:off x="4766733" y="1350964"/>
            <a:ext cx="0" cy="4179887"/>
          </a:xfrm>
          <a:prstGeom prst="line">
            <a:avLst/>
          </a:prstGeom>
          <a:ln w="57150" cmpd="sng">
            <a:solidFill>
              <a:schemeClr val="tx1"/>
            </a:solidFill>
          </a:ln>
          <a:effectLst/>
        </p:spPr>
        <p:style>
          <a:lnRef idx="2">
            <a:schemeClr val="dk1"/>
          </a:lnRef>
          <a:fillRef idx="0">
            <a:schemeClr val="dk1"/>
          </a:fillRef>
          <a:effectRef idx="1">
            <a:schemeClr val="dk1"/>
          </a:effectRef>
          <a:fontRef idx="minor">
            <a:schemeClr val="tx1"/>
          </a:fontRef>
        </p:style>
      </p:cxnSp>
      <p:sp>
        <p:nvSpPr>
          <p:cNvPr id="7" name="Title 1"/>
          <p:cNvSpPr>
            <a:spLocks noGrp="1"/>
          </p:cNvSpPr>
          <p:nvPr>
            <p:ph type="ctrTitle"/>
          </p:nvPr>
        </p:nvSpPr>
        <p:spPr>
          <a:xfrm>
            <a:off x="4971806" y="1350817"/>
            <a:ext cx="6810217" cy="4179455"/>
          </a:xfrm>
        </p:spPr>
        <p:txBody>
          <a:bodyPr>
            <a:normAutofit fontScale="90000"/>
          </a:bodyPr>
          <a:lstStyle>
            <a:lvl1pPr algn="l">
              <a:defRPr cap="all" baseline="0">
                <a:solidFill>
                  <a:srgbClr val="669900"/>
                </a:solidFill>
              </a:defRPr>
            </a:lvl1pPr>
          </a:lstStyle>
          <a:p>
            <a:r>
              <a:rPr lang="en-US" dirty="0"/>
              <a:t>Click to edit Master title style</a:t>
            </a:r>
          </a:p>
        </p:txBody>
      </p:sp>
      <p:sp>
        <p:nvSpPr>
          <p:cNvPr id="12" name="Text Placeholder 11"/>
          <p:cNvSpPr>
            <a:spLocks noGrp="1"/>
          </p:cNvSpPr>
          <p:nvPr>
            <p:ph type="body" sz="quarter" idx="10"/>
          </p:nvPr>
        </p:nvSpPr>
        <p:spPr>
          <a:xfrm>
            <a:off x="431033" y="1350817"/>
            <a:ext cx="4156364" cy="4179455"/>
          </a:xfrm>
        </p:spPr>
        <p:txBody>
          <a:bodyPr anchor="ctr">
            <a:noAutofit/>
          </a:bodyPr>
          <a:lstStyle>
            <a:lvl1pPr marL="0" indent="0" algn="r">
              <a:buNone/>
              <a:defRPr sz="20000" b="0" i="0">
                <a:solidFill>
                  <a:srgbClr val="669900"/>
                </a:solidFill>
                <a:latin typeface="Helvetica Neue Medium"/>
                <a:cs typeface="Helvetica Neue Medium"/>
              </a:defRPr>
            </a:lvl1pPr>
          </a:lstStyle>
          <a:p>
            <a:pPr lvl="0"/>
            <a:r>
              <a:rPr lang="en-US" dirty="0"/>
              <a:t>Click to edit Master text styles</a:t>
            </a:r>
          </a:p>
        </p:txBody>
      </p:sp>
    </p:spTree>
    <p:extLst>
      <p:ext uri="{BB962C8B-B14F-4D97-AF65-F5344CB8AC3E}">
        <p14:creationId xmlns:p14="http://schemas.microsoft.com/office/powerpoint/2010/main" val="2558526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429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E9E2BFF-0B83-4EEC-B349-6032F0DFE8E4}"/>
              </a:ext>
            </a:extLst>
          </p:cNvPr>
          <p:cNvSpPr/>
          <p:nvPr userDrawn="1"/>
        </p:nvSpPr>
        <p:spPr>
          <a:xfrm rot="10800000">
            <a:off x="0" y="0"/>
            <a:ext cx="12192000" cy="6858000"/>
          </a:xfrm>
          <a:prstGeom prst="rect">
            <a:avLst/>
          </a:prstGeom>
          <a:gradFill flip="none" rotWithShape="1">
            <a:gsLst>
              <a:gs pos="0">
                <a:schemeClr val="bg2">
                  <a:lumMod val="50000"/>
                </a:schemeClr>
              </a:gs>
              <a:gs pos="62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Text Placeholder 18"/>
          <p:cNvSpPr>
            <a:spLocks noGrp="1"/>
          </p:cNvSpPr>
          <p:nvPr>
            <p:ph type="body" sz="quarter" idx="10" hasCustomPrompt="1"/>
          </p:nvPr>
        </p:nvSpPr>
        <p:spPr>
          <a:xfrm>
            <a:off x="2304288" y="4393523"/>
            <a:ext cx="7583424" cy="469547"/>
          </a:xfrm>
          <a:prstGeom prst="rect">
            <a:avLst/>
          </a:prstGeom>
        </p:spPr>
        <p:txBody>
          <a:bodyPr>
            <a:normAutofit/>
          </a:bodyPr>
          <a:lstStyle>
            <a:lvl1pPr marL="0" marR="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defRPr>
            </a:lvl1pPr>
            <a:lvl3pPr marL="914377" indent="0" algn="l">
              <a:buNone/>
              <a:defRPr/>
            </a:lvl3pPr>
          </a:lstStyle>
          <a:p>
            <a:pPr lvl="0"/>
            <a:r>
              <a:rPr lang="en-US"/>
              <a:t>Click to edit optional sub-header</a:t>
            </a:r>
            <a:br>
              <a:rPr lang="en-US"/>
            </a:br>
            <a:r>
              <a:rPr lang="en-US"/>
              <a:t>Arial, 12pt, sentence case</a:t>
            </a:r>
          </a:p>
        </p:txBody>
      </p:sp>
      <p:sp>
        <p:nvSpPr>
          <p:cNvPr id="9" name="Title 1"/>
          <p:cNvSpPr>
            <a:spLocks noGrp="1"/>
          </p:cNvSpPr>
          <p:nvPr>
            <p:ph type="title" hasCustomPrompt="1"/>
          </p:nvPr>
        </p:nvSpPr>
        <p:spPr>
          <a:xfrm>
            <a:off x="2304288" y="2974495"/>
            <a:ext cx="7583424" cy="1269693"/>
          </a:xfrm>
          <a:prstGeom prst="rect">
            <a:avLst/>
          </a:prstGeom>
        </p:spPr>
        <p:txBody>
          <a:bodyPr anchor="b"/>
          <a:lstStyle>
            <a:lvl1pPr algn="ctr">
              <a:defRPr sz="2667" cap="all" baseline="0">
                <a:solidFill>
                  <a:schemeClr val="bg1"/>
                </a:solidFill>
              </a:defRPr>
            </a:lvl1pPr>
          </a:lstStyle>
          <a:p>
            <a:r>
              <a:rPr lang="en-US" dirty="0"/>
              <a:t>TITLE, ARIAL, 20PT, UPPERCASE</a:t>
            </a:r>
          </a:p>
        </p:txBody>
      </p:sp>
      <p:pic>
        <p:nvPicPr>
          <p:cNvPr id="4" name="Picture 3" descr="A picture containing drawing&#10;&#10;Description automatically generated">
            <a:extLst>
              <a:ext uri="{FF2B5EF4-FFF2-40B4-BE49-F238E27FC236}">
                <a16:creationId xmlns:a16="http://schemas.microsoft.com/office/drawing/2014/main" id="{68CD39B6-2E49-4642-967A-D62CD650C9F5}"/>
              </a:ext>
            </a:extLst>
          </p:cNvPr>
          <p:cNvPicPr>
            <a:picLocks noChangeAspect="1"/>
          </p:cNvPicPr>
          <p:nvPr userDrawn="1"/>
        </p:nvPicPr>
        <p:blipFill>
          <a:blip r:embed="rId2"/>
          <a:stretch>
            <a:fillRect/>
          </a:stretch>
        </p:blipFill>
        <p:spPr>
          <a:xfrm>
            <a:off x="5381363" y="565467"/>
            <a:ext cx="1429275" cy="183312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082683282"/>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2216726"/>
            <a:ext cx="12192000" cy="2287260"/>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2304288" y="3829076"/>
            <a:ext cx="7583424" cy="469547"/>
          </a:xfrm>
          <a:prstGeom prst="rect">
            <a:avLst/>
          </a:prstGeom>
        </p:spPr>
        <p:txBody>
          <a:bodyPr>
            <a:normAutofit/>
          </a:bodyPr>
          <a:lstStyle>
            <a:lvl1pPr marL="0" marR="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defRPr>
            </a:lvl1pPr>
            <a:lvl3pPr marL="914377"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2304288" y="2410048"/>
            <a:ext cx="7583424" cy="1269693"/>
          </a:xfrm>
          <a:prstGeom prst="rect">
            <a:avLst/>
          </a:prstGeom>
        </p:spPr>
        <p:txBody>
          <a:bodyPr anchor="b"/>
          <a:lstStyle>
            <a:lvl1pPr algn="ctr">
              <a:defRPr sz="2667"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177489685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2216726"/>
            <a:ext cx="12192000" cy="2287260"/>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2304288" y="3829076"/>
            <a:ext cx="7583424" cy="469547"/>
          </a:xfrm>
          <a:prstGeom prst="rect">
            <a:avLst/>
          </a:prstGeom>
        </p:spPr>
        <p:txBody>
          <a:bodyPr>
            <a:normAutofit/>
          </a:bodyPr>
          <a:lstStyle>
            <a:lvl1pPr marL="0" marR="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defRPr>
            </a:lvl1pPr>
            <a:lvl3pPr marL="914377"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2304288" y="2410048"/>
            <a:ext cx="7583424" cy="1269693"/>
          </a:xfrm>
          <a:prstGeom prst="rect">
            <a:avLst/>
          </a:prstGeom>
        </p:spPr>
        <p:txBody>
          <a:bodyPr anchor="b"/>
          <a:lstStyle>
            <a:lvl1pPr algn="ctr">
              <a:defRPr sz="2667" cap="all" baseline="0">
                <a:solidFill>
                  <a:schemeClr val="bg1"/>
                </a:solidFill>
              </a:defRPr>
            </a:lvl1pPr>
          </a:lstStyle>
          <a:p>
            <a:r>
              <a:rPr lang="en-US" dirty="0"/>
              <a:t>DIVIDER TITLE, ARIAL, 20PT, UPPERCASE</a:t>
            </a:r>
          </a:p>
        </p:txBody>
      </p:sp>
    </p:spTree>
    <p:extLst>
      <p:ext uri="{BB962C8B-B14F-4D97-AF65-F5344CB8AC3E}">
        <p14:creationId xmlns:p14="http://schemas.microsoft.com/office/powerpoint/2010/main" val="243165612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2216726"/>
            <a:ext cx="12192000" cy="2287260"/>
          </a:xfrm>
          <a:prstGeom prst="rect">
            <a:avLst/>
          </a:prstGeom>
          <a:gradFill flip="none" rotWithShape="1">
            <a:gsLst>
              <a:gs pos="0">
                <a:schemeClr val="bg2">
                  <a:lumMod val="50000"/>
                </a:schemeClr>
              </a:gs>
              <a:gs pos="85000">
                <a:srgbClr val="4EABD5">
                  <a:tint val="44500"/>
                  <a:satMod val="160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2304288" y="3829076"/>
            <a:ext cx="7583424" cy="469547"/>
          </a:xfrm>
          <a:prstGeom prst="rect">
            <a:avLst/>
          </a:prstGeom>
        </p:spPr>
        <p:txBody>
          <a:bodyPr>
            <a:normAutofit/>
          </a:bodyPr>
          <a:lstStyle>
            <a:lvl1pPr marL="0" marR="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defRPr>
            </a:lvl1pPr>
            <a:lvl3pPr marL="914377"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2304288" y="2410048"/>
            <a:ext cx="7583424" cy="1269693"/>
          </a:xfrm>
          <a:prstGeom prst="rect">
            <a:avLst/>
          </a:prstGeom>
        </p:spPr>
        <p:txBody>
          <a:bodyPr anchor="b"/>
          <a:lstStyle>
            <a:lvl1pPr algn="ctr">
              <a:defRPr sz="2667" cap="all" baseline="0">
                <a:solidFill>
                  <a:schemeClr val="bg1"/>
                </a:solidFill>
              </a:defRPr>
            </a:lvl1pPr>
          </a:lstStyle>
          <a:p>
            <a:r>
              <a:rPr lang="en-US" dirty="0"/>
              <a:t>DIVIDER TITLE, ARIAL, 20PT, UPPERCASE</a:t>
            </a:r>
          </a:p>
        </p:txBody>
      </p:sp>
      <p:pic>
        <p:nvPicPr>
          <p:cNvPr id="3" name="Picture 2" descr="A large building&#10;&#10;Description automatically generated">
            <a:extLst>
              <a:ext uri="{FF2B5EF4-FFF2-40B4-BE49-F238E27FC236}">
                <a16:creationId xmlns:a16="http://schemas.microsoft.com/office/drawing/2014/main" id="{0F5107FE-B099-49F5-9A06-956B06276127}"/>
              </a:ext>
            </a:extLst>
          </p:cNvPr>
          <p:cNvPicPr>
            <a:picLocks noChangeAspect="1"/>
          </p:cNvPicPr>
          <p:nvPr userDrawn="1"/>
        </p:nvPicPr>
        <p:blipFill>
          <a:blip r:embed="rId2">
            <a:alphaModFix amt="12000"/>
          </a:blip>
          <a:stretch>
            <a:fillRect/>
          </a:stretch>
        </p:blipFill>
        <p:spPr>
          <a:xfrm>
            <a:off x="1348921" y="403959"/>
            <a:ext cx="9494159" cy="5680671"/>
          </a:xfrm>
          <a:prstGeom prst="rect">
            <a:avLst/>
          </a:prstGeom>
        </p:spPr>
      </p:pic>
    </p:spTree>
    <p:extLst>
      <p:ext uri="{BB962C8B-B14F-4D97-AF65-F5344CB8AC3E}">
        <p14:creationId xmlns:p14="http://schemas.microsoft.com/office/powerpoint/2010/main" val="169601357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gra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099198-7553-4076-AA94-8DECF542D0DE}"/>
              </a:ext>
            </a:extLst>
          </p:cNvPr>
          <p:cNvSpPr/>
          <p:nvPr userDrawn="1"/>
        </p:nvSpPr>
        <p:spPr>
          <a:xfrm rot="10800000">
            <a:off x="0" y="2216726"/>
            <a:ext cx="12192000" cy="2287260"/>
          </a:xfrm>
          <a:prstGeom prst="rect">
            <a:avLst/>
          </a:prstGeom>
          <a:gradFill flip="none" rotWithShape="1">
            <a:gsLst>
              <a:gs pos="1000">
                <a:schemeClr val="tx1">
                  <a:lumMod val="50000"/>
                  <a:lumOff val="5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ext Placeholder 18">
            <a:extLst>
              <a:ext uri="{FF2B5EF4-FFF2-40B4-BE49-F238E27FC236}">
                <a16:creationId xmlns:a16="http://schemas.microsoft.com/office/drawing/2014/main" id="{AD8FF8E8-9462-4ED7-B962-440BDD8B857D}"/>
              </a:ext>
            </a:extLst>
          </p:cNvPr>
          <p:cNvSpPr>
            <a:spLocks noGrp="1"/>
          </p:cNvSpPr>
          <p:nvPr>
            <p:ph type="body" sz="quarter" idx="10" hasCustomPrompt="1"/>
          </p:nvPr>
        </p:nvSpPr>
        <p:spPr>
          <a:xfrm>
            <a:off x="2304288" y="3829076"/>
            <a:ext cx="7583424" cy="469547"/>
          </a:xfrm>
          <a:prstGeom prst="rect">
            <a:avLst/>
          </a:prstGeom>
        </p:spPr>
        <p:txBody>
          <a:bodyPr>
            <a:normAutofit/>
          </a:bodyPr>
          <a:lstStyle>
            <a:lvl1pPr marL="0" marR="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defRPr>
            </a:lvl1pPr>
            <a:lvl3pPr marL="914377" indent="0" algn="l">
              <a:buNone/>
              <a:defRPr/>
            </a:lvl3pPr>
          </a:lstStyle>
          <a:p>
            <a:pPr lvl="0"/>
            <a:r>
              <a:rPr lang="en-US" dirty="0"/>
              <a:t>Click to edit optional sub-header</a:t>
            </a:r>
            <a:br>
              <a:rPr lang="en-US" dirty="0"/>
            </a:br>
            <a:r>
              <a:rPr lang="en-US" dirty="0"/>
              <a:t>Arial, 12pt, sentence case</a:t>
            </a:r>
          </a:p>
        </p:txBody>
      </p:sp>
      <p:sp>
        <p:nvSpPr>
          <p:cNvPr id="8" name="Title 1">
            <a:extLst>
              <a:ext uri="{FF2B5EF4-FFF2-40B4-BE49-F238E27FC236}">
                <a16:creationId xmlns:a16="http://schemas.microsoft.com/office/drawing/2014/main" id="{4ECFDA11-F9FA-4132-89E4-A1DFC2573878}"/>
              </a:ext>
            </a:extLst>
          </p:cNvPr>
          <p:cNvSpPr>
            <a:spLocks noGrp="1"/>
          </p:cNvSpPr>
          <p:nvPr>
            <p:ph type="title" hasCustomPrompt="1"/>
          </p:nvPr>
        </p:nvSpPr>
        <p:spPr>
          <a:xfrm>
            <a:off x="2304288" y="2410048"/>
            <a:ext cx="7583424" cy="1269693"/>
          </a:xfrm>
          <a:prstGeom prst="rect">
            <a:avLst/>
          </a:prstGeom>
        </p:spPr>
        <p:txBody>
          <a:bodyPr anchor="b"/>
          <a:lstStyle>
            <a:lvl1pPr algn="ctr">
              <a:defRPr sz="2667" cap="all" baseline="0">
                <a:solidFill>
                  <a:schemeClr val="bg1"/>
                </a:solidFill>
              </a:defRPr>
            </a:lvl1pPr>
          </a:lstStyle>
          <a:p>
            <a:r>
              <a:rPr lang="en-US" dirty="0"/>
              <a:t>DIVIDER TITLE, ARIAL, 20PT, UPPERCASE</a:t>
            </a:r>
          </a:p>
        </p:txBody>
      </p:sp>
      <p:pic>
        <p:nvPicPr>
          <p:cNvPr id="2" name="Picture 1" descr="A large building&#10;&#10;Description automatically generated">
            <a:extLst>
              <a:ext uri="{FF2B5EF4-FFF2-40B4-BE49-F238E27FC236}">
                <a16:creationId xmlns:a16="http://schemas.microsoft.com/office/drawing/2014/main" id="{E1234ECC-ADCC-46AC-9691-CE80D2E9AC5F}"/>
              </a:ext>
            </a:extLst>
          </p:cNvPr>
          <p:cNvPicPr>
            <a:picLocks noChangeAspect="1"/>
          </p:cNvPicPr>
          <p:nvPr userDrawn="1"/>
        </p:nvPicPr>
        <p:blipFill>
          <a:blip r:embed="rId2">
            <a:alphaModFix amt="12000"/>
          </a:blip>
          <a:stretch>
            <a:fillRect/>
          </a:stretch>
        </p:blipFill>
        <p:spPr>
          <a:xfrm>
            <a:off x="1348921" y="403959"/>
            <a:ext cx="9494159" cy="5680671"/>
          </a:xfrm>
          <a:prstGeom prst="rect">
            <a:avLst/>
          </a:prstGeom>
        </p:spPr>
      </p:pic>
    </p:spTree>
    <p:extLst>
      <p:ext uri="{BB962C8B-B14F-4D97-AF65-F5344CB8AC3E}">
        <p14:creationId xmlns:p14="http://schemas.microsoft.com/office/powerpoint/2010/main" val="3478628439"/>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bullet list">
    <p:spTree>
      <p:nvGrpSpPr>
        <p:cNvPr id="1" name=""/>
        <p:cNvGrpSpPr/>
        <p:nvPr/>
      </p:nvGrpSpPr>
      <p:grpSpPr>
        <a:xfrm>
          <a:off x="0" y="0"/>
          <a:ext cx="0" cy="0"/>
          <a:chOff x="0" y="0"/>
          <a:chExt cx="0" cy="0"/>
        </a:xfrm>
      </p:grpSpPr>
      <p:cxnSp>
        <p:nvCxnSpPr>
          <p:cNvPr id="13" name="Straight Connector 12"/>
          <p:cNvCxnSpPr/>
          <p:nvPr userDrawn="1"/>
        </p:nvCxnSpPr>
        <p:spPr>
          <a:xfrm>
            <a:off x="3725177" y="1157729"/>
            <a:ext cx="0" cy="4289303"/>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3725177" y="1360929"/>
            <a:ext cx="0" cy="4289303"/>
          </a:xfrm>
          <a:prstGeom prst="line">
            <a:avLst/>
          </a:prstGeom>
          <a:ln w="19050">
            <a:solidFill>
              <a:srgbClr val="CDCDCD"/>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679594" y="2991647"/>
            <a:ext cx="2798585" cy="748988"/>
          </a:xfrm>
          <a:prstGeom prst="rect">
            <a:avLst/>
          </a:prstGeom>
          <a:noFill/>
        </p:spPr>
        <p:txBody>
          <a:bodyPr wrap="square" rtlCol="0">
            <a:spAutoFit/>
          </a:bodyPr>
          <a:lstStyle/>
          <a:p>
            <a:pPr algn="ctr"/>
            <a:r>
              <a:rPr lang="en-US" sz="4267">
                <a:solidFill>
                  <a:srgbClr val="2597CB"/>
                </a:solidFill>
              </a:rPr>
              <a:t>AGENDA</a:t>
            </a:r>
            <a:endParaRPr lang="en-US" sz="4267">
              <a:solidFill>
                <a:srgbClr val="2597CB"/>
              </a:solidFill>
              <a:latin typeface="Arial" panose="020B0604020202020204" pitchFamily="34" charset="0"/>
            </a:endParaRPr>
          </a:p>
        </p:txBody>
      </p:sp>
      <p:sp>
        <p:nvSpPr>
          <p:cNvPr id="5" name="Text Placeholder 4"/>
          <p:cNvSpPr>
            <a:spLocks noGrp="1"/>
          </p:cNvSpPr>
          <p:nvPr>
            <p:ph type="body" sz="quarter" idx="13"/>
          </p:nvPr>
        </p:nvSpPr>
        <p:spPr>
          <a:xfrm>
            <a:off x="4311652" y="1434185"/>
            <a:ext cx="6938433" cy="4216047"/>
          </a:xfrm>
        </p:spPr>
        <p:txBody>
          <a:bodyPr/>
          <a:lstStyle>
            <a:lvl1pPr>
              <a:buClr>
                <a:srgbClr val="2597CB"/>
              </a:buClr>
              <a:defRPr>
                <a:solidFill>
                  <a:srgbClr val="414042"/>
                </a:solidFill>
              </a:defRPr>
            </a:lvl1pPr>
            <a:lvl2pPr>
              <a:buClr>
                <a:srgbClr val="2597CB"/>
              </a:buClr>
              <a:defRPr>
                <a:solidFill>
                  <a:srgbClr val="414042"/>
                </a:solidFill>
              </a:defRPr>
            </a:lvl2pPr>
            <a:lvl3pPr>
              <a:buClr>
                <a:srgbClr val="2597CB"/>
              </a:buClr>
              <a:defRPr>
                <a:solidFill>
                  <a:srgbClr val="414042"/>
                </a:solidFill>
              </a:defRPr>
            </a:lvl3pPr>
            <a:lvl4pPr>
              <a:buClr>
                <a:srgbClr val="2597CB"/>
              </a:buClr>
              <a:defRPr/>
            </a:lvl4pPr>
            <a:lvl5pPr>
              <a:buClr>
                <a:srgbClr val="2597CB"/>
              </a:buClr>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529460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col bullets">
    <p:spTree>
      <p:nvGrpSpPr>
        <p:cNvPr id="1" name=""/>
        <p:cNvGrpSpPr/>
        <p:nvPr/>
      </p:nvGrpSpPr>
      <p:grpSpPr>
        <a:xfrm>
          <a:off x="0" y="0"/>
          <a:ext cx="0" cy="0"/>
          <a:chOff x="0" y="0"/>
          <a:chExt cx="0" cy="0"/>
        </a:xfrm>
      </p:grpSpPr>
      <p:sp>
        <p:nvSpPr>
          <p:cNvPr id="4" name="Text Placeholder 3"/>
          <p:cNvSpPr>
            <a:spLocks noGrp="1"/>
          </p:cNvSpPr>
          <p:nvPr>
            <p:ph type="body" sz="quarter" idx="18" hasCustomPrompt="1"/>
          </p:nvPr>
        </p:nvSpPr>
        <p:spPr>
          <a:xfrm>
            <a:off x="923076" y="1154087"/>
            <a:ext cx="10328561" cy="4739065"/>
          </a:xfrm>
          <a:prstGeom prst="rect">
            <a:avLst/>
          </a:prstGeom>
        </p:spPr>
        <p:txBody>
          <a:bodyPr lIns="0" tIns="0" rIns="0" bIns="0"/>
          <a:lstStyle>
            <a:lvl1pPr marL="304792" marR="0" indent="-304792" algn="l" defTabSz="1219170" rtl="0" eaLnBrk="1" fontAlgn="auto" latinLnBrk="0" hangingPunct="1">
              <a:lnSpc>
                <a:spcPct val="90000"/>
              </a:lnSpc>
              <a:spcBef>
                <a:spcPts val="1333"/>
              </a:spcBef>
              <a:spcAft>
                <a:spcPts val="0"/>
              </a:spcAft>
              <a:buClr>
                <a:schemeClr val="accent3"/>
              </a:buClr>
              <a:buSzPct val="140000"/>
              <a:buFont typeface="Arial"/>
              <a:buChar char="•"/>
              <a:tabLst/>
              <a:defRPr baseline="0"/>
            </a:lvl1pPr>
            <a:lvl2pPr marL="914377" marR="0" indent="-304792" algn="l" defTabSz="1219170" rtl="0" eaLnBrk="1" fontAlgn="auto" latinLnBrk="0" hangingPunct="1">
              <a:lnSpc>
                <a:spcPct val="90000"/>
              </a:lnSpc>
              <a:spcBef>
                <a:spcPts val="667"/>
              </a:spcBef>
              <a:spcAft>
                <a:spcPts val="0"/>
              </a:spcAft>
              <a:buClr>
                <a:schemeClr val="accent3"/>
              </a:buClr>
              <a:buSzTx/>
              <a:buFont typeface="Courier New" charset="0"/>
              <a:buChar char="o"/>
              <a:tabLst/>
              <a:defRPr baseline="0"/>
            </a:lvl2pPr>
            <a:lvl3pPr marL="1523962" marR="0" indent="-304792" algn="l" defTabSz="1219170" rtl="0" eaLnBrk="1" fontAlgn="auto" latinLnBrk="0" hangingPunct="1">
              <a:lnSpc>
                <a:spcPct val="90000"/>
              </a:lnSpc>
              <a:spcBef>
                <a:spcPts val="667"/>
              </a:spcBef>
              <a:spcAft>
                <a:spcPts val="0"/>
              </a:spcAft>
              <a:buClr>
                <a:schemeClr val="accent3"/>
              </a:buClr>
              <a:buSzTx/>
              <a:buFont typeface="Arial"/>
              <a:buChar char="•"/>
              <a:tabLst/>
              <a:defRPr baseline="0"/>
            </a:lvl3pPr>
            <a:lvl4pPr marL="2133547" marR="0" indent="-304792" algn="l" defTabSz="1219170" rtl="0" eaLnBrk="1" fontAlgn="auto" latinLnBrk="0" hangingPunct="1">
              <a:lnSpc>
                <a:spcPct val="90000"/>
              </a:lnSpc>
              <a:spcBef>
                <a:spcPts val="667"/>
              </a:spcBef>
              <a:spcAft>
                <a:spcPts val="0"/>
              </a:spcAft>
              <a:buClr>
                <a:schemeClr val="accent3"/>
              </a:buClr>
              <a:buSzPct val="60000"/>
              <a:buFont typeface="Courier New" charset="0"/>
              <a:buChar char="o"/>
              <a:tabLst/>
              <a:defRPr baseline="0"/>
            </a:lvl4pPr>
            <a:lvl5pPr marL="2743131" marR="0" indent="-304792" algn="l" defTabSz="1219170" rtl="0" eaLnBrk="1" fontAlgn="auto" latinLnBrk="0" hangingPunct="1">
              <a:lnSpc>
                <a:spcPct val="90000"/>
              </a:lnSpc>
              <a:spcBef>
                <a:spcPts val="667"/>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5" name="Title 9"/>
          <p:cNvSpPr>
            <a:spLocks noGrp="1"/>
          </p:cNvSpPr>
          <p:nvPr>
            <p:ph type="title" hasCustomPrompt="1"/>
          </p:nvPr>
        </p:nvSpPr>
        <p:spPr>
          <a:xfrm>
            <a:off x="923076" y="185506"/>
            <a:ext cx="10319529" cy="509597"/>
          </a:xfrm>
          <a:prstGeom prst="rect">
            <a:avLst/>
          </a:prstGeom>
        </p:spPr>
        <p:txBody>
          <a:bodyPr lIns="0">
            <a:noAutofit/>
          </a:bodyPr>
          <a:lstStyle>
            <a:lvl1pPr>
              <a:defRPr sz="2667" baseline="0">
                <a:solidFill>
                  <a:srgbClr val="414042"/>
                </a:solidFill>
              </a:defRPr>
            </a:lvl1pPr>
          </a:lstStyle>
          <a:p>
            <a:r>
              <a:rPr lang="en-US" dirty="0"/>
              <a:t>Click to Add Title – Use Title Case, No More than Two Lines</a:t>
            </a:r>
          </a:p>
        </p:txBody>
      </p:sp>
      <p:cxnSp>
        <p:nvCxnSpPr>
          <p:cNvPr id="8" name="Straight Connector 7">
            <a:extLst>
              <a:ext uri="{FF2B5EF4-FFF2-40B4-BE49-F238E27FC236}">
                <a16:creationId xmlns:a16="http://schemas.microsoft.com/office/drawing/2014/main" id="{065853EB-037E-4664-B8C6-47A825981E1A}"/>
              </a:ext>
            </a:extLst>
          </p:cNvPr>
          <p:cNvCxnSpPr>
            <a:cxnSpLocks/>
          </p:cNvCxnSpPr>
          <p:nvPr userDrawn="1"/>
        </p:nvCxnSpPr>
        <p:spPr>
          <a:xfrm>
            <a:off x="927778" y="912743"/>
            <a:ext cx="10336444"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506858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col blue subtitle">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923075" y="1154828"/>
            <a:ext cx="10354525" cy="317293"/>
          </a:xfrm>
          <a:prstGeom prst="rect">
            <a:avLst/>
          </a:prstGeom>
        </p:spPr>
        <p:txBody>
          <a:bodyPr>
            <a:noAutofit/>
          </a:bodyPr>
          <a:lstStyle>
            <a:lvl1pPr marL="0" indent="0">
              <a:spcBef>
                <a:spcPts val="0"/>
              </a:spcBef>
              <a:buNone/>
              <a:defRPr sz="2133" b="0">
                <a:solidFill>
                  <a:schemeClr val="accent3"/>
                </a:solidFill>
              </a:defRPr>
            </a:lvl1pPr>
          </a:lstStyle>
          <a:p>
            <a:pPr lvl="0"/>
            <a:r>
              <a:rPr lang="en-US" dirty="0"/>
              <a:t>Click to enter subtitle</a:t>
            </a:r>
          </a:p>
        </p:txBody>
      </p:sp>
      <p:sp>
        <p:nvSpPr>
          <p:cNvPr id="9" name="Text Placeholder 3">
            <a:extLst>
              <a:ext uri="{FF2B5EF4-FFF2-40B4-BE49-F238E27FC236}">
                <a16:creationId xmlns:a16="http://schemas.microsoft.com/office/drawing/2014/main" id="{FC134C1F-53DF-43C2-AF4D-EE37600EC2CB}"/>
              </a:ext>
            </a:extLst>
          </p:cNvPr>
          <p:cNvSpPr>
            <a:spLocks noGrp="1"/>
          </p:cNvSpPr>
          <p:nvPr>
            <p:ph type="body" sz="quarter" idx="18" hasCustomPrompt="1"/>
          </p:nvPr>
        </p:nvSpPr>
        <p:spPr>
          <a:xfrm>
            <a:off x="923076" y="1610002"/>
            <a:ext cx="10328561" cy="4326972"/>
          </a:xfrm>
          <a:prstGeom prst="rect">
            <a:avLst/>
          </a:prstGeom>
        </p:spPr>
        <p:txBody>
          <a:bodyPr lIns="0" tIns="0" rIns="0" bIns="0"/>
          <a:lstStyle>
            <a:lvl1pPr marL="304792" marR="0" indent="-304792" algn="l" defTabSz="1219170" rtl="0" eaLnBrk="1" fontAlgn="auto" latinLnBrk="0" hangingPunct="1">
              <a:lnSpc>
                <a:spcPct val="90000"/>
              </a:lnSpc>
              <a:spcBef>
                <a:spcPts val="1333"/>
              </a:spcBef>
              <a:spcAft>
                <a:spcPts val="0"/>
              </a:spcAft>
              <a:buClr>
                <a:schemeClr val="accent3"/>
              </a:buClr>
              <a:buSzPct val="140000"/>
              <a:buFont typeface="Arial"/>
              <a:buChar char="•"/>
              <a:tabLst/>
              <a:defRPr baseline="0"/>
            </a:lvl1pPr>
            <a:lvl2pPr marL="914377" marR="0" indent="-304792" algn="l" defTabSz="1219170" rtl="0" eaLnBrk="1" fontAlgn="auto" latinLnBrk="0" hangingPunct="1">
              <a:lnSpc>
                <a:spcPct val="90000"/>
              </a:lnSpc>
              <a:spcBef>
                <a:spcPts val="667"/>
              </a:spcBef>
              <a:spcAft>
                <a:spcPts val="0"/>
              </a:spcAft>
              <a:buClr>
                <a:schemeClr val="accent3"/>
              </a:buClr>
              <a:buSzTx/>
              <a:buFont typeface="Courier New" charset="0"/>
              <a:buChar char="o"/>
              <a:tabLst/>
              <a:defRPr baseline="0"/>
            </a:lvl2pPr>
            <a:lvl3pPr marL="1523962" marR="0" indent="-304792" algn="l" defTabSz="1219170" rtl="0" eaLnBrk="1" fontAlgn="auto" latinLnBrk="0" hangingPunct="1">
              <a:lnSpc>
                <a:spcPct val="90000"/>
              </a:lnSpc>
              <a:spcBef>
                <a:spcPts val="667"/>
              </a:spcBef>
              <a:spcAft>
                <a:spcPts val="0"/>
              </a:spcAft>
              <a:buClr>
                <a:schemeClr val="accent3"/>
              </a:buClr>
              <a:buSzTx/>
              <a:buFont typeface="Arial"/>
              <a:buChar char="•"/>
              <a:tabLst/>
              <a:defRPr baseline="0"/>
            </a:lvl3pPr>
            <a:lvl4pPr marL="2133547" marR="0" indent="-304792" algn="l" defTabSz="1219170" rtl="0" eaLnBrk="1" fontAlgn="auto" latinLnBrk="0" hangingPunct="1">
              <a:lnSpc>
                <a:spcPct val="90000"/>
              </a:lnSpc>
              <a:spcBef>
                <a:spcPts val="667"/>
              </a:spcBef>
              <a:spcAft>
                <a:spcPts val="0"/>
              </a:spcAft>
              <a:buClr>
                <a:schemeClr val="accent3"/>
              </a:buClr>
              <a:buSzPct val="60000"/>
              <a:buFont typeface="Courier New" charset="0"/>
              <a:buChar char="o"/>
              <a:tabLst/>
              <a:defRPr baseline="0"/>
            </a:lvl4pPr>
            <a:lvl5pPr marL="2743131" marR="0" indent="-304792" algn="l" defTabSz="1219170" rtl="0" eaLnBrk="1" fontAlgn="auto" latinLnBrk="0" hangingPunct="1">
              <a:lnSpc>
                <a:spcPct val="90000"/>
              </a:lnSpc>
              <a:spcBef>
                <a:spcPts val="667"/>
              </a:spcBef>
              <a:spcAft>
                <a:spcPts val="0"/>
              </a:spcAft>
              <a:buClr>
                <a:schemeClr val="accent3"/>
              </a:buClr>
              <a:buSzTx/>
              <a:buFont typeface="Arial"/>
              <a:buChar char="•"/>
              <a:tabLst/>
              <a:defRPr baseline="0"/>
            </a:lvl5pPr>
          </a:lstStyle>
          <a:p>
            <a:pPr lvl="0"/>
            <a:r>
              <a:rPr lang="en-US"/>
              <a:t>Select &amp; type to begin bullet list</a:t>
            </a:r>
          </a:p>
          <a:p>
            <a:pPr lvl="1"/>
            <a:r>
              <a:rPr lang="en-US"/>
              <a:t>Second level</a:t>
            </a:r>
          </a:p>
          <a:p>
            <a:pPr lvl="2"/>
            <a:r>
              <a:rPr lang="en-US"/>
              <a:t>Third level</a:t>
            </a:r>
          </a:p>
        </p:txBody>
      </p:sp>
      <p:sp>
        <p:nvSpPr>
          <p:cNvPr id="15" name="Title 9"/>
          <p:cNvSpPr>
            <a:spLocks noGrp="1"/>
          </p:cNvSpPr>
          <p:nvPr>
            <p:ph type="title" hasCustomPrompt="1"/>
          </p:nvPr>
        </p:nvSpPr>
        <p:spPr>
          <a:xfrm>
            <a:off x="923076" y="185506"/>
            <a:ext cx="10319529" cy="509597"/>
          </a:xfrm>
          <a:prstGeom prst="rect">
            <a:avLst/>
          </a:prstGeom>
        </p:spPr>
        <p:txBody>
          <a:bodyPr lIns="0">
            <a:noAutofit/>
          </a:bodyPr>
          <a:lstStyle>
            <a:lvl1pPr>
              <a:defRPr sz="2667" baseline="0">
                <a:solidFill>
                  <a:srgbClr val="414042"/>
                </a:solidFill>
              </a:defRPr>
            </a:lvl1pPr>
          </a:lstStyle>
          <a:p>
            <a:r>
              <a:rPr lang="en-US" dirty="0"/>
              <a:t>Click to Add Title – Use Title Case, No More than Two Lines</a:t>
            </a:r>
          </a:p>
        </p:txBody>
      </p:sp>
      <p:cxnSp>
        <p:nvCxnSpPr>
          <p:cNvPr id="11" name="Straight Connector 10">
            <a:extLst>
              <a:ext uri="{FF2B5EF4-FFF2-40B4-BE49-F238E27FC236}">
                <a16:creationId xmlns:a16="http://schemas.microsoft.com/office/drawing/2014/main" id="{AFDCBBB4-8E3B-4C61-976E-98D52FE44A29}"/>
              </a:ext>
            </a:extLst>
          </p:cNvPr>
          <p:cNvCxnSpPr>
            <a:cxnSpLocks/>
          </p:cNvCxnSpPr>
          <p:nvPr userDrawn="1"/>
        </p:nvCxnSpPr>
        <p:spPr>
          <a:xfrm>
            <a:off x="927778" y="912743"/>
            <a:ext cx="10336444"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6099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923076" y="185506"/>
            <a:ext cx="10319529" cy="509597"/>
          </a:xfrm>
          <a:prstGeom prst="rect">
            <a:avLst/>
          </a:prstGeom>
        </p:spPr>
        <p:txBody>
          <a:bodyPr lIns="0">
            <a:noAutofit/>
          </a:bodyPr>
          <a:lstStyle>
            <a:lvl1pPr>
              <a:defRPr sz="2667" baseline="0">
                <a:solidFill>
                  <a:srgbClr val="414042"/>
                </a:solidFill>
              </a:defRPr>
            </a:lvl1pPr>
          </a:lstStyle>
          <a:p>
            <a:r>
              <a:rPr lang="en-US" dirty="0"/>
              <a:t>Click to Add Title – Use Title Case, No More than Two Lines</a:t>
            </a:r>
          </a:p>
        </p:txBody>
      </p:sp>
      <p:sp>
        <p:nvSpPr>
          <p:cNvPr id="15" name="Text Placeholder 3">
            <a:extLst>
              <a:ext uri="{FF2B5EF4-FFF2-40B4-BE49-F238E27FC236}">
                <a16:creationId xmlns:a16="http://schemas.microsoft.com/office/drawing/2014/main" id="{DAC10F0B-0123-4229-8555-D91EFBF8221C}"/>
              </a:ext>
            </a:extLst>
          </p:cNvPr>
          <p:cNvSpPr>
            <a:spLocks noGrp="1"/>
          </p:cNvSpPr>
          <p:nvPr>
            <p:ph type="body" sz="quarter" idx="18" hasCustomPrompt="1"/>
          </p:nvPr>
        </p:nvSpPr>
        <p:spPr>
          <a:xfrm>
            <a:off x="923076" y="1154087"/>
            <a:ext cx="5059680" cy="4739065"/>
          </a:xfrm>
          <a:prstGeom prst="rect">
            <a:avLst/>
          </a:prstGeom>
        </p:spPr>
        <p:txBody>
          <a:bodyPr lIns="0" tIns="0" rIns="0" bIns="0"/>
          <a:lstStyle>
            <a:lvl1pPr marL="304792" marR="0" indent="-304792" algn="l" defTabSz="1219170" rtl="0" eaLnBrk="1" fontAlgn="auto" latinLnBrk="0" hangingPunct="1">
              <a:lnSpc>
                <a:spcPct val="90000"/>
              </a:lnSpc>
              <a:spcBef>
                <a:spcPts val="1333"/>
              </a:spcBef>
              <a:spcAft>
                <a:spcPts val="0"/>
              </a:spcAft>
              <a:buClr>
                <a:schemeClr val="accent3"/>
              </a:buClr>
              <a:buSzPct val="140000"/>
              <a:buFont typeface="Arial"/>
              <a:buChar char="•"/>
              <a:tabLst/>
              <a:defRPr baseline="0"/>
            </a:lvl1pPr>
            <a:lvl2pPr marL="914377" marR="0" indent="-304792" algn="l" defTabSz="1219170" rtl="0" eaLnBrk="1" fontAlgn="auto" latinLnBrk="0" hangingPunct="1">
              <a:lnSpc>
                <a:spcPct val="90000"/>
              </a:lnSpc>
              <a:spcBef>
                <a:spcPts val="667"/>
              </a:spcBef>
              <a:spcAft>
                <a:spcPts val="0"/>
              </a:spcAft>
              <a:buClr>
                <a:schemeClr val="accent3"/>
              </a:buClr>
              <a:buSzTx/>
              <a:buFont typeface="Courier New" charset="0"/>
              <a:buChar char="o"/>
              <a:tabLst/>
              <a:defRPr baseline="0"/>
            </a:lvl2pPr>
            <a:lvl3pPr marL="1523962" marR="0" indent="-304792" algn="l" defTabSz="1219170" rtl="0" eaLnBrk="1" fontAlgn="auto" latinLnBrk="0" hangingPunct="1">
              <a:lnSpc>
                <a:spcPct val="90000"/>
              </a:lnSpc>
              <a:spcBef>
                <a:spcPts val="667"/>
              </a:spcBef>
              <a:spcAft>
                <a:spcPts val="0"/>
              </a:spcAft>
              <a:buClr>
                <a:schemeClr val="accent3"/>
              </a:buClr>
              <a:buSzTx/>
              <a:buFont typeface="Arial"/>
              <a:buChar char="•"/>
              <a:tabLst/>
              <a:defRPr baseline="0"/>
            </a:lvl3pPr>
            <a:lvl4pPr marL="2133547" marR="0" indent="-304792" algn="l" defTabSz="1219170" rtl="0" eaLnBrk="1" fontAlgn="auto" latinLnBrk="0" hangingPunct="1">
              <a:lnSpc>
                <a:spcPct val="90000"/>
              </a:lnSpc>
              <a:spcBef>
                <a:spcPts val="667"/>
              </a:spcBef>
              <a:spcAft>
                <a:spcPts val="0"/>
              </a:spcAft>
              <a:buClr>
                <a:schemeClr val="accent3"/>
              </a:buClr>
              <a:buSzPct val="60000"/>
              <a:buFont typeface="Courier New" charset="0"/>
              <a:buChar char="o"/>
              <a:tabLst/>
              <a:defRPr baseline="0"/>
            </a:lvl4pPr>
            <a:lvl5pPr marL="2743131" marR="0" indent="-304792" algn="l" defTabSz="1219170" rtl="0" eaLnBrk="1" fontAlgn="auto" latinLnBrk="0" hangingPunct="1">
              <a:lnSpc>
                <a:spcPct val="90000"/>
              </a:lnSpc>
              <a:spcBef>
                <a:spcPts val="667"/>
              </a:spcBef>
              <a:spcAft>
                <a:spcPts val="0"/>
              </a:spcAft>
              <a:buClr>
                <a:schemeClr val="accent3"/>
              </a:buClr>
              <a:buSzTx/>
              <a:buFont typeface="Arial"/>
              <a:buChar char="•"/>
              <a:tabLst/>
              <a:defRPr baseline="0"/>
            </a:lvl5pPr>
          </a:lstStyle>
          <a:p>
            <a:pPr lvl="0"/>
            <a:r>
              <a:rPr lang="en-US" dirty="0"/>
              <a:t>Click to edit Master text styles</a:t>
            </a:r>
          </a:p>
          <a:p>
            <a:pPr lvl="1"/>
            <a:r>
              <a:rPr lang="en-US" dirty="0"/>
              <a:t>Second level</a:t>
            </a:r>
          </a:p>
          <a:p>
            <a:pPr lvl="2"/>
            <a:r>
              <a:rPr lang="en-US" dirty="0"/>
              <a:t>Third level</a:t>
            </a:r>
          </a:p>
        </p:txBody>
      </p:sp>
      <p:sp>
        <p:nvSpPr>
          <p:cNvPr id="16" name="Text Placeholder 3">
            <a:extLst>
              <a:ext uri="{FF2B5EF4-FFF2-40B4-BE49-F238E27FC236}">
                <a16:creationId xmlns:a16="http://schemas.microsoft.com/office/drawing/2014/main" id="{C0598F9A-D406-4367-9FD6-44DB1EEC8496}"/>
              </a:ext>
            </a:extLst>
          </p:cNvPr>
          <p:cNvSpPr>
            <a:spLocks noGrp="1"/>
          </p:cNvSpPr>
          <p:nvPr>
            <p:ph type="body" sz="quarter" idx="19" hasCustomPrompt="1"/>
          </p:nvPr>
        </p:nvSpPr>
        <p:spPr>
          <a:xfrm>
            <a:off x="6202868" y="1143001"/>
            <a:ext cx="5059680" cy="4739065"/>
          </a:xfrm>
          <a:prstGeom prst="rect">
            <a:avLst/>
          </a:prstGeom>
        </p:spPr>
        <p:txBody>
          <a:bodyPr lIns="0" tIns="0" rIns="0" bIns="0"/>
          <a:lstStyle>
            <a:lvl1pPr marL="304792" marR="0" indent="-304792" algn="l" defTabSz="1219170" rtl="0" eaLnBrk="1" fontAlgn="auto" latinLnBrk="0" hangingPunct="1">
              <a:lnSpc>
                <a:spcPct val="90000"/>
              </a:lnSpc>
              <a:spcBef>
                <a:spcPts val="1333"/>
              </a:spcBef>
              <a:spcAft>
                <a:spcPts val="0"/>
              </a:spcAft>
              <a:buClr>
                <a:schemeClr val="accent3"/>
              </a:buClr>
              <a:buSzPct val="140000"/>
              <a:buFont typeface="Arial"/>
              <a:buChar char="•"/>
              <a:tabLst/>
              <a:defRPr baseline="0"/>
            </a:lvl1pPr>
            <a:lvl2pPr marL="914377" marR="0" indent="-304792" algn="l" defTabSz="1219170" rtl="0" eaLnBrk="1" fontAlgn="auto" latinLnBrk="0" hangingPunct="1">
              <a:lnSpc>
                <a:spcPct val="90000"/>
              </a:lnSpc>
              <a:spcBef>
                <a:spcPts val="667"/>
              </a:spcBef>
              <a:spcAft>
                <a:spcPts val="0"/>
              </a:spcAft>
              <a:buClr>
                <a:schemeClr val="accent3"/>
              </a:buClr>
              <a:buSzTx/>
              <a:buFont typeface="Courier New" charset="0"/>
              <a:buChar char="o"/>
              <a:tabLst/>
              <a:defRPr baseline="0"/>
            </a:lvl2pPr>
            <a:lvl3pPr marL="1523962" marR="0" indent="-304792" algn="l" defTabSz="1219170" rtl="0" eaLnBrk="1" fontAlgn="auto" latinLnBrk="0" hangingPunct="1">
              <a:lnSpc>
                <a:spcPct val="90000"/>
              </a:lnSpc>
              <a:spcBef>
                <a:spcPts val="667"/>
              </a:spcBef>
              <a:spcAft>
                <a:spcPts val="0"/>
              </a:spcAft>
              <a:buClr>
                <a:schemeClr val="accent3"/>
              </a:buClr>
              <a:buSzTx/>
              <a:buFont typeface="Arial"/>
              <a:buChar char="•"/>
              <a:tabLst/>
              <a:defRPr baseline="0"/>
            </a:lvl3pPr>
            <a:lvl4pPr marL="2133547" marR="0" indent="-304792" algn="l" defTabSz="1219170" rtl="0" eaLnBrk="1" fontAlgn="auto" latinLnBrk="0" hangingPunct="1">
              <a:lnSpc>
                <a:spcPct val="90000"/>
              </a:lnSpc>
              <a:spcBef>
                <a:spcPts val="667"/>
              </a:spcBef>
              <a:spcAft>
                <a:spcPts val="0"/>
              </a:spcAft>
              <a:buClr>
                <a:schemeClr val="accent3"/>
              </a:buClr>
              <a:buSzPct val="60000"/>
              <a:buFont typeface="Courier New" charset="0"/>
              <a:buChar char="o"/>
              <a:tabLst/>
              <a:defRPr baseline="0"/>
            </a:lvl4pPr>
            <a:lvl5pPr marL="2743131" marR="0" indent="-304792" algn="l" defTabSz="1219170" rtl="0" eaLnBrk="1" fontAlgn="auto" latinLnBrk="0" hangingPunct="1">
              <a:lnSpc>
                <a:spcPct val="90000"/>
              </a:lnSpc>
              <a:spcBef>
                <a:spcPts val="667"/>
              </a:spcBef>
              <a:spcAft>
                <a:spcPts val="0"/>
              </a:spcAft>
              <a:buClr>
                <a:schemeClr val="accent3"/>
              </a:buClr>
              <a:buSzTx/>
              <a:buFont typeface="Arial"/>
              <a:buChar char="•"/>
              <a:tabLst/>
              <a:defRPr baseline="0"/>
            </a:lvl5pPr>
          </a:lstStyle>
          <a:p>
            <a:pPr lvl="0"/>
            <a:r>
              <a:rPr lang="en-US"/>
              <a:t>Click to edit Master text styles</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927778" y="912743"/>
            <a:ext cx="10336444"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5733373"/>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2-column bullets">
    <p:spTree>
      <p:nvGrpSpPr>
        <p:cNvPr id="1" name=""/>
        <p:cNvGrpSpPr/>
        <p:nvPr/>
      </p:nvGrpSpPr>
      <p:grpSpPr>
        <a:xfrm>
          <a:off x="0" y="0"/>
          <a:ext cx="0" cy="0"/>
          <a:chOff x="0" y="0"/>
          <a:chExt cx="0" cy="0"/>
        </a:xfrm>
      </p:grpSpPr>
      <p:sp>
        <p:nvSpPr>
          <p:cNvPr id="12" name="Title 9"/>
          <p:cNvSpPr>
            <a:spLocks noGrp="1"/>
          </p:cNvSpPr>
          <p:nvPr>
            <p:ph type="title" hasCustomPrompt="1"/>
          </p:nvPr>
        </p:nvSpPr>
        <p:spPr>
          <a:xfrm>
            <a:off x="923076" y="185506"/>
            <a:ext cx="10319529" cy="509597"/>
          </a:xfrm>
          <a:prstGeom prst="rect">
            <a:avLst/>
          </a:prstGeom>
        </p:spPr>
        <p:txBody>
          <a:bodyPr lIns="0">
            <a:noAutofit/>
          </a:bodyPr>
          <a:lstStyle>
            <a:lvl1pPr>
              <a:defRPr sz="2667" baseline="0">
                <a:solidFill>
                  <a:srgbClr val="414042"/>
                </a:solidFill>
              </a:defRPr>
            </a:lvl1pPr>
          </a:lstStyle>
          <a:p>
            <a:r>
              <a:rPr lang="en-US" dirty="0"/>
              <a:t>Click to Add Title – Use Title Case, No More than Two Lines</a:t>
            </a:r>
          </a:p>
        </p:txBody>
      </p:sp>
      <p:cxnSp>
        <p:nvCxnSpPr>
          <p:cNvPr id="9" name="Straight Connector 8">
            <a:extLst>
              <a:ext uri="{FF2B5EF4-FFF2-40B4-BE49-F238E27FC236}">
                <a16:creationId xmlns:a16="http://schemas.microsoft.com/office/drawing/2014/main" id="{AB59BEE1-BB1C-456A-8CAB-34661D039C71}"/>
              </a:ext>
            </a:extLst>
          </p:cNvPr>
          <p:cNvCxnSpPr>
            <a:cxnSpLocks/>
          </p:cNvCxnSpPr>
          <p:nvPr userDrawn="1"/>
        </p:nvCxnSpPr>
        <p:spPr>
          <a:xfrm>
            <a:off x="927778" y="912743"/>
            <a:ext cx="10336444" cy="0"/>
          </a:xfrm>
          <a:prstGeom prst="line">
            <a:avLst/>
          </a:prstGeom>
          <a:ln w="28575">
            <a:solidFill>
              <a:srgbClr val="91C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3951809"/>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130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DFDFD"/>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657763"/>
            <a:ext cx="10515600" cy="6246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EDA089A-53A7-3F43-88BD-596888B644C3}" type="datetimeFigureOut">
              <a:rPr lang="en-US" smtClean="0"/>
              <a:pPr/>
              <a:t>4/28/2026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B4A9805-B67D-5D4A-85DC-C8E27BA9210B}" type="slidenum">
              <a:rPr lang="en-US" smtClean="0"/>
              <a:pPr/>
              <a:t>‹#›</a:t>
            </a:fld>
            <a:endParaRPr lang="en-US"/>
          </a:p>
        </p:txBody>
      </p:sp>
    </p:spTree>
    <p:extLst>
      <p:ext uri="{BB962C8B-B14F-4D97-AF65-F5344CB8AC3E}">
        <p14:creationId xmlns:p14="http://schemas.microsoft.com/office/powerpoint/2010/main" val="2456553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685800" rtl="0" eaLnBrk="1" latinLnBrk="0" hangingPunct="1">
        <a:lnSpc>
          <a:spcPct val="90000"/>
        </a:lnSpc>
        <a:spcBef>
          <a:spcPct val="0"/>
        </a:spcBef>
        <a:buNone/>
        <a:defRPr sz="2700" b="1" i="0" kern="1200">
          <a:solidFill>
            <a:srgbClr val="2E445C"/>
          </a:solidFill>
          <a:latin typeface="Calibri" charset="0"/>
          <a:ea typeface="Calibri" charset="0"/>
          <a:cs typeface="Calibri" charset="0"/>
        </a:defRPr>
      </a:lvl1pPr>
    </p:titleStyle>
    <p:bodyStyle>
      <a:lvl1pPr marL="171450" indent="-171450" algn="l" defTabSz="685800" rtl="0" eaLnBrk="1" latinLnBrk="0" hangingPunct="1">
        <a:lnSpc>
          <a:spcPct val="90000"/>
        </a:lnSpc>
        <a:spcBef>
          <a:spcPts val="750"/>
        </a:spcBef>
        <a:buFont typeface="Arial"/>
        <a:buChar char="•"/>
        <a:defRPr sz="2100" kern="1200">
          <a:solidFill>
            <a:srgbClr val="58697D"/>
          </a:solidFill>
          <a:latin typeface="+mj-lt"/>
          <a:ea typeface="Calibri" charset="0"/>
          <a:cs typeface="Calibri" charset="0"/>
        </a:defRPr>
      </a:lvl1pPr>
      <a:lvl2pPr marL="514350" indent="-171450" algn="l" defTabSz="685800" rtl="0" eaLnBrk="1" latinLnBrk="0" hangingPunct="1">
        <a:lnSpc>
          <a:spcPct val="90000"/>
        </a:lnSpc>
        <a:spcBef>
          <a:spcPts val="375"/>
        </a:spcBef>
        <a:buFont typeface="Arial"/>
        <a:buChar char="•"/>
        <a:defRPr sz="1800" kern="1200">
          <a:solidFill>
            <a:srgbClr val="58697D"/>
          </a:solidFill>
          <a:latin typeface="+mj-lt"/>
          <a:ea typeface="Calibri" charset="0"/>
          <a:cs typeface="Calibri" charset="0"/>
        </a:defRPr>
      </a:lvl2pPr>
      <a:lvl3pPr marL="857250" indent="-171450" algn="l" defTabSz="685800" rtl="0" eaLnBrk="1" latinLnBrk="0" hangingPunct="1">
        <a:lnSpc>
          <a:spcPct val="90000"/>
        </a:lnSpc>
        <a:spcBef>
          <a:spcPts val="375"/>
        </a:spcBef>
        <a:buFont typeface="Arial"/>
        <a:buChar char="•"/>
        <a:defRPr sz="1500" kern="1200">
          <a:solidFill>
            <a:srgbClr val="58697D"/>
          </a:solidFill>
          <a:latin typeface="+mj-lt"/>
          <a:ea typeface="Calibri" charset="0"/>
          <a:cs typeface="Calibri" charset="0"/>
        </a:defRPr>
      </a:lvl3pPr>
      <a:lvl4pPr marL="1200150" indent="-171450" algn="l" defTabSz="685800" rtl="0" eaLnBrk="1" latinLnBrk="0" hangingPunct="1">
        <a:lnSpc>
          <a:spcPct val="90000"/>
        </a:lnSpc>
        <a:spcBef>
          <a:spcPts val="375"/>
        </a:spcBef>
        <a:buFont typeface="Arial"/>
        <a:buChar char="•"/>
        <a:defRPr sz="1350" kern="1200">
          <a:solidFill>
            <a:srgbClr val="58697D"/>
          </a:solidFill>
          <a:latin typeface="+mj-lt"/>
          <a:ea typeface="Calibri" charset="0"/>
          <a:cs typeface="Calibri" charset="0"/>
        </a:defRPr>
      </a:lvl4pPr>
      <a:lvl5pPr marL="1543050" indent="-171450" algn="l" defTabSz="685800" rtl="0" eaLnBrk="1" latinLnBrk="0" hangingPunct="1">
        <a:lnSpc>
          <a:spcPct val="90000"/>
        </a:lnSpc>
        <a:spcBef>
          <a:spcPts val="375"/>
        </a:spcBef>
        <a:buFont typeface="Arial"/>
        <a:buChar char="•"/>
        <a:defRPr sz="1350" kern="1200">
          <a:solidFill>
            <a:srgbClr val="58697D"/>
          </a:solidFill>
          <a:latin typeface="+mj-lt"/>
          <a:ea typeface="Calibri" charset="0"/>
          <a:cs typeface="Calibri"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DFE816-852F-4EC5-8BA8-2C49BCA56D83}"/>
              </a:ext>
            </a:extLst>
          </p:cNvPr>
          <p:cNvSpPr/>
          <p:nvPr userDrawn="1"/>
        </p:nvSpPr>
        <p:spPr>
          <a:xfrm>
            <a:off x="0" y="6436772"/>
            <a:ext cx="12192000" cy="430981"/>
          </a:xfrm>
          <a:prstGeom prst="rect">
            <a:avLst/>
          </a:prstGeom>
          <a:solidFill>
            <a:srgbClr val="DBD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 name="Title Placeholder 1"/>
          <p:cNvSpPr>
            <a:spLocks noGrp="1"/>
          </p:cNvSpPr>
          <p:nvPr>
            <p:ph type="title"/>
          </p:nvPr>
        </p:nvSpPr>
        <p:spPr>
          <a:xfrm>
            <a:off x="926592" y="219456"/>
            <a:ext cx="10314432" cy="512064"/>
          </a:xfrm>
          <a:prstGeom prst="rect">
            <a:avLst/>
          </a:prstGeom>
        </p:spPr>
        <p:txBody>
          <a:bodyPr vert="horz" lIns="0" tIns="0" rIns="0" bIns="0" rtlCol="0" anchor="ctr">
            <a:noAutofit/>
          </a:bodyPr>
          <a:lstStyle/>
          <a:p>
            <a:r>
              <a:rPr lang="en-US" dirty="0"/>
              <a:t>Click to edit Master title style42</a:t>
            </a:r>
          </a:p>
        </p:txBody>
      </p:sp>
      <p:sp>
        <p:nvSpPr>
          <p:cNvPr id="24" name="Text Placeholder 23"/>
          <p:cNvSpPr>
            <a:spLocks noGrp="1"/>
          </p:cNvSpPr>
          <p:nvPr>
            <p:ph type="body" idx="1"/>
          </p:nvPr>
        </p:nvSpPr>
        <p:spPr>
          <a:xfrm>
            <a:off x="914401" y="1154087"/>
            <a:ext cx="10346265" cy="502234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TextBox 5">
            <a:extLst>
              <a:ext uri="{FF2B5EF4-FFF2-40B4-BE49-F238E27FC236}">
                <a16:creationId xmlns:a16="http://schemas.microsoft.com/office/drawing/2014/main" id="{ED650B3E-7DA0-47E4-9748-B24A0208F1CA}"/>
              </a:ext>
            </a:extLst>
          </p:cNvPr>
          <p:cNvSpPr txBox="1"/>
          <p:nvPr userDrawn="1"/>
        </p:nvSpPr>
        <p:spPr>
          <a:xfrm>
            <a:off x="11146885" y="6564783"/>
            <a:ext cx="662391" cy="143565"/>
          </a:xfrm>
          <a:prstGeom prst="rect">
            <a:avLst/>
          </a:prstGeom>
          <a:noFill/>
        </p:spPr>
        <p:txBody>
          <a:bodyPr wrap="square" lIns="0" tIns="0" rIns="0" bIns="0" rtlCol="0">
            <a:spAutoFit/>
          </a:bodyPr>
          <a:lstStyle/>
          <a:p>
            <a:pPr algn="r"/>
            <a:fld id="{198DCDC1-55DC-4367-A313-31C40E88617A}" type="slidenum">
              <a:rPr lang="en-US" sz="933" smtClean="0">
                <a:solidFill>
                  <a:srgbClr val="414042"/>
                </a:solidFill>
              </a:rPr>
              <a:t>‹#›</a:t>
            </a:fld>
            <a:endParaRPr lang="en-US" sz="933" dirty="0">
              <a:solidFill>
                <a:srgbClr val="414042"/>
              </a:solidFill>
            </a:endParaRPr>
          </a:p>
        </p:txBody>
      </p:sp>
      <p:sp>
        <p:nvSpPr>
          <p:cNvPr id="4" name="TextBox 3">
            <a:extLst>
              <a:ext uri="{FF2B5EF4-FFF2-40B4-BE49-F238E27FC236}">
                <a16:creationId xmlns:a16="http://schemas.microsoft.com/office/drawing/2014/main" id="{BCE7DAE6-672D-4E30-B617-4C20C7FB20BD}"/>
              </a:ext>
            </a:extLst>
          </p:cNvPr>
          <p:cNvSpPr txBox="1"/>
          <p:nvPr userDrawn="1"/>
        </p:nvSpPr>
        <p:spPr>
          <a:xfrm>
            <a:off x="259405" y="5680954"/>
            <a:ext cx="184731" cy="338554"/>
          </a:xfrm>
          <a:prstGeom prst="rect">
            <a:avLst/>
          </a:prstGeom>
          <a:noFill/>
        </p:spPr>
        <p:txBody>
          <a:bodyPr wrap="none" rtlCol="0">
            <a:spAutoFit/>
          </a:bodyPr>
          <a:lstStyle/>
          <a:p>
            <a:endParaRPr lang="en-US" sz="1600" dirty="0" err="1">
              <a:latin typeface="Arial" panose="020B0604020202020204" pitchFamily="34" charset="0"/>
            </a:endParaRPr>
          </a:p>
        </p:txBody>
      </p:sp>
      <p:sp>
        <p:nvSpPr>
          <p:cNvPr id="10" name="TextBox 9">
            <a:extLst>
              <a:ext uri="{FF2B5EF4-FFF2-40B4-BE49-F238E27FC236}">
                <a16:creationId xmlns:a16="http://schemas.microsoft.com/office/drawing/2014/main" id="{86686789-9FDA-46BC-9875-217FC8534140}"/>
              </a:ext>
            </a:extLst>
          </p:cNvPr>
          <p:cNvSpPr txBox="1"/>
          <p:nvPr userDrawn="1"/>
        </p:nvSpPr>
        <p:spPr>
          <a:xfrm>
            <a:off x="926592" y="6488115"/>
            <a:ext cx="4467890" cy="297454"/>
          </a:xfrm>
          <a:prstGeom prst="rect">
            <a:avLst/>
          </a:prstGeom>
          <a:noFill/>
        </p:spPr>
        <p:txBody>
          <a:bodyPr wrap="none" rtlCol="0">
            <a:spAutoFit/>
          </a:bodyPr>
          <a:lstStyle/>
          <a:p>
            <a:r>
              <a:rPr lang="en-US" sz="1333" dirty="0">
                <a:solidFill>
                  <a:srgbClr val="414042"/>
                </a:solidFill>
                <a:latin typeface="Arial" panose="020B0604020202020204" pitchFamily="34" charset="0"/>
              </a:rPr>
              <a:t>Business &amp; Marketing, Economics, and Digital Marketing</a:t>
            </a:r>
          </a:p>
        </p:txBody>
      </p:sp>
      <p:sp>
        <p:nvSpPr>
          <p:cNvPr id="11" name="TextBox 10">
            <a:extLst>
              <a:ext uri="{FF2B5EF4-FFF2-40B4-BE49-F238E27FC236}">
                <a16:creationId xmlns:a16="http://schemas.microsoft.com/office/drawing/2014/main" id="{AAB75B59-9310-4D12-B8AB-3D539D27C359}"/>
              </a:ext>
            </a:extLst>
          </p:cNvPr>
          <p:cNvSpPr txBox="1"/>
          <p:nvPr userDrawn="1"/>
        </p:nvSpPr>
        <p:spPr>
          <a:xfrm>
            <a:off x="10365559" y="6474394"/>
            <a:ext cx="989373" cy="297454"/>
          </a:xfrm>
          <a:prstGeom prst="rect">
            <a:avLst/>
          </a:prstGeom>
          <a:noFill/>
        </p:spPr>
        <p:txBody>
          <a:bodyPr wrap="none" rtlCol="0">
            <a:spAutoFit/>
          </a:bodyPr>
          <a:lstStyle/>
          <a:p>
            <a:r>
              <a:rPr lang="en-US" sz="1333" dirty="0">
                <a:solidFill>
                  <a:srgbClr val="414042"/>
                </a:solidFill>
                <a:latin typeface="Arial" panose="020B0604020202020204" pitchFamily="34" charset="0"/>
              </a:rPr>
              <a:t>2020/2021</a:t>
            </a:r>
          </a:p>
        </p:txBody>
      </p:sp>
      <p:pic>
        <p:nvPicPr>
          <p:cNvPr id="21" name="Picture 20" descr="A picture containing drawing&#10;&#10;Description automatically generated">
            <a:extLst>
              <a:ext uri="{FF2B5EF4-FFF2-40B4-BE49-F238E27FC236}">
                <a16:creationId xmlns:a16="http://schemas.microsoft.com/office/drawing/2014/main" id="{F4D7F0F3-F14F-4231-B370-8C5A4CDF590F}"/>
              </a:ext>
            </a:extLst>
          </p:cNvPr>
          <p:cNvPicPr>
            <a:picLocks noChangeAspect="1"/>
          </p:cNvPicPr>
          <p:nvPr userDrawn="1"/>
        </p:nvPicPr>
        <p:blipFill>
          <a:blip r:embed="rId14"/>
          <a:stretch>
            <a:fillRect/>
          </a:stretch>
        </p:blipFill>
        <p:spPr>
          <a:xfrm>
            <a:off x="173434" y="6000645"/>
            <a:ext cx="554873" cy="71165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8592161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1219170" rtl="0" eaLnBrk="1" latinLnBrk="0" hangingPunct="1">
        <a:lnSpc>
          <a:spcPct val="90000"/>
        </a:lnSpc>
        <a:spcBef>
          <a:spcPct val="0"/>
        </a:spcBef>
        <a:buNone/>
        <a:defRPr sz="2667" kern="1200">
          <a:solidFill>
            <a:schemeClr val="bg1"/>
          </a:solidFill>
          <a:latin typeface="Arial" charset="0"/>
          <a:ea typeface="Arial" charset="0"/>
          <a:cs typeface="Arial" charset="0"/>
        </a:defRPr>
      </a:lvl1pPr>
    </p:titleStyle>
    <p:bodyStyle>
      <a:lvl1pPr marL="304792" indent="-304792" algn="l" defTabSz="1219170" rtl="0" eaLnBrk="1" latinLnBrk="0" hangingPunct="1">
        <a:lnSpc>
          <a:spcPct val="90000"/>
        </a:lnSpc>
        <a:spcBef>
          <a:spcPts val="1333"/>
        </a:spcBef>
        <a:buClr>
          <a:srgbClr val="2597CB"/>
        </a:buClr>
        <a:buSzPct val="140000"/>
        <a:buFont typeface="Arial"/>
        <a:buChar char="•"/>
        <a:defRPr sz="2133" kern="1200">
          <a:solidFill>
            <a:srgbClr val="414042"/>
          </a:solidFill>
          <a:latin typeface="Arial" charset="0"/>
          <a:ea typeface="Arial" charset="0"/>
          <a:cs typeface="Arial" charset="0"/>
        </a:defRPr>
      </a:lvl1pPr>
      <a:lvl2pPr marL="916494" indent="-313259" algn="l" defTabSz="1219170" rtl="0" eaLnBrk="1" latinLnBrk="0" hangingPunct="1">
        <a:lnSpc>
          <a:spcPct val="90000"/>
        </a:lnSpc>
        <a:spcBef>
          <a:spcPts val="667"/>
        </a:spcBef>
        <a:buClr>
          <a:srgbClr val="2597CB"/>
        </a:buClr>
        <a:buFont typeface="Courier New" charset="0"/>
        <a:buChar char="o"/>
        <a:defRPr sz="1867" kern="1200">
          <a:solidFill>
            <a:srgbClr val="414042"/>
          </a:solidFill>
          <a:latin typeface="Arial" charset="0"/>
          <a:ea typeface="Arial" charset="0"/>
          <a:cs typeface="Arial" charset="0"/>
        </a:defRPr>
      </a:lvl2pPr>
      <a:lvl3pPr marL="1521846" indent="-306910" algn="l" defTabSz="1219170" rtl="0" eaLnBrk="1" latinLnBrk="0" hangingPunct="1">
        <a:lnSpc>
          <a:spcPct val="90000"/>
        </a:lnSpc>
        <a:spcBef>
          <a:spcPts val="667"/>
        </a:spcBef>
        <a:buClr>
          <a:srgbClr val="2597CB"/>
        </a:buClr>
        <a:buFont typeface="Arial"/>
        <a:buChar char="•"/>
        <a:defRPr sz="1600" kern="1200">
          <a:solidFill>
            <a:srgbClr val="414042"/>
          </a:solidFill>
          <a:latin typeface="Arial" charset="0"/>
          <a:ea typeface="Arial" charset="0"/>
          <a:cs typeface="Arial" charset="0"/>
        </a:defRPr>
      </a:lvl3pPr>
      <a:lvl4pPr marL="2135664" indent="-304792" algn="l" defTabSz="1219170" rtl="0" eaLnBrk="1" latinLnBrk="0" hangingPunct="1">
        <a:lnSpc>
          <a:spcPct val="90000"/>
        </a:lnSpc>
        <a:spcBef>
          <a:spcPts val="667"/>
        </a:spcBef>
        <a:buClr>
          <a:srgbClr val="703F85"/>
        </a:buClr>
        <a:buSzPct val="60000"/>
        <a:buFont typeface="Courier New" charset="0"/>
        <a:buChar char="o"/>
        <a:defRPr sz="1467" kern="1200">
          <a:solidFill>
            <a:schemeClr val="tx1"/>
          </a:solidFill>
          <a:latin typeface="Arial" charset="0"/>
          <a:ea typeface="Arial" charset="0"/>
          <a:cs typeface="Arial" charset="0"/>
        </a:defRPr>
      </a:lvl4pPr>
      <a:lvl5pPr marL="2741015" indent="-306910" algn="l" defTabSz="1219170" rtl="0" eaLnBrk="1" latinLnBrk="0" hangingPunct="1">
        <a:lnSpc>
          <a:spcPct val="90000"/>
        </a:lnSpc>
        <a:spcBef>
          <a:spcPts val="667"/>
        </a:spcBef>
        <a:buClr>
          <a:srgbClr val="703F85"/>
        </a:buClr>
        <a:buFont typeface="Arial"/>
        <a:buChar char="•"/>
        <a:defRPr sz="1467" kern="1200">
          <a:solidFill>
            <a:schemeClr val="tx1"/>
          </a:solidFill>
          <a:latin typeface="Arial" charset="0"/>
          <a:ea typeface="Arial" charset="0"/>
          <a:cs typeface="Arial" charset="0"/>
        </a:defRPr>
      </a:lvl5pPr>
      <a:lvl6pPr marL="335271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p15:clr>
            <a:srgbClr val="F26B43"/>
          </p15:clr>
        </p15:guide>
        <p15:guide id="2" pos="5328">
          <p15:clr>
            <a:srgbClr val="F26B43"/>
          </p15:clr>
        </p15:guide>
        <p15:guide id="4" orient="horz" pos="540">
          <p15:clr>
            <a:srgbClr val="F26B43"/>
          </p15:clr>
        </p15:guide>
        <p15:guide id="5" orient="horz" pos="3156">
          <p15:clr>
            <a:srgbClr val="F26B43"/>
          </p15:clr>
        </p15:guide>
        <p15:guide id="6" pos="2880">
          <p15:clr>
            <a:srgbClr val="F26B43"/>
          </p15:clr>
        </p15:guide>
        <p15:guide id="7" orient="horz" pos="17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n0LXkA9kato"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pressbooks.bccampus.ca/uvicecon103/chapter/solutions-case-study-automation-in-fast-food/"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tiff"/><Relationship Id="rId7" Type="http://schemas.openxmlformats.org/officeDocument/2006/relationships/image" Target="../media/image11.tiff"/><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emf"/><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1.emf"/><Relationship Id="rId10" Type="http://schemas.openxmlformats.org/officeDocument/2006/relationships/image" Target="../media/image26.emf"/><Relationship Id="rId4" Type="http://schemas.openxmlformats.org/officeDocument/2006/relationships/image" Target="../media/image20.emf"/><Relationship Id="rId9" Type="http://schemas.openxmlformats.org/officeDocument/2006/relationships/image" Target="../media/image25.emf"/></Relationships>
</file>

<file path=ppt/slides/_rels/slide14.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7.emf"/><Relationship Id="rId7" Type="http://schemas.openxmlformats.org/officeDocument/2006/relationships/image" Target="../media/image31.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image" Target="../media/image29.emf"/><Relationship Id="rId10" Type="http://schemas.openxmlformats.org/officeDocument/2006/relationships/image" Target="../media/image34.emf"/><Relationship Id="rId4" Type="http://schemas.openxmlformats.org/officeDocument/2006/relationships/image" Target="../media/image28.emf"/><Relationship Id="rId9"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BA2A26-3540-40B1-B7BC-7586323523F3}"/>
              </a:ext>
            </a:extLst>
          </p:cNvPr>
          <p:cNvSpPr>
            <a:spLocks noGrp="1"/>
          </p:cNvSpPr>
          <p:nvPr>
            <p:ph type="title"/>
          </p:nvPr>
        </p:nvSpPr>
        <p:spPr>
          <a:xfrm>
            <a:off x="2016949" y="3478076"/>
            <a:ext cx="8353777" cy="1269693"/>
          </a:xfrm>
        </p:spPr>
        <p:txBody>
          <a:bodyPr/>
          <a:lstStyle/>
          <a:p>
            <a:r>
              <a:rPr lang="en-US" dirty="0"/>
              <a:t>Business, Marketing, Entrepreneurship, Digital Marketing, and Econ</a:t>
            </a:r>
            <a:br>
              <a:rPr lang="en-US" dirty="0"/>
            </a:br>
            <a:br>
              <a:rPr lang="en-US" dirty="0"/>
            </a:br>
            <a:r>
              <a:rPr lang="en-US" dirty="0"/>
              <a:t>Mrs. Schafer</a:t>
            </a:r>
            <a:br>
              <a:rPr lang="en-US" dirty="0"/>
            </a:br>
            <a:endParaRPr lang="en-US" dirty="0"/>
          </a:p>
        </p:txBody>
      </p:sp>
    </p:spTree>
    <p:extLst>
      <p:ext uri="{BB962C8B-B14F-4D97-AF65-F5344CB8AC3E}">
        <p14:creationId xmlns:p14="http://schemas.microsoft.com/office/powerpoint/2010/main" val="314979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4AADD7-387E-4013-8C84-380563E11459}"/>
              </a:ext>
            </a:extLst>
          </p:cNvPr>
          <p:cNvSpPr>
            <a:spLocks noGrp="1"/>
          </p:cNvSpPr>
          <p:nvPr>
            <p:ph type="body" sz="quarter" idx="13"/>
          </p:nvPr>
        </p:nvSpPr>
        <p:spPr>
          <a:xfrm>
            <a:off x="4108702" y="1918090"/>
            <a:ext cx="6980077" cy="3021820"/>
          </a:xfrm>
        </p:spPr>
        <p:txBody>
          <a:bodyPr/>
          <a:lstStyle/>
          <a:p>
            <a:r>
              <a:rPr lang="en-US" dirty="0"/>
              <a:t>Economics</a:t>
            </a:r>
          </a:p>
          <a:p>
            <a:pPr lvl="1"/>
            <a:r>
              <a:rPr lang="en-US" dirty="0"/>
              <a:t>Price Controls</a:t>
            </a:r>
          </a:p>
        </p:txBody>
      </p:sp>
    </p:spTree>
    <p:extLst>
      <p:ext uri="{BB962C8B-B14F-4D97-AF65-F5344CB8AC3E}">
        <p14:creationId xmlns:p14="http://schemas.microsoft.com/office/powerpoint/2010/main" val="209844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a:t>Surplus</a:t>
            </a:r>
          </a:p>
        </p:txBody>
      </p:sp>
      <p:sp>
        <p:nvSpPr>
          <p:cNvPr id="8195" name="Content Placeholder 2"/>
          <p:cNvSpPr>
            <a:spLocks noGrp="1"/>
          </p:cNvSpPr>
          <p:nvPr>
            <p:ph idx="1"/>
          </p:nvPr>
        </p:nvSpPr>
        <p:spPr>
          <a:xfrm>
            <a:off x="838200" y="1460808"/>
            <a:ext cx="9201150" cy="4755473"/>
          </a:xfrm>
        </p:spPr>
        <p:txBody>
          <a:bodyPr/>
          <a:lstStyle/>
          <a:p>
            <a:pPr marL="457200" indent="-457200">
              <a:lnSpc>
                <a:spcPct val="90000"/>
              </a:lnSpc>
              <a:buFont typeface="Arial" panose="020B0604020202020204" pitchFamily="34" charset="0"/>
              <a:buChar char="•"/>
            </a:pPr>
            <a:r>
              <a:rPr lang="en-US" dirty="0"/>
              <a:t>Consumer surplus is the difference between the maximum price a consumer is willing to pay and the price actually paid.</a:t>
            </a:r>
          </a:p>
          <a:p>
            <a:pPr marL="457200" indent="-457200">
              <a:lnSpc>
                <a:spcPct val="90000"/>
              </a:lnSpc>
              <a:buFont typeface="Arial" panose="020B0604020202020204" pitchFamily="34" charset="0"/>
              <a:buChar char="•"/>
            </a:pPr>
            <a:r>
              <a:rPr lang="en-US" dirty="0"/>
              <a:t>Producer surplus is the difference between the minimum price a producer is willing to accept and the price actually received.</a:t>
            </a:r>
          </a:p>
          <a:p>
            <a:pPr marL="457200" indent="-457200">
              <a:lnSpc>
                <a:spcPct val="90000"/>
              </a:lnSpc>
              <a:buFont typeface="Arial" panose="020B0604020202020204" pitchFamily="34" charset="0"/>
              <a:buChar char="•"/>
            </a:pPr>
            <a:r>
              <a:rPr lang="en-US" dirty="0"/>
              <a:t>An outcome is efficient when an allocation of resources maximizes total surplus.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dirty="0"/>
              <a:t>Deadweight Loss </a:t>
            </a:r>
          </a:p>
        </p:txBody>
      </p:sp>
      <p:sp>
        <p:nvSpPr>
          <p:cNvPr id="9219" name="Content Placeholder 2"/>
          <p:cNvSpPr>
            <a:spLocks noGrp="1"/>
          </p:cNvSpPr>
          <p:nvPr>
            <p:ph idx="1"/>
          </p:nvPr>
        </p:nvSpPr>
        <p:spPr>
          <a:xfrm>
            <a:off x="838200" y="1456793"/>
            <a:ext cx="9091863" cy="4755473"/>
          </a:xfrm>
        </p:spPr>
        <p:txBody>
          <a:bodyPr>
            <a:normAutofit fontScale="92500" lnSpcReduction="10000"/>
          </a:bodyPr>
          <a:lstStyle/>
          <a:p>
            <a:pPr marL="457200" indent="-457200">
              <a:buFont typeface="Arial" panose="020B0604020202020204" pitchFamily="34" charset="0"/>
              <a:buChar char="•"/>
            </a:pPr>
            <a:r>
              <a:rPr lang="en-US" dirty="0"/>
              <a:t>The loss of total economic efficiency—consumer and producer surplus—that occurs when the freely competitive market equilibrium is not achieved, resulting in reduced trade. It represents lost gains from trades that do not happen, often caused by market distortions like taxes, subsidies, price ceilings (e.g., rent control), price floors (e.g., minimum wage), or monopoly pricing.</a:t>
            </a:r>
          </a:p>
          <a:p>
            <a:pPr marL="457200" indent="-457200">
              <a:buFont typeface="Arial" panose="020B0604020202020204" pitchFamily="34" charset="0"/>
              <a:buChar char="•"/>
            </a:pPr>
            <a:r>
              <a:rPr lang="en-US" dirty="0"/>
              <a:t>Taxing specific goods leads to a deadweight loss, which reflects reduced economic activity.</a:t>
            </a:r>
            <a:endParaRPr lang="en-US" dirty="0">
              <a:highlight>
                <a:srgbClr val="FFFF00"/>
              </a:highlight>
            </a:endParaRPr>
          </a:p>
          <a:p>
            <a:pPr marL="457200" indent="-457200">
              <a:buFont typeface="Arial" panose="020B0604020202020204" pitchFamily="34" charset="0"/>
              <a:buChar char="•"/>
            </a:pPr>
            <a:r>
              <a:rPr lang="en-US" dirty="0"/>
              <a:t>Taxing goods with an inelastic demand (price doesn’t affect as much) (and/or supply) leads to a smaller deadweight loss.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A18B0-31A8-E706-FCE4-5991C73C3AED}"/>
              </a:ext>
            </a:extLst>
          </p:cNvPr>
          <p:cNvSpPr>
            <a:spLocks noGrp="1"/>
          </p:cNvSpPr>
          <p:nvPr>
            <p:ph type="title"/>
          </p:nvPr>
        </p:nvSpPr>
        <p:spPr>
          <a:xfrm>
            <a:off x="838200" y="657763"/>
            <a:ext cx="10515600" cy="624689"/>
          </a:xfrm>
        </p:spPr>
        <p:txBody>
          <a:bodyPr anchor="ctr">
            <a:normAutofit/>
          </a:bodyPr>
          <a:lstStyle/>
          <a:p>
            <a:r>
              <a:rPr lang="en-US" sz="2100"/>
              <a:t>Deadweight Loss Video </a:t>
            </a:r>
            <a:r>
              <a:rPr lang="en-US" sz="2100">
                <a:hlinkClick r:id="rId3"/>
              </a:rPr>
              <a:t>Consumer and Producer Surplus- Micro Topic 2.6 (Holiday Edition)</a:t>
            </a:r>
            <a:endParaRPr lang="en-US" sz="2100"/>
          </a:p>
        </p:txBody>
      </p:sp>
      <p:pic>
        <p:nvPicPr>
          <p:cNvPr id="5" name="Content Placeholder 4">
            <a:extLst>
              <a:ext uri="{FF2B5EF4-FFF2-40B4-BE49-F238E27FC236}">
                <a16:creationId xmlns:a16="http://schemas.microsoft.com/office/drawing/2014/main" id="{5D46B279-586D-B257-1FB5-49B0820E1C76}"/>
              </a:ext>
            </a:extLst>
          </p:cNvPr>
          <p:cNvPicPr>
            <a:picLocks noGrp="1" noChangeAspect="1"/>
          </p:cNvPicPr>
          <p:nvPr>
            <p:ph idx="1"/>
          </p:nvPr>
        </p:nvPicPr>
        <p:blipFill>
          <a:blip r:embed="rId4"/>
          <a:srcRect b="19604"/>
          <a:stretch>
            <a:fillRect/>
          </a:stretch>
        </p:blipFill>
        <p:spPr>
          <a:xfrm>
            <a:off x="838200" y="1456793"/>
            <a:ext cx="10515600" cy="4755473"/>
          </a:xfrm>
          <a:prstGeom prst="rect">
            <a:avLst/>
          </a:prstGeom>
          <a:noFill/>
        </p:spPr>
      </p:pic>
    </p:spTree>
    <p:extLst>
      <p:ext uri="{BB962C8B-B14F-4D97-AF65-F5344CB8AC3E}">
        <p14:creationId xmlns:p14="http://schemas.microsoft.com/office/powerpoint/2010/main" val="731049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E4EC2-4AAF-9456-0003-BD11B39EE55F}"/>
              </a:ext>
            </a:extLst>
          </p:cNvPr>
          <p:cNvSpPr>
            <a:spLocks noGrp="1"/>
          </p:cNvSpPr>
          <p:nvPr>
            <p:ph type="title"/>
          </p:nvPr>
        </p:nvSpPr>
        <p:spPr>
          <a:xfrm>
            <a:off x="839788" y="1169230"/>
            <a:ext cx="4226887" cy="753256"/>
          </a:xfrm>
        </p:spPr>
        <p:txBody>
          <a:bodyPr anchor="b">
            <a:normAutofit/>
          </a:bodyPr>
          <a:lstStyle/>
          <a:p>
            <a:r>
              <a:rPr lang="en-US" sz="4400" dirty="0"/>
              <a:t>Deadweight Loss</a:t>
            </a:r>
          </a:p>
        </p:txBody>
      </p:sp>
      <p:sp>
        <p:nvSpPr>
          <p:cNvPr id="9" name="Text Placeholder 2">
            <a:extLst>
              <a:ext uri="{FF2B5EF4-FFF2-40B4-BE49-F238E27FC236}">
                <a16:creationId xmlns:a16="http://schemas.microsoft.com/office/drawing/2014/main" id="{21EA0080-9551-EF69-48EC-414D736460F0}"/>
              </a:ext>
            </a:extLst>
          </p:cNvPr>
          <p:cNvSpPr>
            <a:spLocks noGrp="1"/>
          </p:cNvSpPr>
          <p:nvPr>
            <p:ph type="body" sz="half" idx="2"/>
          </p:nvPr>
        </p:nvSpPr>
        <p:spPr>
          <a:xfrm>
            <a:off x="839788" y="2132353"/>
            <a:ext cx="3932237" cy="3811588"/>
          </a:xfrm>
        </p:spPr>
        <p:txBody>
          <a:bodyPr>
            <a:normAutofit/>
          </a:bodyPr>
          <a:lstStyle/>
          <a:p>
            <a:r>
              <a:rPr lang="en-US" sz="3600" dirty="0"/>
              <a:t>All of the lost surplus that could have been there had it not been for the unnatural new pricing</a:t>
            </a:r>
          </a:p>
        </p:txBody>
      </p:sp>
      <p:pic>
        <p:nvPicPr>
          <p:cNvPr id="4" name="Picture 3">
            <a:extLst>
              <a:ext uri="{FF2B5EF4-FFF2-40B4-BE49-F238E27FC236}">
                <a16:creationId xmlns:a16="http://schemas.microsoft.com/office/drawing/2014/main" id="{18C93CB4-5613-F030-13C0-8DF34480D237}"/>
              </a:ext>
            </a:extLst>
          </p:cNvPr>
          <p:cNvPicPr>
            <a:picLocks noChangeAspect="1"/>
          </p:cNvPicPr>
          <p:nvPr/>
        </p:nvPicPr>
        <p:blipFill>
          <a:blip r:embed="rId3">
            <a:extLst>
              <a:ext uri="{837473B0-CC2E-450A-ABE3-18F120FF3D39}">
                <a1611:picAttrSrcUrl xmlns:a1611="http://schemas.microsoft.com/office/drawing/2016/11/main" r:id="rId4"/>
              </a:ext>
            </a:extLst>
          </a:blip>
          <a:srcRect r="7259" b="1"/>
          <a:stretch>
            <a:fillRect/>
          </a:stretch>
        </p:blipFill>
        <p:spPr>
          <a:xfrm>
            <a:off x="5183189" y="954088"/>
            <a:ext cx="6170612" cy="4906962"/>
          </a:xfrm>
          <a:prstGeom prst="rect">
            <a:avLst/>
          </a:prstGeom>
          <a:noFill/>
        </p:spPr>
      </p:pic>
    </p:spTree>
    <p:extLst>
      <p:ext uri="{BB962C8B-B14F-4D97-AF65-F5344CB8AC3E}">
        <p14:creationId xmlns:p14="http://schemas.microsoft.com/office/powerpoint/2010/main" val="730970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Big Questions That Will be Answered in This Lesson</a:t>
            </a:r>
          </a:p>
        </p:txBody>
      </p:sp>
      <p:sp>
        <p:nvSpPr>
          <p:cNvPr id="7171" name="Content Placeholder 2"/>
          <p:cNvSpPr>
            <a:spLocks noGrp="1"/>
          </p:cNvSpPr>
          <p:nvPr>
            <p:ph idx="1"/>
          </p:nvPr>
        </p:nvSpPr>
        <p:spPr>
          <a:xfrm>
            <a:off x="838200" y="1456793"/>
            <a:ext cx="9201150" cy="4755473"/>
          </a:xfrm>
        </p:spPr>
        <p:txBody>
          <a:bodyPr/>
          <a:lstStyle/>
          <a:p>
            <a:pPr marL="514350" indent="-514350">
              <a:buFont typeface="+mj-lt"/>
              <a:buAutoNum type="arabicPeriod"/>
            </a:pPr>
            <a:r>
              <a:rPr lang="en-US" dirty="0"/>
              <a:t>When do price ceilings matter?</a:t>
            </a:r>
          </a:p>
          <a:p>
            <a:pPr marL="514350" indent="-514350">
              <a:buFont typeface="+mj-lt"/>
              <a:buAutoNum type="arabicPeriod"/>
            </a:pPr>
            <a:r>
              <a:rPr lang="en-US" dirty="0"/>
              <a:t>What effects do price ceilings have on economic activity?</a:t>
            </a:r>
          </a:p>
          <a:p>
            <a:pPr marL="514350" indent="-514350">
              <a:buFont typeface="+mj-lt"/>
              <a:buAutoNum type="arabicPeriod"/>
            </a:pPr>
            <a:r>
              <a:rPr lang="en-US" dirty="0"/>
              <a:t>When do price floors matter?</a:t>
            </a:r>
          </a:p>
          <a:p>
            <a:pPr marL="514350" indent="-514350">
              <a:buFont typeface="+mj-lt"/>
              <a:buAutoNum type="arabicPeriod"/>
            </a:pPr>
            <a:r>
              <a:rPr lang="en-US" dirty="0"/>
              <a:t>What effects do price floors have on economic activity?</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p:cNvSpPr>
            <a:spLocks noGrp="1"/>
          </p:cNvSpPr>
          <p:nvPr>
            <p:ph type="title"/>
          </p:nvPr>
        </p:nvSpPr>
        <p:spPr/>
        <p:txBody>
          <a:bodyPr>
            <a:normAutofit/>
          </a:bodyPr>
          <a:lstStyle/>
          <a:p>
            <a:pPr fontAlgn="auto">
              <a:spcAft>
                <a:spcPts val="0"/>
              </a:spcAft>
            </a:pPr>
            <a:r>
              <a:rPr lang="en-US" sz="3200" dirty="0"/>
              <a:t>Price Controls</a:t>
            </a:r>
            <a:endParaRPr lang="en-US" altLang="zh-CN" sz="3200" dirty="0"/>
          </a:p>
        </p:txBody>
      </p:sp>
      <p:sp>
        <p:nvSpPr>
          <p:cNvPr id="7171" name="Content Placeholder 2"/>
          <p:cNvSpPr>
            <a:spLocks noGrp="1"/>
          </p:cNvSpPr>
          <p:nvPr>
            <p:ph sz="half" idx="1"/>
          </p:nvPr>
        </p:nvSpPr>
        <p:spPr>
          <a:xfrm>
            <a:off x="838199" y="1460946"/>
            <a:ext cx="5392271" cy="4758881"/>
          </a:xfrm>
        </p:spPr>
        <p:txBody>
          <a:bodyPr>
            <a:normAutofit/>
          </a:bodyPr>
          <a:lstStyle/>
          <a:p>
            <a:pPr marL="0" indent="0" algn="ctr">
              <a:buNone/>
            </a:pPr>
            <a:r>
              <a:rPr lang="en-US" altLang="zh-CN" sz="2800" b="1" dirty="0"/>
              <a:t>Price Ceiling</a:t>
            </a:r>
          </a:p>
          <a:p>
            <a:pPr marL="822960" lvl="1" indent="-457200"/>
            <a:r>
              <a:rPr lang="en-US" altLang="zh-CN" sz="2800" dirty="0"/>
              <a:t>Legally set maximum price</a:t>
            </a:r>
          </a:p>
          <a:p>
            <a:pPr marL="822960" lvl="1" indent="-457200"/>
            <a:r>
              <a:rPr lang="en-US" altLang="zh-CN" sz="2800" dirty="0"/>
              <a:t>Rent controlled apartments, price gouging laws</a:t>
            </a:r>
          </a:p>
          <a:p>
            <a:pPr marL="822960" lvl="1" indent="-457200"/>
            <a:r>
              <a:rPr lang="en-US" altLang="zh-CN" sz="2800" dirty="0"/>
              <a:t>Imposed when market prices is “too high”</a:t>
            </a:r>
          </a:p>
          <a:p>
            <a:pPr marL="822960" lvl="1" indent="-457200"/>
            <a:r>
              <a:rPr lang="en-US" altLang="zh-CN" sz="2800" dirty="0"/>
              <a:t>Intended to help consumers</a:t>
            </a:r>
          </a:p>
          <a:p>
            <a:endParaRPr lang="en-US" altLang="zh-CN" dirty="0"/>
          </a:p>
        </p:txBody>
      </p:sp>
      <p:sp>
        <p:nvSpPr>
          <p:cNvPr id="2" name="Content Placeholder 1">
            <a:extLst>
              <a:ext uri="{FF2B5EF4-FFF2-40B4-BE49-F238E27FC236}">
                <a16:creationId xmlns:a16="http://schemas.microsoft.com/office/drawing/2014/main" id="{B5F19BC2-5EC5-174E-8D86-458F18FD6550}"/>
              </a:ext>
            </a:extLst>
          </p:cNvPr>
          <p:cNvSpPr>
            <a:spLocks noGrp="1"/>
          </p:cNvSpPr>
          <p:nvPr>
            <p:ph sz="half" idx="2"/>
          </p:nvPr>
        </p:nvSpPr>
        <p:spPr/>
        <p:txBody>
          <a:bodyPr>
            <a:normAutofit/>
          </a:bodyPr>
          <a:lstStyle/>
          <a:p>
            <a:pPr marL="0" indent="0" algn="ctr">
              <a:buNone/>
            </a:pPr>
            <a:r>
              <a:rPr lang="en-US" altLang="zh-CN" sz="2800" b="1" dirty="0"/>
              <a:t>Price Floor</a:t>
            </a:r>
          </a:p>
          <a:p>
            <a:pPr marL="822960" lvl="1" indent="-457200"/>
            <a:r>
              <a:rPr lang="en-US" altLang="zh-CN" sz="2800" dirty="0"/>
              <a:t>Legally set minimum price</a:t>
            </a:r>
          </a:p>
          <a:p>
            <a:pPr marL="822960" lvl="1" indent="-457200"/>
            <a:r>
              <a:rPr lang="en-US" altLang="zh-CN" sz="2800" dirty="0"/>
              <a:t>Minimum wage</a:t>
            </a:r>
          </a:p>
          <a:p>
            <a:pPr marL="822960" lvl="1" indent="-457200"/>
            <a:r>
              <a:rPr lang="en-US" altLang="zh-CN" sz="2800" dirty="0"/>
              <a:t>Imposed when market price (in minimum wage it’s the market for labor) is “too low”</a:t>
            </a:r>
          </a:p>
          <a:p>
            <a:pPr marL="822960" lvl="1" indent="-457200"/>
            <a:r>
              <a:rPr lang="en-US" altLang="zh-CN" sz="2800" dirty="0"/>
              <a:t>Intended to help producers</a:t>
            </a:r>
          </a:p>
          <a:p>
            <a:endParaRPr lang="en-US" dirty="0"/>
          </a:p>
        </p:txBody>
      </p:sp>
    </p:spTree>
    <p:extLst>
      <p:ext uri="{BB962C8B-B14F-4D97-AF65-F5344CB8AC3E}">
        <p14:creationId xmlns:p14="http://schemas.microsoft.com/office/powerpoint/2010/main" val="1815504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t>When Do Price Ceilings Matter?</a:t>
            </a:r>
          </a:p>
        </p:txBody>
      </p:sp>
      <p:sp>
        <p:nvSpPr>
          <p:cNvPr id="23555" name="Content Placeholder 2"/>
          <p:cNvSpPr>
            <a:spLocks noGrp="1"/>
          </p:cNvSpPr>
          <p:nvPr>
            <p:ph idx="1"/>
          </p:nvPr>
        </p:nvSpPr>
        <p:spPr/>
        <p:txBody>
          <a:bodyPr/>
          <a:lstStyle/>
          <a:p>
            <a:r>
              <a:rPr lang="en-US" dirty="0"/>
              <a:t>Let’s start with a simple thought experiment.</a:t>
            </a:r>
          </a:p>
          <a:p>
            <a:endParaRPr lang="en-US" dirty="0"/>
          </a:p>
          <a:p>
            <a:pPr lvl="1"/>
            <a:r>
              <a:rPr lang="en-US" dirty="0"/>
              <a:t>The government imposes a price ceiling on bread of $0.50 per loaf. </a:t>
            </a:r>
          </a:p>
          <a:p>
            <a:pPr lvl="2"/>
            <a:endParaRPr lang="en-US" dirty="0"/>
          </a:p>
          <a:p>
            <a:pPr lvl="1"/>
            <a:r>
              <a:rPr lang="en-US" dirty="0"/>
              <a:t>What are some unintended consequences?</a:t>
            </a:r>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2152650" y="592922"/>
            <a:ext cx="7886700" cy="624689"/>
          </a:xfrm>
        </p:spPr>
        <p:txBody>
          <a:bodyPr>
            <a:normAutofit/>
          </a:bodyPr>
          <a:lstStyle/>
          <a:p>
            <a:pPr algn="l"/>
            <a:r>
              <a:rPr lang="en-US" sz="3000" dirty="0"/>
              <a:t>$0.50 Price Ceiling on Bread</a:t>
            </a:r>
          </a:p>
        </p:txBody>
      </p:sp>
      <p:graphicFrame>
        <p:nvGraphicFramePr>
          <p:cNvPr id="5" name="Table 4"/>
          <p:cNvGraphicFramePr>
            <a:graphicFrameLocks noGrp="1"/>
          </p:cNvGraphicFramePr>
          <p:nvPr>
            <p:extLst>
              <p:ext uri="{D42A27DB-BD31-4B8C-83A1-F6EECF244321}">
                <p14:modId xmlns:p14="http://schemas.microsoft.com/office/powerpoint/2010/main" val="351971297"/>
              </p:ext>
            </p:extLst>
          </p:nvPr>
        </p:nvGraphicFramePr>
        <p:xfrm>
          <a:off x="1567543" y="1371600"/>
          <a:ext cx="8760731" cy="5173666"/>
        </p:xfrm>
        <a:graphic>
          <a:graphicData uri="http://schemas.openxmlformats.org/drawingml/2006/table">
            <a:tbl>
              <a:tblPr/>
              <a:tblGrid>
                <a:gridCol w="1628100">
                  <a:extLst>
                    <a:ext uri="{9D8B030D-6E8A-4147-A177-3AD203B41FA5}">
                      <a16:colId xmlns:a16="http://schemas.microsoft.com/office/drawing/2014/main" val="20000"/>
                    </a:ext>
                  </a:extLst>
                </a:gridCol>
                <a:gridCol w="4031487">
                  <a:extLst>
                    <a:ext uri="{9D8B030D-6E8A-4147-A177-3AD203B41FA5}">
                      <a16:colId xmlns:a16="http://schemas.microsoft.com/office/drawing/2014/main" val="20001"/>
                    </a:ext>
                  </a:extLst>
                </a:gridCol>
                <a:gridCol w="1860686">
                  <a:extLst>
                    <a:ext uri="{9D8B030D-6E8A-4147-A177-3AD203B41FA5}">
                      <a16:colId xmlns:a16="http://schemas.microsoft.com/office/drawing/2014/main" val="20002"/>
                    </a:ext>
                  </a:extLst>
                </a:gridCol>
                <a:gridCol w="1240458">
                  <a:extLst>
                    <a:ext uri="{9D8B030D-6E8A-4147-A177-3AD203B41FA5}">
                      <a16:colId xmlns:a16="http://schemas.microsoft.com/office/drawing/2014/main" val="20003"/>
                    </a:ext>
                  </a:extLst>
                </a:gridCol>
              </a:tblGrid>
              <a:tr h="289811">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dirty="0">
                          <a:ln>
                            <a:noFill/>
                          </a:ln>
                          <a:solidFill>
                            <a:schemeClr val="tx1"/>
                          </a:solidFill>
                          <a:effectLst/>
                          <a:latin typeface="+mj-lt"/>
                          <a:ea typeface="Arial" charset="0"/>
                          <a:cs typeface="Arial" charset="0"/>
                        </a:rPr>
                        <a:t>Question</a:t>
                      </a:r>
                      <a:endParaRPr kumimoji="0" lang="en-US" sz="1600" b="0" i="0" u="none" strike="noStrike" cap="none" normalizeH="0" baseline="0" dirty="0">
                        <a:ln>
                          <a:noFill/>
                        </a:ln>
                        <a:solidFill>
                          <a:schemeClr val="tx1"/>
                        </a:solidFill>
                        <a:effectLst/>
                        <a:latin typeface="+mj-lt"/>
                        <a:ea typeface="Arial" charset="0"/>
                        <a:cs typeface="Arial" charset="0"/>
                      </a:endParaRPr>
                    </a:p>
                  </a:txBody>
                  <a:tcPr marL="68580" marR="68580" marT="0" marB="0" anchor="ctr" horzOverflow="overflow">
                    <a:lnL w="28575" cap="flat" cmpd="sng" algn="ctr">
                      <a:solidFill>
                        <a:srgbClr val="000000"/>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BE5F1"/>
                    </a:solid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dirty="0">
                          <a:ln>
                            <a:noFill/>
                          </a:ln>
                          <a:solidFill>
                            <a:schemeClr val="tx1"/>
                          </a:solidFill>
                          <a:effectLst/>
                          <a:latin typeface="+mj-lt"/>
                          <a:ea typeface="Arial" charset="0"/>
                          <a:cs typeface="Arial" charset="0"/>
                        </a:rPr>
                        <a:t>Explanation</a:t>
                      </a:r>
                      <a:endParaRPr kumimoji="0" lang="en-US" sz="1600" b="0" i="0" u="none" strike="noStrike" cap="none" normalizeH="0" baseline="0" dirty="0">
                        <a:ln>
                          <a:noFill/>
                        </a:ln>
                        <a:solidFill>
                          <a:schemeClr val="tx1"/>
                        </a:solidFill>
                        <a:effectLst/>
                        <a:latin typeface="+mj-lt"/>
                        <a:ea typeface="Arial" charset="0"/>
                        <a:cs typeface="Arial" charset="0"/>
                      </a:endParaRPr>
                    </a:p>
                  </a:txBody>
                  <a:tcPr marL="68580" marR="68580" marT="0" marB="0"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BE5F1"/>
                    </a:solidFill>
                  </a:tcPr>
                </a:tc>
                <a:tc gridSpan="2">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sng" strike="noStrike" cap="none" normalizeH="0" baseline="0">
                          <a:ln>
                            <a:noFill/>
                          </a:ln>
                          <a:solidFill>
                            <a:schemeClr val="tx1"/>
                          </a:solidFill>
                          <a:effectLst/>
                          <a:latin typeface="+mj-lt"/>
                          <a:ea typeface="Arial" charset="0"/>
                          <a:cs typeface="Arial" charset="0"/>
                        </a:rPr>
                        <a:t>In pictures</a:t>
                      </a:r>
                      <a:endParaRPr kumimoji="0" lang="en-US" sz="1600" b="0" i="0" u="none" strike="noStrike" cap="none" normalizeH="0" baseline="0">
                        <a:ln>
                          <a:noFill/>
                        </a:ln>
                        <a:solidFill>
                          <a:schemeClr val="tx1"/>
                        </a:solidFill>
                        <a:effectLst/>
                        <a:latin typeface="+mj-lt"/>
                        <a:ea typeface="Arial" charset="0"/>
                        <a:cs typeface="Arial" charset="0"/>
                      </a:endParaRPr>
                    </a:p>
                  </a:txBody>
                  <a:tcPr marL="68580" marR="68580" marT="0" marB="0" anchor="ctr" horzOverflow="overflow">
                    <a:lnL>
                      <a:noFill/>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BE5F1"/>
                    </a:solidFill>
                  </a:tcPr>
                </a:tc>
                <a:tc hMerge="1">
                  <a:txBody>
                    <a:bodyPr/>
                    <a:lstStyle/>
                    <a:p>
                      <a:endParaRPr lang="en-US"/>
                    </a:p>
                  </a:txBody>
                  <a:tcPr/>
                </a:tc>
                <a:extLst>
                  <a:ext uri="{0D108BD9-81ED-4DB2-BD59-A6C34878D82A}">
                    <a16:rowId xmlns:a16="http://schemas.microsoft.com/office/drawing/2014/main" val="10000"/>
                  </a:ext>
                </a:extLst>
              </a:tr>
              <a:tr h="887835">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mj-lt"/>
                          <a:ea typeface="Arial" charset="0"/>
                          <a:cs typeface="Arial" charset="0"/>
                        </a:rPr>
                        <a:t>Will there be more or less bread for sale?</a:t>
                      </a:r>
                      <a:endParaRPr kumimoji="0" lang="en-US" sz="1600" b="0" i="0" u="none" strike="noStrike" cap="none" normalizeH="0" baseline="0" dirty="0">
                        <a:ln>
                          <a:noFill/>
                        </a:ln>
                        <a:solidFill>
                          <a:schemeClr val="tx1"/>
                        </a:solidFill>
                        <a:effectLst/>
                        <a:latin typeface="+mj-lt"/>
                        <a:ea typeface="Arial" charset="0"/>
                        <a:cs typeface="Arial" charset="0"/>
                      </a:endParaRPr>
                    </a:p>
                  </a:txBody>
                  <a:tcPr marL="45720" marR="45720" marT="45723" marB="45723"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ea typeface="Arial" charset="0"/>
                          <a:cs typeface="Arial" charset="0"/>
                        </a:rPr>
                        <a:t>Consumers want to purchase more, but producers will manufacture less. Shortage!</a:t>
                      </a:r>
                    </a:p>
                  </a:txBody>
                  <a:tcPr marL="45720" marR="45720" marT="45723" marB="45723"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mj-lt"/>
                          <a:ea typeface="Arial" charset="0"/>
                          <a:cs typeface="Arial" charset="0"/>
                        </a:rPr>
                        <a:t>Empty shelves</a:t>
                      </a:r>
                      <a:endParaRPr kumimoji="0" lang="en-US" sz="1600" b="0" i="0" u="none" strike="noStrike" cap="none" normalizeH="0" baseline="0">
                        <a:ln>
                          <a:noFill/>
                        </a:ln>
                        <a:solidFill>
                          <a:schemeClr val="tx1"/>
                        </a:solidFill>
                        <a:effectLst/>
                        <a:latin typeface="+mj-lt"/>
                        <a:ea typeface="Arial" charset="0"/>
                        <a:cs typeface="Arial" charset="0"/>
                      </a:endParaRPr>
                    </a:p>
                  </a:txBody>
                  <a:tcPr marL="45720" marR="45720" marT="45723" marB="45723"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mj-lt"/>
                        <a:ea typeface="Arial" charset="0"/>
                        <a:cs typeface="Arial" charset="0"/>
                      </a:endParaRPr>
                    </a:p>
                  </a:txBody>
                  <a:tcPr marL="68580" marR="68580" marT="0" marB="0" anchor="ctr" horzOverflow="overflow">
                    <a:lnL>
                      <a:noFill/>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3233">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mj-lt"/>
                          <a:ea typeface="Arial" charset="0"/>
                          <a:cs typeface="Arial" charset="0"/>
                        </a:rPr>
                        <a:t>Will the size of a typical loaf change?</a:t>
                      </a:r>
                      <a:endParaRPr kumimoji="0" lang="en-US" sz="1600" b="0" i="0" u="none" strike="noStrike" cap="none" normalizeH="0" baseline="0" dirty="0">
                        <a:ln>
                          <a:noFill/>
                        </a:ln>
                        <a:solidFill>
                          <a:schemeClr val="tx1"/>
                        </a:solidFill>
                        <a:effectLst/>
                        <a:latin typeface="+mj-lt"/>
                        <a:ea typeface="Arial" charset="0"/>
                        <a:cs typeface="Arial" charset="0"/>
                      </a:endParaRPr>
                    </a:p>
                  </a:txBody>
                  <a:tcPr marL="45720" marR="45720" marT="45723" marB="45723"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ea typeface="Arial" charset="0"/>
                          <a:cs typeface="Arial" charset="0"/>
                        </a:rPr>
                        <a:t>Manufacturers will try to maintain profits by reducing the size of each loaf. </a:t>
                      </a:r>
                    </a:p>
                  </a:txBody>
                  <a:tcPr marL="45720" marR="45720" marT="45723" marB="45723"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mj-lt"/>
                          <a:ea typeface="Arial" charset="0"/>
                          <a:cs typeface="Arial" charset="0"/>
                        </a:rPr>
                        <a:t>No more giant loaves</a:t>
                      </a:r>
                      <a:endParaRPr kumimoji="0" lang="en-US" sz="1600" b="0" i="0" u="none" strike="noStrike" cap="none" normalizeH="0" baseline="0">
                        <a:ln>
                          <a:noFill/>
                        </a:ln>
                        <a:solidFill>
                          <a:schemeClr val="tx1"/>
                        </a:solidFill>
                        <a:effectLst/>
                        <a:latin typeface="+mj-lt"/>
                        <a:ea typeface="Arial" charset="0"/>
                        <a:cs typeface="Arial" charset="0"/>
                      </a:endParaRPr>
                    </a:p>
                  </a:txBody>
                  <a:tcPr marL="45720" marR="45720" marT="45723" marB="45723"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mj-lt"/>
                        <a:ea typeface="Arial" charset="0"/>
                        <a:cs typeface="Arial" charset="0"/>
                      </a:endParaRPr>
                    </a:p>
                  </a:txBody>
                  <a:tcPr marL="68580" marR="6858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09961">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mj-lt"/>
                          <a:ea typeface="Arial" charset="0"/>
                          <a:cs typeface="Arial" charset="0"/>
                        </a:rPr>
                        <a:t>Will the quality change?</a:t>
                      </a:r>
                      <a:endParaRPr kumimoji="0" lang="en-US" sz="1600" b="0" i="0" u="none" strike="noStrike" cap="none" normalizeH="0" baseline="0">
                        <a:ln>
                          <a:noFill/>
                        </a:ln>
                        <a:solidFill>
                          <a:schemeClr val="tx1"/>
                        </a:solidFill>
                        <a:effectLst/>
                        <a:latin typeface="+mj-lt"/>
                        <a:ea typeface="Arial" charset="0"/>
                        <a:cs typeface="Arial" charset="0"/>
                      </a:endParaRPr>
                    </a:p>
                  </a:txBody>
                  <a:tcPr marL="45720" marR="45720" marT="45723" marB="45723"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ea typeface="Arial" charset="0"/>
                          <a:cs typeface="Arial" charset="0"/>
                        </a:rPr>
                        <a:t>Expensive brands will no longer be profitable to produce. </a:t>
                      </a:r>
                    </a:p>
                  </a:txBody>
                  <a:tcPr marL="45720" marR="45720" marT="45723" marB="45723"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mj-lt"/>
                          <a:ea typeface="Arial" charset="0"/>
                          <a:cs typeface="Arial" charset="0"/>
                        </a:rPr>
                        <a:t>Focaccia bread would disappear</a:t>
                      </a:r>
                      <a:endParaRPr kumimoji="0" lang="en-US" sz="1600" b="0" i="0" u="none" strike="noStrike" cap="none" normalizeH="0" baseline="0">
                        <a:ln>
                          <a:noFill/>
                        </a:ln>
                        <a:solidFill>
                          <a:schemeClr val="tx1"/>
                        </a:solidFill>
                        <a:effectLst/>
                        <a:latin typeface="+mj-lt"/>
                        <a:ea typeface="Arial" charset="0"/>
                        <a:cs typeface="Arial" charset="0"/>
                      </a:endParaRPr>
                    </a:p>
                  </a:txBody>
                  <a:tcPr marL="45720" marR="45720" marT="45723" marB="45723"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mj-lt"/>
                        <a:ea typeface="Arial" charset="0"/>
                        <a:cs typeface="Arial" charset="0"/>
                      </a:endParaRPr>
                    </a:p>
                  </a:txBody>
                  <a:tcPr marL="68580" marR="6858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43582">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mj-lt"/>
                          <a:ea typeface="Arial" charset="0"/>
                          <a:cs typeface="Arial" charset="0"/>
                        </a:rPr>
                        <a:t>Will the opportunity cost of finding bread change?</a:t>
                      </a:r>
                      <a:endParaRPr kumimoji="0" lang="en-US" sz="1600" b="0" i="0" u="none" strike="noStrike" cap="none" normalizeH="0" baseline="0" dirty="0">
                        <a:ln>
                          <a:noFill/>
                        </a:ln>
                        <a:solidFill>
                          <a:schemeClr val="tx1"/>
                        </a:solidFill>
                        <a:effectLst/>
                        <a:latin typeface="+mj-lt"/>
                        <a:ea typeface="Arial" charset="0"/>
                        <a:cs typeface="Arial" charset="0"/>
                      </a:endParaRPr>
                    </a:p>
                  </a:txBody>
                  <a:tcPr marL="45720" marR="45720" marT="45723" marB="45723"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ea typeface="Arial" charset="0"/>
                          <a:cs typeface="Arial" charset="0"/>
                        </a:rPr>
                        <a:t>Opportunity cost of finding bread will rise. Resources spent looking for bread in different stores and waiting in line.</a:t>
                      </a:r>
                    </a:p>
                  </a:txBody>
                  <a:tcPr marL="45720" marR="45720" marT="45723" marB="45723"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mj-lt"/>
                          <a:ea typeface="Arial" charset="0"/>
                          <a:cs typeface="Arial" charset="0"/>
                        </a:rPr>
                        <a:t>Bread lines would become the norm</a:t>
                      </a:r>
                      <a:endParaRPr kumimoji="0" lang="en-US" sz="1600" b="0" i="0" u="none" strike="noStrike" cap="none" normalizeH="0" baseline="0">
                        <a:ln>
                          <a:noFill/>
                        </a:ln>
                        <a:solidFill>
                          <a:schemeClr val="tx1"/>
                        </a:solidFill>
                        <a:effectLst/>
                        <a:latin typeface="+mj-lt"/>
                        <a:ea typeface="Arial" charset="0"/>
                        <a:cs typeface="Arial" charset="0"/>
                      </a:endParaRPr>
                    </a:p>
                  </a:txBody>
                  <a:tcPr marL="45720" marR="45720" marT="45723" marB="45723"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mj-lt"/>
                        <a:ea typeface="Arial" charset="0"/>
                        <a:cs typeface="Arial" charset="0"/>
                      </a:endParaRPr>
                    </a:p>
                  </a:txBody>
                  <a:tcPr marL="68580" marR="6858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159244">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mj-lt"/>
                          <a:ea typeface="Arial" charset="0"/>
                          <a:cs typeface="Arial" charset="0"/>
                        </a:rPr>
                        <a:t>Would you buy illegal bread if you could?</a:t>
                      </a:r>
                      <a:endParaRPr kumimoji="0" lang="en-US" sz="1600" b="0" i="0" u="none" strike="noStrike" cap="none" normalizeH="0" baseline="0" dirty="0">
                        <a:ln>
                          <a:noFill/>
                        </a:ln>
                        <a:solidFill>
                          <a:schemeClr val="tx1"/>
                        </a:solidFill>
                        <a:effectLst/>
                        <a:latin typeface="+mj-lt"/>
                        <a:ea typeface="Arial" charset="0"/>
                        <a:cs typeface="Arial" charset="0"/>
                      </a:endParaRPr>
                    </a:p>
                  </a:txBody>
                  <a:tcPr marL="45720" marR="45720" marT="45723" marB="45723"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ea typeface="Arial" charset="0"/>
                          <a:cs typeface="Arial" charset="0"/>
                        </a:rPr>
                        <a:t>Since bread is hard to find, and people still need it, an illegal market will develop. </a:t>
                      </a:r>
                    </a:p>
                  </a:txBody>
                  <a:tcPr marL="45720" marR="45720" marT="45723" marB="45723"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mj-lt"/>
                          <a:ea typeface="Arial" charset="0"/>
                          <a:cs typeface="Arial" charset="0"/>
                        </a:rPr>
                        <a:t>Illegal bread dealers reduce</a:t>
                      </a:r>
                    </a:p>
                    <a:p>
                      <a:pPr marL="0" marR="0" lvl="0" indent="0" algn="ctr" defTabSz="4572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mj-lt"/>
                          <a:ea typeface="Arial" charset="0"/>
                          <a:cs typeface="Arial" charset="0"/>
                        </a:rPr>
                        <a:t>the shortage</a:t>
                      </a:r>
                      <a:endParaRPr kumimoji="0" lang="en-US" sz="1600" b="0" i="0" u="none" strike="noStrike" cap="none" normalizeH="0" baseline="0" dirty="0">
                        <a:ln>
                          <a:noFill/>
                        </a:ln>
                        <a:solidFill>
                          <a:schemeClr val="tx1"/>
                        </a:solidFill>
                        <a:effectLst/>
                        <a:latin typeface="+mj-lt"/>
                        <a:ea typeface="Arial" charset="0"/>
                        <a:cs typeface="Arial" charset="0"/>
                      </a:endParaRPr>
                    </a:p>
                  </a:txBody>
                  <a:tcPr marL="45720" marR="45720" marT="45723" marB="45723"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mj-lt"/>
                        <a:ea typeface="Arial" charset="0"/>
                        <a:cs typeface="Arial" charset="0"/>
                      </a:endParaRPr>
                    </a:p>
                  </a:txBody>
                  <a:tcPr marL="68580" marR="6858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2" name="Picture 1" descr="An empty shelf in a grocery store.">
            <a:extLst>
              <a:ext uri="{FF2B5EF4-FFF2-40B4-BE49-F238E27FC236}">
                <a16:creationId xmlns:a16="http://schemas.microsoft.com/office/drawing/2014/main" id="{52C05991-B0D9-8F4A-928F-7479FE7748FC}"/>
              </a:ext>
            </a:extLst>
          </p:cNvPr>
          <p:cNvPicPr>
            <a:picLocks noChangeAspect="1"/>
          </p:cNvPicPr>
          <p:nvPr/>
        </p:nvPicPr>
        <p:blipFill>
          <a:blip r:embed="rId3"/>
          <a:stretch>
            <a:fillRect/>
          </a:stretch>
        </p:blipFill>
        <p:spPr>
          <a:xfrm>
            <a:off x="9064477" y="1715106"/>
            <a:ext cx="1017826" cy="762540"/>
          </a:xfrm>
          <a:prstGeom prst="rect">
            <a:avLst/>
          </a:prstGeom>
        </p:spPr>
      </p:pic>
      <p:sp>
        <p:nvSpPr>
          <p:cNvPr id="16" name="Rectangle 15"/>
          <p:cNvSpPr/>
          <p:nvPr/>
        </p:nvSpPr>
        <p:spPr>
          <a:xfrm>
            <a:off x="3291793" y="1676701"/>
            <a:ext cx="6973887" cy="82391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6" name="Picture 5" descr="A bag of bread.">
            <a:extLst>
              <a:ext uri="{FF2B5EF4-FFF2-40B4-BE49-F238E27FC236}">
                <a16:creationId xmlns:a16="http://schemas.microsoft.com/office/drawing/2014/main" id="{3EFDCE7C-C91F-F54E-9319-EB4D9F9513A6}"/>
              </a:ext>
            </a:extLst>
          </p:cNvPr>
          <p:cNvPicPr>
            <a:picLocks noChangeAspect="1"/>
          </p:cNvPicPr>
          <p:nvPr/>
        </p:nvPicPr>
        <p:blipFill>
          <a:blip r:embed="rId4"/>
          <a:stretch>
            <a:fillRect/>
          </a:stretch>
        </p:blipFill>
        <p:spPr>
          <a:xfrm>
            <a:off x="9014590" y="2728362"/>
            <a:ext cx="1117600" cy="431800"/>
          </a:xfrm>
          <a:prstGeom prst="rect">
            <a:avLst/>
          </a:prstGeom>
        </p:spPr>
      </p:pic>
      <p:pic>
        <p:nvPicPr>
          <p:cNvPr id="7" name="Picture 6" descr="A focaccia bread.">
            <a:extLst>
              <a:ext uri="{FF2B5EF4-FFF2-40B4-BE49-F238E27FC236}">
                <a16:creationId xmlns:a16="http://schemas.microsoft.com/office/drawing/2014/main" id="{AD0B9B5E-E2A2-764D-A86D-ACC831809CFF}"/>
              </a:ext>
            </a:extLst>
          </p:cNvPr>
          <p:cNvPicPr>
            <a:picLocks noChangeAspect="1"/>
          </p:cNvPicPr>
          <p:nvPr/>
        </p:nvPicPr>
        <p:blipFill>
          <a:blip r:embed="rId5"/>
          <a:stretch>
            <a:fillRect/>
          </a:stretch>
        </p:blipFill>
        <p:spPr>
          <a:xfrm>
            <a:off x="9291133" y="3492160"/>
            <a:ext cx="896359" cy="598556"/>
          </a:xfrm>
          <a:prstGeom prst="rect">
            <a:avLst/>
          </a:prstGeom>
        </p:spPr>
      </p:pic>
      <p:pic>
        <p:nvPicPr>
          <p:cNvPr id="8" name="Picture 7" descr="A long line of people outside.">
            <a:extLst>
              <a:ext uri="{FF2B5EF4-FFF2-40B4-BE49-F238E27FC236}">
                <a16:creationId xmlns:a16="http://schemas.microsoft.com/office/drawing/2014/main" id="{62E295A1-1241-0443-8F39-1D114006B5CB}"/>
              </a:ext>
            </a:extLst>
          </p:cNvPr>
          <p:cNvPicPr>
            <a:picLocks noChangeAspect="1"/>
          </p:cNvPicPr>
          <p:nvPr/>
        </p:nvPicPr>
        <p:blipFill>
          <a:blip r:embed="rId6"/>
          <a:stretch>
            <a:fillRect/>
          </a:stretch>
        </p:blipFill>
        <p:spPr>
          <a:xfrm>
            <a:off x="9088828" y="4346378"/>
            <a:ext cx="1098664" cy="758946"/>
          </a:xfrm>
          <a:prstGeom prst="rect">
            <a:avLst/>
          </a:prstGeom>
        </p:spPr>
      </p:pic>
      <p:pic>
        <p:nvPicPr>
          <p:cNvPr id="9" name="Picture 8" descr="Close-up of hands exchanging money.">
            <a:extLst>
              <a:ext uri="{FF2B5EF4-FFF2-40B4-BE49-F238E27FC236}">
                <a16:creationId xmlns:a16="http://schemas.microsoft.com/office/drawing/2014/main" id="{3DA54453-6824-9343-BC70-F13D912295C2}"/>
              </a:ext>
            </a:extLst>
          </p:cNvPr>
          <p:cNvPicPr>
            <a:picLocks noChangeAspect="1"/>
          </p:cNvPicPr>
          <p:nvPr/>
        </p:nvPicPr>
        <p:blipFill>
          <a:blip r:embed="rId7"/>
          <a:stretch>
            <a:fillRect/>
          </a:stretch>
        </p:blipFill>
        <p:spPr>
          <a:xfrm>
            <a:off x="8983639" y="5584574"/>
            <a:ext cx="1098664" cy="732443"/>
          </a:xfrm>
          <a:prstGeom prst="rect">
            <a:avLst/>
          </a:prstGeom>
        </p:spPr>
      </p:pic>
      <p:sp>
        <p:nvSpPr>
          <p:cNvPr id="14" name="Rectangle 13"/>
          <p:cNvSpPr/>
          <p:nvPr/>
        </p:nvSpPr>
        <p:spPr>
          <a:xfrm>
            <a:off x="3269568" y="2585246"/>
            <a:ext cx="6996112" cy="82391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17" name="Rectangle 16"/>
          <p:cNvSpPr/>
          <p:nvPr/>
        </p:nvSpPr>
        <p:spPr>
          <a:xfrm>
            <a:off x="3218499" y="3462717"/>
            <a:ext cx="7047181" cy="62799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18" name="Rectangle 17"/>
          <p:cNvSpPr/>
          <p:nvPr/>
        </p:nvSpPr>
        <p:spPr>
          <a:xfrm>
            <a:off x="3314018" y="4207784"/>
            <a:ext cx="6951662" cy="100488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19" name="Rectangle 18"/>
          <p:cNvSpPr/>
          <p:nvPr/>
        </p:nvSpPr>
        <p:spPr>
          <a:xfrm>
            <a:off x="3315605" y="5401520"/>
            <a:ext cx="6950075" cy="10985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xit" presetSubtype="8" fill="hold" grpId="0" nodeType="clickEffect">
                                  <p:stCondLst>
                                    <p:cond delay="0"/>
                                  </p:stCondLst>
                                  <p:childTnLst>
                                    <p:animEffect transition="out" filter="wipe(left)">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8" fill="hold" grpId="0" nodeType="clickEffect">
                                  <p:stCondLst>
                                    <p:cond delay="0"/>
                                  </p:stCondLst>
                                  <p:childTnLst>
                                    <p:animEffect transition="out" filter="wipe(left)">
                                      <p:cBhvr>
                                        <p:cTn id="16" dur="500"/>
                                        <p:tgtEl>
                                          <p:spTgt spid="17"/>
                                        </p:tgtEl>
                                      </p:cBhvr>
                                    </p:animEffect>
                                    <p:set>
                                      <p:cBhvr>
                                        <p:cTn id="17" dur="1" fill="hold">
                                          <p:stCondLst>
                                            <p:cond delay="499"/>
                                          </p:stCondLst>
                                        </p:cTn>
                                        <p:tgtEl>
                                          <p:spTgt spid="17"/>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xit" presetSubtype="8" fill="hold" grpId="0" nodeType="clickEffect">
                                  <p:stCondLst>
                                    <p:cond delay="0"/>
                                  </p:stCondLst>
                                  <p:childTnLst>
                                    <p:animEffect transition="out" filter="wipe(left)">
                                      <p:cBhvr>
                                        <p:cTn id="21" dur="500"/>
                                        <p:tgtEl>
                                          <p:spTgt spid="18"/>
                                        </p:tgtEl>
                                      </p:cBhvr>
                                    </p:animEffect>
                                    <p:set>
                                      <p:cBhvr>
                                        <p:cTn id="22" dur="1" fill="hold">
                                          <p:stCondLst>
                                            <p:cond delay="499"/>
                                          </p:stCondLst>
                                        </p:cTn>
                                        <p:tgtEl>
                                          <p:spTgt spid="18"/>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xit" presetSubtype="8" fill="hold" grpId="0" nodeType="clickEffect">
                                  <p:stCondLst>
                                    <p:cond delay="0"/>
                                  </p:stCondLst>
                                  <p:childTnLst>
                                    <p:animEffect transition="out" filter="wipe(left)">
                                      <p:cBhvr>
                                        <p:cTn id="26" dur="500"/>
                                        <p:tgtEl>
                                          <p:spTgt spid="19"/>
                                        </p:tgtEl>
                                      </p:cBhvr>
                                    </p:animEffect>
                                    <p:set>
                                      <p:cBhvr>
                                        <p:cTn id="27"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4" grpId="0" animBg="1"/>
      <p:bldP spid="17"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t>The Effects of Price Ceilings</a:t>
            </a:r>
          </a:p>
        </p:txBody>
      </p:sp>
      <p:sp>
        <p:nvSpPr>
          <p:cNvPr id="27651" name="Content Placeholder 2"/>
          <p:cNvSpPr>
            <a:spLocks noGrp="1"/>
          </p:cNvSpPr>
          <p:nvPr>
            <p:ph idx="1"/>
          </p:nvPr>
        </p:nvSpPr>
        <p:spPr/>
        <p:txBody>
          <a:bodyPr/>
          <a:lstStyle/>
          <a:p>
            <a:r>
              <a:rPr lang="en-US" dirty="0"/>
              <a:t>Three different situations:</a:t>
            </a:r>
          </a:p>
          <a:p>
            <a:endParaRPr lang="en-US" dirty="0"/>
          </a:p>
          <a:p>
            <a:pPr marL="772715" lvl="1" indent="-514350">
              <a:buFont typeface="+mj-lt"/>
              <a:buAutoNum type="arabicPeriod"/>
            </a:pPr>
            <a:r>
              <a:rPr lang="en-US" dirty="0"/>
              <a:t>A nonbinding price ceiling</a:t>
            </a:r>
          </a:p>
          <a:p>
            <a:pPr marL="772715" lvl="1" indent="-514350">
              <a:buFont typeface="+mj-lt"/>
              <a:buAutoNum type="arabicPeriod"/>
            </a:pPr>
            <a:endParaRPr lang="en-US" dirty="0"/>
          </a:p>
          <a:p>
            <a:pPr marL="772715" lvl="1" indent="-514350">
              <a:buFont typeface="+mj-lt"/>
              <a:buAutoNum type="arabicPeriod"/>
            </a:pPr>
            <a:r>
              <a:rPr lang="en-US" dirty="0"/>
              <a:t>A binding price ceiling</a:t>
            </a:r>
          </a:p>
          <a:p>
            <a:pPr marL="772715" lvl="1" indent="-514350">
              <a:buFont typeface="+mj-lt"/>
              <a:buAutoNum type="arabicPeriod"/>
            </a:pPr>
            <a:endParaRPr lang="en-US" dirty="0"/>
          </a:p>
          <a:p>
            <a:pPr marL="772715" lvl="1" indent="-514350">
              <a:buFont typeface="+mj-lt"/>
              <a:buAutoNum type="arabicPeriod"/>
            </a:pPr>
            <a:r>
              <a:rPr lang="en-US" dirty="0"/>
              <a:t>Long-run effects of price ceiling</a:t>
            </a:r>
          </a:p>
          <a:p>
            <a:endParaRPr lang="en-US" dirty="0"/>
          </a:p>
        </p:txBody>
      </p:sp>
      <p:pic>
        <p:nvPicPr>
          <p:cNvPr id="3" name="Picture 2" descr="A young man looks upward while placing his hands over his head as if pushing up an imaginary ceiling.">
            <a:extLst>
              <a:ext uri="{FF2B5EF4-FFF2-40B4-BE49-F238E27FC236}">
                <a16:creationId xmlns:a16="http://schemas.microsoft.com/office/drawing/2014/main" id="{4EDB72BA-A570-E740-9641-79E7B414476F}"/>
              </a:ext>
            </a:extLst>
          </p:cNvPr>
          <p:cNvPicPr>
            <a:picLocks noChangeAspect="1"/>
          </p:cNvPicPr>
          <p:nvPr/>
        </p:nvPicPr>
        <p:blipFill rotWithShape="1">
          <a:blip r:embed="rId3"/>
          <a:srcRect b="2820"/>
          <a:stretch/>
        </p:blipFill>
        <p:spPr>
          <a:xfrm>
            <a:off x="9020914" y="1413325"/>
            <a:ext cx="1331079" cy="48045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4" name="Title 50"/>
          <p:cNvSpPr>
            <a:spLocks noGrp="1"/>
          </p:cNvSpPr>
          <p:nvPr>
            <p:ph type="title"/>
          </p:nvPr>
        </p:nvSpPr>
        <p:spPr/>
        <p:txBody>
          <a:bodyPr/>
          <a:lstStyle/>
          <a:p>
            <a:pPr eaLnBrk="1" hangingPunct="1"/>
            <a:r>
              <a:rPr lang="en-US" dirty="0"/>
              <a:t>1. Nonbinding Price Ceiling</a:t>
            </a:r>
          </a:p>
        </p:txBody>
      </p:sp>
      <p:pic>
        <p:nvPicPr>
          <p:cNvPr id="4" name="Picture 3" descr=" "/>
          <p:cNvPicPr>
            <a:picLocks noChangeAspect="1"/>
          </p:cNvPicPr>
          <p:nvPr/>
        </p:nvPicPr>
        <p:blipFill>
          <a:blip r:embed="rId3"/>
          <a:srcRect/>
          <a:stretch>
            <a:fillRect/>
          </a:stretch>
        </p:blipFill>
        <p:spPr bwMode="auto">
          <a:xfrm>
            <a:off x="3513409" y="2153921"/>
            <a:ext cx="5822950" cy="4111625"/>
          </a:xfrm>
          <a:prstGeom prst="rect">
            <a:avLst/>
          </a:prstGeom>
          <a:noFill/>
          <a:ln w="9525">
            <a:noFill/>
            <a:miter lim="800000"/>
            <a:headEnd/>
            <a:tailEnd/>
          </a:ln>
        </p:spPr>
      </p:pic>
      <p:pic>
        <p:nvPicPr>
          <p:cNvPr id="6" name="Picture 5" descr=" "/>
          <p:cNvPicPr>
            <a:picLocks noChangeAspect="1"/>
          </p:cNvPicPr>
          <p:nvPr/>
        </p:nvPicPr>
        <p:blipFill>
          <a:blip r:embed="rId4"/>
          <a:srcRect/>
          <a:stretch>
            <a:fillRect/>
          </a:stretch>
        </p:blipFill>
        <p:spPr bwMode="auto">
          <a:xfrm>
            <a:off x="3513409" y="1398270"/>
            <a:ext cx="5822950" cy="755650"/>
          </a:xfrm>
          <a:prstGeom prst="rect">
            <a:avLst/>
          </a:prstGeom>
          <a:noFill/>
          <a:ln w="9525">
            <a:noFill/>
            <a:miter lim="800000"/>
            <a:headEnd/>
            <a:tailEnd/>
          </a:ln>
        </p:spPr>
      </p:pic>
      <p:pic>
        <p:nvPicPr>
          <p:cNvPr id="29700" name="Picture 1" descr=" A graph of a nonbinding price ceiling.  "/>
          <p:cNvPicPr>
            <a:picLocks noChangeAspect="1"/>
          </p:cNvPicPr>
          <p:nvPr/>
        </p:nvPicPr>
        <p:blipFill>
          <a:blip r:embed="rId5"/>
          <a:srcRect/>
          <a:stretch>
            <a:fillRect/>
          </a:stretch>
        </p:blipFill>
        <p:spPr bwMode="auto">
          <a:xfrm>
            <a:off x="2646635" y="1377633"/>
            <a:ext cx="6689725" cy="5334000"/>
          </a:xfrm>
          <a:prstGeom prst="rect">
            <a:avLst/>
          </a:prstGeom>
          <a:noFill/>
          <a:ln w="9525">
            <a:noFill/>
            <a:miter lim="800000"/>
            <a:headEnd/>
            <a:tailEnd/>
          </a:ln>
        </p:spPr>
      </p:pic>
      <p:pic>
        <p:nvPicPr>
          <p:cNvPr id="29701" name="Picture 12" descr=" "/>
          <p:cNvPicPr>
            <a:picLocks noChangeAspect="1"/>
          </p:cNvPicPr>
          <p:nvPr/>
        </p:nvPicPr>
        <p:blipFill>
          <a:blip r:embed="rId6"/>
          <a:srcRect/>
          <a:stretch>
            <a:fillRect/>
          </a:stretch>
        </p:blipFill>
        <p:spPr bwMode="auto">
          <a:xfrm>
            <a:off x="3494360" y="1714183"/>
            <a:ext cx="5311775" cy="4356100"/>
          </a:xfrm>
          <a:prstGeom prst="rect">
            <a:avLst/>
          </a:prstGeom>
          <a:noFill/>
          <a:ln w="9525">
            <a:noFill/>
            <a:miter lim="800000"/>
            <a:headEnd/>
            <a:tailEnd/>
          </a:ln>
        </p:spPr>
      </p:pic>
      <p:pic>
        <p:nvPicPr>
          <p:cNvPr id="29702" name="Picture 4" descr=" "/>
          <p:cNvPicPr>
            <a:picLocks noChangeAspect="1"/>
          </p:cNvPicPr>
          <p:nvPr/>
        </p:nvPicPr>
        <p:blipFill>
          <a:blip r:embed="rId7"/>
          <a:srcRect/>
          <a:stretch>
            <a:fillRect/>
          </a:stretch>
        </p:blipFill>
        <p:spPr bwMode="auto">
          <a:xfrm>
            <a:off x="2657746" y="4090671"/>
            <a:ext cx="3289300" cy="2511425"/>
          </a:xfrm>
          <a:prstGeom prst="rect">
            <a:avLst/>
          </a:prstGeom>
          <a:noFill/>
          <a:ln w="9525">
            <a:noFill/>
            <a:miter lim="800000"/>
            <a:headEnd/>
            <a:tailEnd/>
          </a:ln>
        </p:spPr>
      </p:pic>
      <p:pic>
        <p:nvPicPr>
          <p:cNvPr id="3" name="Picture 2" descr=" "/>
          <p:cNvPicPr>
            <a:picLocks noChangeAspect="1"/>
          </p:cNvPicPr>
          <p:nvPr/>
        </p:nvPicPr>
        <p:blipFill>
          <a:blip r:embed="rId8"/>
          <a:srcRect/>
          <a:stretch>
            <a:fillRect/>
          </a:stretch>
        </p:blipFill>
        <p:spPr bwMode="auto">
          <a:xfrm>
            <a:off x="2357709" y="2061846"/>
            <a:ext cx="6978650" cy="2444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10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9">
            <a:extLst>
              <a:ext uri="{FF2B5EF4-FFF2-40B4-BE49-F238E27FC236}">
                <a16:creationId xmlns:a16="http://schemas.microsoft.com/office/drawing/2014/main" id="{6EF433DA-90C3-B244-B62E-C6768FD5216C}"/>
              </a:ext>
            </a:extLst>
          </p:cNvPr>
          <p:cNvSpPr>
            <a:spLocks noGrp="1"/>
          </p:cNvSpPr>
          <p:nvPr>
            <p:ph type="title"/>
          </p:nvPr>
        </p:nvSpPr>
        <p:spPr>
          <a:xfrm>
            <a:off x="838200" y="657763"/>
            <a:ext cx="10515600" cy="624689"/>
          </a:xfrm>
        </p:spPr>
        <p:txBody>
          <a:bodyPr/>
          <a:lstStyle/>
          <a:p>
            <a:pPr eaLnBrk="1" hangingPunct="1"/>
            <a:r>
              <a:rPr lang="en-US" dirty="0"/>
              <a:t>2. Binding Price Ceiling</a:t>
            </a:r>
          </a:p>
        </p:txBody>
      </p:sp>
      <p:pic>
        <p:nvPicPr>
          <p:cNvPr id="3" name="Picture 2" descr=" "/>
          <p:cNvPicPr>
            <a:picLocks noChangeAspect="1"/>
          </p:cNvPicPr>
          <p:nvPr/>
        </p:nvPicPr>
        <p:blipFill>
          <a:blip r:embed="rId3"/>
          <a:srcRect/>
          <a:stretch>
            <a:fillRect/>
          </a:stretch>
        </p:blipFill>
        <p:spPr bwMode="auto">
          <a:xfrm>
            <a:off x="3485605" y="5254625"/>
            <a:ext cx="5780088" cy="1122362"/>
          </a:xfrm>
          <a:prstGeom prst="rect">
            <a:avLst/>
          </a:prstGeom>
          <a:noFill/>
          <a:ln w="9525">
            <a:noFill/>
            <a:miter lim="800000"/>
            <a:headEnd/>
            <a:tailEnd/>
          </a:ln>
        </p:spPr>
      </p:pic>
      <p:pic>
        <p:nvPicPr>
          <p:cNvPr id="8" name="Picture 7" descr=" "/>
          <p:cNvPicPr>
            <a:picLocks noChangeAspect="1"/>
          </p:cNvPicPr>
          <p:nvPr/>
        </p:nvPicPr>
        <p:blipFill>
          <a:blip r:embed="rId4"/>
          <a:srcRect/>
          <a:stretch>
            <a:fillRect/>
          </a:stretch>
        </p:blipFill>
        <p:spPr bwMode="auto">
          <a:xfrm>
            <a:off x="3485605" y="1296671"/>
            <a:ext cx="5780088" cy="3978275"/>
          </a:xfrm>
          <a:prstGeom prst="rect">
            <a:avLst/>
          </a:prstGeom>
          <a:noFill/>
          <a:ln w="9525">
            <a:noFill/>
            <a:miter lim="800000"/>
            <a:headEnd/>
            <a:tailEnd/>
          </a:ln>
        </p:spPr>
      </p:pic>
      <p:pic>
        <p:nvPicPr>
          <p:cNvPr id="31748" name="Picture 1" descr=" The effect of a binding price ceiling in the short run.  On the y axis is price per loaf, and on the x axis is quantity of loaves of bread. The short run supply curve, SSR, is linear with a positive slope, and the short run demand curve, DSR, is linear with a negative slope. The supply and demand curve cross at the equilibrium point E, where the equilibrium price is PE equals one dollar and equilibrium quantity is QE. A price ceiling, P ceiling, is set at 50 cents, and is a horizontal line that intersects the supply curve at the quantity supplied, Qs, and the demand curve at the quantity demanded, QD. Because the price ceiling is set below the equilibrium price, it is binding, and a shortage occurs because the QD is greater than Q S, and the market cannot move to equilibrium. Due to the shortage, a black market forms, E black market, and sells loaves of bread at a price, P black market, for 2 dollars and supplies loaves of bread at the quantity QS."/>
          <p:cNvPicPr>
            <a:picLocks noChangeAspect="1"/>
          </p:cNvPicPr>
          <p:nvPr/>
        </p:nvPicPr>
        <p:blipFill>
          <a:blip r:embed="rId5"/>
          <a:srcRect/>
          <a:stretch>
            <a:fillRect/>
          </a:stretch>
        </p:blipFill>
        <p:spPr bwMode="auto">
          <a:xfrm>
            <a:off x="2514055" y="1265238"/>
            <a:ext cx="6738938" cy="5592763"/>
          </a:xfrm>
          <a:prstGeom prst="rect">
            <a:avLst/>
          </a:prstGeom>
          <a:noFill/>
          <a:ln w="9525">
            <a:noFill/>
            <a:miter lim="800000"/>
            <a:headEnd/>
            <a:tailEnd/>
          </a:ln>
        </p:spPr>
      </p:pic>
      <p:pic>
        <p:nvPicPr>
          <p:cNvPr id="31749" name="Picture 10" descr=" "/>
          <p:cNvPicPr>
            <a:picLocks noChangeAspect="1"/>
          </p:cNvPicPr>
          <p:nvPr/>
        </p:nvPicPr>
        <p:blipFill>
          <a:blip r:embed="rId6"/>
          <a:srcRect/>
          <a:stretch>
            <a:fillRect/>
          </a:stretch>
        </p:blipFill>
        <p:spPr bwMode="auto">
          <a:xfrm>
            <a:off x="3474494" y="1598613"/>
            <a:ext cx="4587875" cy="4494213"/>
          </a:xfrm>
          <a:prstGeom prst="rect">
            <a:avLst/>
          </a:prstGeom>
          <a:noFill/>
          <a:ln w="9525">
            <a:noFill/>
            <a:miter lim="800000"/>
            <a:headEnd/>
            <a:tailEnd/>
          </a:ln>
        </p:spPr>
      </p:pic>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bwMode="auto">
          <a:xfrm>
            <a:off x="1890794" y="1890712"/>
            <a:ext cx="3367424" cy="4445000"/>
          </a:xfrm>
          <a:prstGeom prst="rect">
            <a:avLst/>
          </a:prstGeom>
          <a:noFill/>
          <a:ln w="9525">
            <a:noFill/>
            <a:miter lim="800000"/>
            <a:headEnd/>
            <a:tailEnd/>
          </a:ln>
        </p:spPr>
      </p:pic>
      <p:pic>
        <p:nvPicPr>
          <p:cNvPr id="31751" name="Picture 5" descr=" "/>
          <p:cNvPicPr>
            <a:picLocks noChangeAspect="1"/>
          </p:cNvPicPr>
          <p:nvPr/>
        </p:nvPicPr>
        <p:blipFill>
          <a:blip r:embed="rId8"/>
          <a:srcRect/>
          <a:stretch>
            <a:fillRect/>
          </a:stretch>
        </p:blipFill>
        <p:spPr bwMode="auto">
          <a:xfrm>
            <a:off x="2577556" y="4113213"/>
            <a:ext cx="3159125" cy="2644775"/>
          </a:xfrm>
          <a:prstGeom prst="rect">
            <a:avLst/>
          </a:prstGeom>
          <a:noFill/>
          <a:ln w="9525">
            <a:noFill/>
            <a:miter lim="800000"/>
            <a:headEnd/>
            <a:tailEnd/>
          </a:ln>
        </p:spPr>
      </p:pic>
      <p:pic>
        <p:nvPicPr>
          <p:cNvPr id="7" name="Picture 6" descr=" "/>
          <p:cNvPicPr>
            <a:picLocks noChangeAspect="1"/>
          </p:cNvPicPr>
          <p:nvPr/>
        </p:nvPicPr>
        <p:blipFill>
          <a:blip r:embed="rId9"/>
          <a:srcRect/>
          <a:stretch>
            <a:fillRect/>
          </a:stretch>
        </p:blipFill>
        <p:spPr bwMode="auto">
          <a:xfrm>
            <a:off x="2256881" y="5153026"/>
            <a:ext cx="6996113" cy="257175"/>
          </a:xfrm>
          <a:prstGeom prst="rect">
            <a:avLst/>
          </a:prstGeom>
          <a:noFill/>
          <a:ln w="9525">
            <a:noFill/>
            <a:miter lim="800000"/>
            <a:headEnd/>
            <a:tailEnd/>
          </a:ln>
        </p:spPr>
      </p:pic>
      <p:pic>
        <p:nvPicPr>
          <p:cNvPr id="9" name="Picture 8" descr=" "/>
          <p:cNvPicPr>
            <a:picLocks noChangeAspect="1"/>
          </p:cNvPicPr>
          <p:nvPr/>
        </p:nvPicPr>
        <p:blipFill>
          <a:blip r:embed="rId10"/>
          <a:srcRect/>
          <a:stretch>
            <a:fillRect/>
          </a:stretch>
        </p:blipFill>
        <p:spPr bwMode="auto">
          <a:xfrm>
            <a:off x="4246019" y="5213351"/>
            <a:ext cx="1965325" cy="154463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1000"/>
                                        <p:tgtEl>
                                          <p:spTgt spid="8"/>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20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down)">
                                      <p:cBhvr>
                                        <p:cTn id="2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1">
            <a:extLst>
              <a:ext uri="{FF2B5EF4-FFF2-40B4-BE49-F238E27FC236}">
                <a16:creationId xmlns:a16="http://schemas.microsoft.com/office/drawing/2014/main" id="{87D8BD74-40F2-A044-B8AF-8B1CEAA50472}"/>
              </a:ext>
            </a:extLst>
          </p:cNvPr>
          <p:cNvSpPr>
            <a:spLocks noGrp="1"/>
          </p:cNvSpPr>
          <p:nvPr>
            <p:ph type="title"/>
          </p:nvPr>
        </p:nvSpPr>
        <p:spPr>
          <a:xfrm>
            <a:off x="838200" y="657763"/>
            <a:ext cx="10515600" cy="624689"/>
          </a:xfrm>
        </p:spPr>
        <p:txBody>
          <a:bodyPr>
            <a:normAutofit/>
          </a:bodyPr>
          <a:lstStyle/>
          <a:p>
            <a:pPr eaLnBrk="1" hangingPunct="1"/>
            <a:r>
              <a:rPr lang="en-US" dirty="0"/>
              <a:t>3. Price Ceilings in the Long Run</a:t>
            </a:r>
          </a:p>
        </p:txBody>
      </p:sp>
      <p:pic>
        <p:nvPicPr>
          <p:cNvPr id="6" name="Picture 5" descr=" "/>
          <p:cNvPicPr>
            <a:picLocks noChangeAspect="1"/>
          </p:cNvPicPr>
          <p:nvPr/>
        </p:nvPicPr>
        <p:blipFill>
          <a:blip r:embed="rId3"/>
          <a:srcRect/>
          <a:stretch>
            <a:fillRect/>
          </a:stretch>
        </p:blipFill>
        <p:spPr bwMode="auto">
          <a:xfrm>
            <a:off x="3887788" y="5213397"/>
            <a:ext cx="5789612" cy="1087437"/>
          </a:xfrm>
          <a:prstGeom prst="rect">
            <a:avLst/>
          </a:prstGeom>
          <a:noFill/>
          <a:ln w="9525">
            <a:noFill/>
            <a:miter lim="800000"/>
            <a:headEnd/>
            <a:tailEnd/>
          </a:ln>
        </p:spPr>
      </p:pic>
      <p:pic>
        <p:nvPicPr>
          <p:cNvPr id="9" name="Picture 8" descr=" "/>
          <p:cNvPicPr>
            <a:picLocks noChangeAspect="1"/>
          </p:cNvPicPr>
          <p:nvPr/>
        </p:nvPicPr>
        <p:blipFill>
          <a:blip r:embed="rId4"/>
          <a:srcRect/>
          <a:stretch>
            <a:fillRect/>
          </a:stretch>
        </p:blipFill>
        <p:spPr bwMode="auto">
          <a:xfrm>
            <a:off x="3887788" y="1371646"/>
            <a:ext cx="5789612" cy="3852862"/>
          </a:xfrm>
          <a:prstGeom prst="rect">
            <a:avLst/>
          </a:prstGeom>
          <a:noFill/>
          <a:ln w="9525">
            <a:noFill/>
            <a:miter lim="800000"/>
            <a:headEnd/>
            <a:tailEnd/>
          </a:ln>
        </p:spPr>
      </p:pic>
      <p:pic>
        <p:nvPicPr>
          <p:cNvPr id="33796" name="Picture 4" descr="The effect of a binding price ceiling in the long run. On the y axis is price per loaf, and on the x axis is quantity of loaves of bread. The long run supply curve, SLR, is linear with a positive slope, and the long run demand curve, DLR, is linear with a negative slope. Both curves are more elastic than the short run case. The supply and demand curve cross at the equilibrium point E, where the equilibrium price is PE equals one dollar and equilibrium quantity is QE. A price ceiling, P ceiling, is set at 50 cents, and is a horizontal line that intersects the supply curve at the quantity supplied, QS, and the demand curve at the quantity demanded, QD. Because the price ceiling is set below the equilibrium price, it is binding, and a shortage occurs because the QD is greater than QS, and the market cannot move to equilibrium. Due to the shortage, a black market forms, E black market, and sells loaves of bread at a price, P black market, for 1 dollar and 50 cents and supplies loaves of bread at the quantity QS."/>
          <p:cNvPicPr>
            <a:picLocks noChangeAspect="1"/>
          </p:cNvPicPr>
          <p:nvPr/>
        </p:nvPicPr>
        <p:blipFill>
          <a:blip r:embed="rId5"/>
          <a:srcRect/>
          <a:stretch>
            <a:fillRect/>
          </a:stretch>
        </p:blipFill>
        <p:spPr bwMode="auto">
          <a:xfrm>
            <a:off x="2889250" y="1339897"/>
            <a:ext cx="6781800" cy="5411787"/>
          </a:xfrm>
          <a:prstGeom prst="rect">
            <a:avLst/>
          </a:prstGeom>
          <a:noFill/>
          <a:ln w="9525">
            <a:noFill/>
            <a:miter lim="800000"/>
            <a:headEnd/>
            <a:tailEnd/>
          </a:ln>
        </p:spPr>
      </p:pic>
      <p:pic>
        <p:nvPicPr>
          <p:cNvPr id="33797" name="Picture 10" descr=" "/>
          <p:cNvPicPr>
            <a:picLocks noChangeAspect="1"/>
          </p:cNvPicPr>
          <p:nvPr/>
        </p:nvPicPr>
        <p:blipFill>
          <a:blip r:embed="rId6"/>
          <a:srcRect/>
          <a:stretch>
            <a:fillRect/>
          </a:stretch>
        </p:blipFill>
        <p:spPr bwMode="auto">
          <a:xfrm>
            <a:off x="3856038" y="2192383"/>
            <a:ext cx="4703762" cy="3709988"/>
          </a:xfrm>
          <a:prstGeom prst="rect">
            <a:avLst/>
          </a:prstGeom>
          <a:noFill/>
          <a:ln w="9525">
            <a:noFill/>
            <a:miter lim="800000"/>
            <a:headEnd/>
            <a:tailEnd/>
          </a:ln>
        </p:spPr>
      </p:pic>
      <p:pic>
        <p:nvPicPr>
          <p:cNvPr id="3" name="Picture 2" descr=" "/>
          <p:cNvPicPr>
            <a:picLocks noChangeAspect="1"/>
          </p:cNvPicPr>
          <p:nvPr/>
        </p:nvPicPr>
        <p:blipFill>
          <a:blip r:embed="rId7"/>
          <a:srcRect/>
          <a:stretch>
            <a:fillRect/>
          </a:stretch>
        </p:blipFill>
        <p:spPr bwMode="auto">
          <a:xfrm>
            <a:off x="2771776" y="5107033"/>
            <a:ext cx="6899275" cy="260350"/>
          </a:xfrm>
          <a:prstGeom prst="rect">
            <a:avLst/>
          </a:prstGeom>
          <a:noFill/>
          <a:ln w="9525">
            <a:noFill/>
            <a:miter lim="800000"/>
            <a:headEnd/>
            <a:tailEnd/>
          </a:ln>
        </p:spPr>
      </p:pic>
      <p:pic>
        <p:nvPicPr>
          <p:cNvPr id="33799" name="Picture 7" descr=" "/>
          <p:cNvPicPr>
            <a:picLocks noChangeAspect="1"/>
          </p:cNvPicPr>
          <p:nvPr/>
        </p:nvPicPr>
        <p:blipFill>
          <a:blip r:embed="rId8"/>
          <a:srcRect/>
          <a:stretch>
            <a:fillRect/>
          </a:stretch>
        </p:blipFill>
        <p:spPr bwMode="auto">
          <a:xfrm>
            <a:off x="2954339" y="4089446"/>
            <a:ext cx="3190875" cy="2576512"/>
          </a:xfrm>
          <a:prstGeom prst="rect">
            <a:avLst/>
          </a:prstGeom>
          <a:noFill/>
          <a:ln w="9525">
            <a:noFill/>
            <a:miter lim="800000"/>
            <a:headEnd/>
            <a:tailEnd/>
          </a:ln>
        </p:spPr>
      </p:pic>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bwMode="auto">
          <a:xfrm>
            <a:off x="2260623" y="2849609"/>
            <a:ext cx="2992391" cy="3451225"/>
          </a:xfrm>
          <a:prstGeom prst="rect">
            <a:avLst/>
          </a:prstGeom>
          <a:noFill/>
          <a:ln>
            <a:noFill/>
          </a:ln>
        </p:spPr>
      </p:pic>
      <p:pic>
        <p:nvPicPr>
          <p:cNvPr id="10" name="Picture 9" descr=" "/>
          <p:cNvPicPr>
            <a:picLocks noChangeAspect="1"/>
          </p:cNvPicPr>
          <p:nvPr/>
        </p:nvPicPr>
        <p:blipFill>
          <a:blip r:embed="rId10"/>
          <a:srcRect/>
          <a:stretch>
            <a:fillRect/>
          </a:stretch>
        </p:blipFill>
        <p:spPr bwMode="auto">
          <a:xfrm>
            <a:off x="4171950" y="5175296"/>
            <a:ext cx="3189288" cy="15113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1000"/>
                                        <p:tgtEl>
                                          <p:spTgt spid="9"/>
                                        </p:tgtEl>
                                      </p:cBhvr>
                                    </p:animEffect>
                                  </p:childTnLst>
                                </p:cTn>
                              </p:par>
                            </p:childTnLst>
                          </p:cTn>
                        </p:par>
                        <p:par>
                          <p:cTn id="12" fill="hold" nodeType="afterGroup">
                            <p:stCondLst>
                              <p:cond delay="2000"/>
                            </p:stCondLst>
                            <p:childTnLst>
                              <p:par>
                                <p:cTn id="13" presetID="22"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10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down)">
                                      <p:cBhvr>
                                        <p:cTn id="20" dur="1000"/>
                                        <p:tgtEl>
                                          <p:spTgt spid="1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descr="Correct answer: C, There will be no effect."/>
          <p:cNvSpPr>
            <a:spLocks noGrp="1"/>
          </p:cNvSpPr>
          <p:nvPr>
            <p:ph type="title"/>
          </p:nvPr>
        </p:nvSpPr>
        <p:spPr/>
        <p:txBody>
          <a:bodyPr/>
          <a:lstStyle/>
          <a:p>
            <a:r>
              <a:rPr lang="en-US" dirty="0"/>
              <a:t>Practice What You Know—1 </a:t>
            </a:r>
          </a:p>
        </p:txBody>
      </p:sp>
      <p:sp>
        <p:nvSpPr>
          <p:cNvPr id="35843" name="Content Placeholder 2"/>
          <p:cNvSpPr>
            <a:spLocks noGrp="1"/>
          </p:cNvSpPr>
          <p:nvPr>
            <p:ph idx="1"/>
          </p:nvPr>
        </p:nvSpPr>
        <p:spPr/>
        <p:txBody>
          <a:bodyPr/>
          <a:lstStyle/>
          <a:p>
            <a:r>
              <a:rPr lang="en-US" dirty="0"/>
              <a:t>What will be the effect of a nonbinding price ceiling?</a:t>
            </a:r>
          </a:p>
          <a:p>
            <a:pPr marL="772715" lvl="1" indent="-514350">
              <a:buFont typeface="+mj-lt"/>
              <a:buAutoNum type="alphaUcPeriod"/>
            </a:pPr>
            <a:r>
              <a:rPr lang="en-US" dirty="0"/>
              <a:t>A surplus will be created.</a:t>
            </a:r>
          </a:p>
          <a:p>
            <a:pPr marL="772715" lvl="1" indent="-514350">
              <a:buFont typeface="+mj-lt"/>
              <a:buAutoNum type="alphaUcPeriod"/>
            </a:pPr>
            <a:r>
              <a:rPr lang="en-US" dirty="0"/>
              <a:t>A shortage will be created.</a:t>
            </a:r>
          </a:p>
          <a:p>
            <a:pPr marL="772715" lvl="1" indent="-514350">
              <a:buFont typeface="+mj-lt"/>
              <a:buAutoNum type="alphaUcPeriod"/>
            </a:pPr>
            <a:r>
              <a:rPr lang="en-US" dirty="0"/>
              <a:t>There will be no effect.</a:t>
            </a:r>
          </a:p>
          <a:p>
            <a:pPr marL="772715" lvl="1" indent="-514350">
              <a:buFont typeface="+mj-lt"/>
              <a:buAutoNum type="alphaUcPeriod"/>
            </a:pPr>
            <a:r>
              <a:rPr lang="en-US" dirty="0"/>
              <a:t>The effect is unknown.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descr="Correct answer: C, There will be no effect."/>
          <p:cNvSpPr>
            <a:spLocks noGrp="1"/>
          </p:cNvSpPr>
          <p:nvPr>
            <p:ph type="title"/>
          </p:nvPr>
        </p:nvSpPr>
        <p:spPr/>
        <p:txBody>
          <a:bodyPr/>
          <a:lstStyle/>
          <a:p>
            <a:r>
              <a:rPr lang="en-US" dirty="0"/>
              <a:t>Practice What You Know—1 </a:t>
            </a:r>
          </a:p>
        </p:txBody>
      </p:sp>
      <p:sp>
        <p:nvSpPr>
          <p:cNvPr id="35843" name="Content Placeholder 2"/>
          <p:cNvSpPr>
            <a:spLocks noGrp="1"/>
          </p:cNvSpPr>
          <p:nvPr>
            <p:ph idx="1"/>
          </p:nvPr>
        </p:nvSpPr>
        <p:spPr/>
        <p:txBody>
          <a:bodyPr/>
          <a:lstStyle/>
          <a:p>
            <a:r>
              <a:rPr lang="en-US" dirty="0"/>
              <a:t>What will be the effect of a nonbinding price ceiling?</a:t>
            </a:r>
          </a:p>
          <a:p>
            <a:pPr marL="772715" lvl="1" indent="-514350">
              <a:buFont typeface="+mj-lt"/>
              <a:buAutoNum type="alphaUcPeriod"/>
            </a:pPr>
            <a:r>
              <a:rPr lang="en-US" dirty="0"/>
              <a:t>A surplus will be created.</a:t>
            </a:r>
          </a:p>
          <a:p>
            <a:pPr marL="772715" lvl="1" indent="-514350">
              <a:buFont typeface="+mj-lt"/>
              <a:buAutoNum type="alphaUcPeriod"/>
            </a:pPr>
            <a:r>
              <a:rPr lang="en-US" dirty="0"/>
              <a:t>A shortage will be created.</a:t>
            </a:r>
          </a:p>
          <a:p>
            <a:pPr marL="772715" lvl="1" indent="-514350">
              <a:buFont typeface="+mj-lt"/>
              <a:buAutoNum type="alphaUcPeriod"/>
            </a:pPr>
            <a:r>
              <a:rPr lang="en-US" dirty="0"/>
              <a:t>There will be no effect.</a:t>
            </a:r>
          </a:p>
          <a:p>
            <a:pPr marL="772715" lvl="1" indent="-514350">
              <a:buFont typeface="+mj-lt"/>
              <a:buAutoNum type="alphaUcPeriod"/>
            </a:pPr>
            <a:r>
              <a:rPr lang="en-US" dirty="0"/>
              <a:t>The effect is unknown.</a:t>
            </a:r>
          </a:p>
        </p:txBody>
      </p:sp>
      <p:sp>
        <p:nvSpPr>
          <p:cNvPr id="6" name="Rectangle 5">
            <a:extLst>
              <a:ext uri="{FF2B5EF4-FFF2-40B4-BE49-F238E27FC236}">
                <a16:creationId xmlns:a16="http://schemas.microsoft.com/office/drawing/2014/main" id="{0D5A945A-3EEE-E642-B14D-2977376534FB}"/>
              </a:ext>
            </a:extLst>
          </p:cNvPr>
          <p:cNvSpPr/>
          <p:nvPr/>
        </p:nvSpPr>
        <p:spPr>
          <a:xfrm>
            <a:off x="1066800" y="2919549"/>
            <a:ext cx="4532811" cy="509451"/>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26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t>Practice What You Know—2 </a:t>
            </a:r>
          </a:p>
        </p:txBody>
      </p:sp>
      <p:sp>
        <p:nvSpPr>
          <p:cNvPr id="37891" name="Content Placeholder 2"/>
          <p:cNvSpPr>
            <a:spLocks noGrp="1"/>
          </p:cNvSpPr>
          <p:nvPr>
            <p:ph idx="1"/>
          </p:nvPr>
        </p:nvSpPr>
        <p:spPr/>
        <p:txBody>
          <a:bodyPr/>
          <a:lstStyle/>
          <a:p>
            <a:r>
              <a:rPr lang="en-US" dirty="0"/>
              <a:t>In the event of a binding price ceiling, what is one function that an illegal market serves?</a:t>
            </a:r>
          </a:p>
          <a:p>
            <a:pPr marL="772715" lvl="1" indent="-514350">
              <a:buFont typeface="+mj-lt"/>
              <a:buAutoNum type="alphaUcPeriod"/>
            </a:pPr>
            <a:r>
              <a:rPr lang="en-US" dirty="0"/>
              <a:t>It reduces the shortage caused by the price ceiling.</a:t>
            </a:r>
          </a:p>
          <a:p>
            <a:pPr marL="772715" lvl="1" indent="-514350">
              <a:buFont typeface="+mj-lt"/>
              <a:buAutoNum type="alphaUcPeriod"/>
            </a:pPr>
            <a:r>
              <a:rPr lang="en-US" dirty="0"/>
              <a:t>It decreases the price even further.</a:t>
            </a:r>
          </a:p>
          <a:p>
            <a:pPr marL="772715" lvl="1" indent="-514350">
              <a:buFont typeface="+mj-lt"/>
              <a:buAutoNum type="alphaUcPeriod"/>
            </a:pPr>
            <a:r>
              <a:rPr lang="en-US" dirty="0"/>
              <a:t>It creates a monopoly.</a:t>
            </a:r>
          </a:p>
          <a:p>
            <a:pPr marL="772715" lvl="1" indent="-514350">
              <a:buFont typeface="+mj-lt"/>
              <a:buAutoNum type="alphaUcPeriod"/>
            </a:pPr>
            <a:r>
              <a:rPr lang="en-US" dirty="0"/>
              <a:t>It causes a surplus of the good.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t>Practice What You Know—2 </a:t>
            </a:r>
          </a:p>
        </p:txBody>
      </p:sp>
      <p:sp>
        <p:nvSpPr>
          <p:cNvPr id="37891" name="Content Placeholder 2"/>
          <p:cNvSpPr>
            <a:spLocks noGrp="1"/>
          </p:cNvSpPr>
          <p:nvPr>
            <p:ph idx="1"/>
          </p:nvPr>
        </p:nvSpPr>
        <p:spPr/>
        <p:txBody>
          <a:bodyPr/>
          <a:lstStyle/>
          <a:p>
            <a:r>
              <a:rPr lang="en-US" dirty="0"/>
              <a:t>In the event of a binding price ceiling, what is one function that an illegal market serves?</a:t>
            </a:r>
          </a:p>
          <a:p>
            <a:pPr marL="772715" lvl="1" indent="-514350">
              <a:buFont typeface="+mj-lt"/>
              <a:buAutoNum type="alphaUcPeriod"/>
            </a:pPr>
            <a:r>
              <a:rPr lang="en-US" dirty="0"/>
              <a:t>It reduces the shortage caused by the price ceiling.</a:t>
            </a:r>
          </a:p>
          <a:p>
            <a:pPr marL="772715" lvl="1" indent="-514350">
              <a:buFont typeface="+mj-lt"/>
              <a:buAutoNum type="alphaUcPeriod"/>
            </a:pPr>
            <a:r>
              <a:rPr lang="en-US" dirty="0"/>
              <a:t>It decreases the price even further.</a:t>
            </a:r>
          </a:p>
          <a:p>
            <a:pPr marL="772715" lvl="1" indent="-514350">
              <a:buFont typeface="+mj-lt"/>
              <a:buAutoNum type="alphaUcPeriod"/>
            </a:pPr>
            <a:r>
              <a:rPr lang="en-US" dirty="0"/>
              <a:t>It creates a monopoly.</a:t>
            </a:r>
          </a:p>
          <a:p>
            <a:pPr marL="772715" lvl="1" indent="-514350">
              <a:buFont typeface="+mj-lt"/>
              <a:buAutoNum type="alphaUcPeriod"/>
            </a:pPr>
            <a:r>
              <a:rPr lang="en-US" dirty="0"/>
              <a:t>It causes a surplus of the good.</a:t>
            </a:r>
          </a:p>
        </p:txBody>
      </p:sp>
      <p:sp>
        <p:nvSpPr>
          <p:cNvPr id="7" name="Rectangle 6">
            <a:extLst>
              <a:ext uri="{FF2B5EF4-FFF2-40B4-BE49-F238E27FC236}">
                <a16:creationId xmlns:a16="http://schemas.microsoft.com/office/drawing/2014/main" id="{C0DB6CEB-78C7-1B41-BBE5-31AD9EF2C8EE}"/>
              </a:ext>
            </a:extLst>
          </p:cNvPr>
          <p:cNvSpPr/>
          <p:nvPr/>
        </p:nvSpPr>
        <p:spPr>
          <a:xfrm>
            <a:off x="1040674" y="2338253"/>
            <a:ext cx="8370025" cy="561701"/>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721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t>Practice What You Know—3 </a:t>
            </a:r>
          </a:p>
        </p:txBody>
      </p:sp>
      <p:sp>
        <p:nvSpPr>
          <p:cNvPr id="39939" name="Content Placeholder 2"/>
          <p:cNvSpPr>
            <a:spLocks noGrp="1"/>
          </p:cNvSpPr>
          <p:nvPr>
            <p:ph idx="1"/>
          </p:nvPr>
        </p:nvSpPr>
        <p:spPr>
          <a:xfrm>
            <a:off x="838200" y="1456793"/>
            <a:ext cx="9011653" cy="4755473"/>
          </a:xfrm>
        </p:spPr>
        <p:txBody>
          <a:bodyPr/>
          <a:lstStyle/>
          <a:p>
            <a:r>
              <a:rPr lang="en-US" dirty="0"/>
              <a:t>Supply and demand generally become more elastic in the long run. This means that shortages caused by price ceilings _________________ in the long run.</a:t>
            </a:r>
          </a:p>
          <a:p>
            <a:pPr marL="772715" lvl="1" indent="-514350">
              <a:buFont typeface="+mj-lt"/>
              <a:buAutoNum type="alphaUcPeriod"/>
            </a:pPr>
            <a:r>
              <a:rPr lang="en-US" dirty="0"/>
              <a:t>disappear completely</a:t>
            </a:r>
          </a:p>
          <a:p>
            <a:pPr marL="772715" lvl="1" indent="-514350">
              <a:buFont typeface="+mj-lt"/>
              <a:buAutoNum type="alphaUcPeriod"/>
            </a:pPr>
            <a:r>
              <a:rPr lang="en-US" dirty="0"/>
              <a:t>become smaller</a:t>
            </a:r>
          </a:p>
          <a:p>
            <a:pPr marL="772715" lvl="1" indent="-514350">
              <a:buFont typeface="+mj-lt"/>
              <a:buAutoNum type="alphaUcPeriod"/>
            </a:pPr>
            <a:r>
              <a:rPr lang="en-US" dirty="0"/>
              <a:t>become larger</a:t>
            </a:r>
          </a:p>
          <a:p>
            <a:pPr marL="772715" lvl="1" indent="-514350">
              <a:buFont typeface="+mj-lt"/>
              <a:buAutoNum type="alphaUcPeriod"/>
            </a:pPr>
            <a:r>
              <a:rPr lang="en-US" dirty="0"/>
              <a:t>become infinitely large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t>Practice What You Know—3 </a:t>
            </a:r>
          </a:p>
        </p:txBody>
      </p:sp>
      <p:sp>
        <p:nvSpPr>
          <p:cNvPr id="39939" name="Content Placeholder 2"/>
          <p:cNvSpPr>
            <a:spLocks noGrp="1"/>
          </p:cNvSpPr>
          <p:nvPr>
            <p:ph idx="1"/>
          </p:nvPr>
        </p:nvSpPr>
        <p:spPr>
          <a:xfrm>
            <a:off x="838200" y="1456793"/>
            <a:ext cx="9011653" cy="4755473"/>
          </a:xfrm>
        </p:spPr>
        <p:txBody>
          <a:bodyPr/>
          <a:lstStyle/>
          <a:p>
            <a:r>
              <a:rPr lang="en-US" dirty="0"/>
              <a:t>Supply and demand generally become more elastic in the long run. This means that shortages caused by price ceilings _________________ in the long run.</a:t>
            </a:r>
          </a:p>
          <a:p>
            <a:pPr marL="772715" lvl="1" indent="-514350">
              <a:buFont typeface="+mj-lt"/>
              <a:buAutoNum type="alphaUcPeriod"/>
            </a:pPr>
            <a:r>
              <a:rPr lang="en-US" dirty="0"/>
              <a:t>disappear completely</a:t>
            </a:r>
          </a:p>
          <a:p>
            <a:pPr marL="772715" lvl="1" indent="-514350">
              <a:buFont typeface="+mj-lt"/>
              <a:buAutoNum type="alphaUcPeriod"/>
            </a:pPr>
            <a:r>
              <a:rPr lang="en-US" dirty="0"/>
              <a:t>become smaller</a:t>
            </a:r>
          </a:p>
          <a:p>
            <a:pPr marL="772715" lvl="1" indent="-514350">
              <a:buFont typeface="+mj-lt"/>
              <a:buAutoNum type="alphaUcPeriod"/>
            </a:pPr>
            <a:r>
              <a:rPr lang="en-US" dirty="0"/>
              <a:t>become larger</a:t>
            </a:r>
          </a:p>
          <a:p>
            <a:pPr marL="772715" lvl="1" indent="-514350">
              <a:buFont typeface="+mj-lt"/>
              <a:buAutoNum type="alphaUcPeriod"/>
            </a:pPr>
            <a:r>
              <a:rPr lang="en-US" dirty="0"/>
              <a:t>become infinitely large</a:t>
            </a:r>
          </a:p>
        </p:txBody>
      </p:sp>
      <p:sp>
        <p:nvSpPr>
          <p:cNvPr id="7" name="Rectangle 6">
            <a:extLst>
              <a:ext uri="{FF2B5EF4-FFF2-40B4-BE49-F238E27FC236}">
                <a16:creationId xmlns:a16="http://schemas.microsoft.com/office/drawing/2014/main" id="{C81D0F08-DBE3-8141-9F72-0B2EBC4215B1}"/>
              </a:ext>
            </a:extLst>
          </p:cNvPr>
          <p:cNvSpPr/>
          <p:nvPr/>
        </p:nvSpPr>
        <p:spPr>
          <a:xfrm>
            <a:off x="994955" y="3746069"/>
            <a:ext cx="4532811" cy="509451"/>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91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Content Placeholder 5"/>
          <p:cNvSpPr>
            <a:spLocks noGrp="1"/>
          </p:cNvSpPr>
          <p:nvPr>
            <p:ph idx="1"/>
          </p:nvPr>
        </p:nvSpPr>
        <p:spPr/>
        <p:txBody>
          <a:bodyPr/>
          <a:lstStyle/>
          <a:p>
            <a:r>
              <a:rPr lang="en-US" dirty="0"/>
              <a:t>Two real-world examples:</a:t>
            </a:r>
          </a:p>
          <a:p>
            <a:pPr marL="772715" lvl="1" indent="-514350">
              <a:buFont typeface="+mj-lt"/>
              <a:buAutoNum type="arabicPeriod"/>
            </a:pPr>
            <a:r>
              <a:rPr lang="en-US" dirty="0"/>
              <a:t>Rent control </a:t>
            </a:r>
          </a:p>
          <a:p>
            <a:pPr marL="772715" lvl="1" indent="-514350">
              <a:buFont typeface="+mj-lt"/>
              <a:buAutoNum type="arabicPeriod"/>
            </a:pPr>
            <a:r>
              <a:rPr lang="en-US" dirty="0"/>
              <a:t>Price gouging laws</a:t>
            </a:r>
          </a:p>
        </p:txBody>
      </p:sp>
      <p:sp>
        <p:nvSpPr>
          <p:cNvPr id="3" name="Title 2">
            <a:extLst>
              <a:ext uri="{FF2B5EF4-FFF2-40B4-BE49-F238E27FC236}">
                <a16:creationId xmlns:a16="http://schemas.microsoft.com/office/drawing/2014/main" id="{70CAA888-9EAB-EB42-A00A-DF3DA724424C}"/>
              </a:ext>
            </a:extLst>
          </p:cNvPr>
          <p:cNvSpPr>
            <a:spLocks noGrp="1"/>
          </p:cNvSpPr>
          <p:nvPr>
            <p:ph type="title"/>
          </p:nvPr>
        </p:nvSpPr>
        <p:spPr/>
        <p:txBody>
          <a:bodyPr/>
          <a:lstStyle/>
          <a:p>
            <a:r>
              <a:rPr lang="en-US" dirty="0"/>
              <a:t>What Effects Do Price Ceilings Have on Economic Activity?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t>Rent Control—1 </a:t>
            </a:r>
          </a:p>
        </p:txBody>
      </p:sp>
      <p:sp>
        <p:nvSpPr>
          <p:cNvPr id="16387" name="Content Placeholder 2"/>
          <p:cNvSpPr>
            <a:spLocks noGrp="1"/>
          </p:cNvSpPr>
          <p:nvPr>
            <p:ph idx="1"/>
          </p:nvPr>
        </p:nvSpPr>
        <p:spPr/>
        <p:txBody>
          <a:bodyPr/>
          <a:lstStyle/>
          <a:p>
            <a:r>
              <a:rPr lang="en-US" dirty="0"/>
              <a:t>Besides shortages, what are some unintended consequences of rent controls?</a:t>
            </a:r>
          </a:p>
          <a:p>
            <a:pPr lvl="1"/>
            <a:r>
              <a:rPr lang="en-US" dirty="0"/>
              <a:t>Reduction in quality of apartments: </a:t>
            </a:r>
          </a:p>
          <a:p>
            <a:pPr lvl="2"/>
            <a:r>
              <a:rPr lang="en-US" dirty="0"/>
              <a:t>Either less maintenance or decay</a:t>
            </a:r>
          </a:p>
        </p:txBody>
      </p:sp>
      <p:pic>
        <p:nvPicPr>
          <p:cNvPr id="5" name="Picture 4" descr="Many men of all ages stand on the balconies of their dilapidated apartment building in Mumbai, India. Above their heads are clothes hanging on a line."/>
          <p:cNvPicPr>
            <a:picLocks noChangeAspect="1"/>
          </p:cNvPicPr>
          <p:nvPr/>
        </p:nvPicPr>
        <p:blipFill>
          <a:blip r:embed="rId3"/>
          <a:stretch>
            <a:fillRect/>
          </a:stretch>
        </p:blipFill>
        <p:spPr>
          <a:xfrm>
            <a:off x="3759995" y="3514726"/>
            <a:ext cx="4672010" cy="31146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t>Rent Control—2 </a:t>
            </a:r>
          </a:p>
        </p:txBody>
      </p:sp>
      <p:sp>
        <p:nvSpPr>
          <p:cNvPr id="16387" name="Content Placeholder 2"/>
          <p:cNvSpPr>
            <a:spLocks noGrp="1"/>
          </p:cNvSpPr>
          <p:nvPr>
            <p:ph idx="1"/>
          </p:nvPr>
        </p:nvSpPr>
        <p:spPr>
          <a:xfrm>
            <a:off x="838200" y="1456793"/>
            <a:ext cx="9990221" cy="4755473"/>
          </a:xfrm>
        </p:spPr>
        <p:txBody>
          <a:bodyPr/>
          <a:lstStyle/>
          <a:p>
            <a:r>
              <a:rPr lang="en-US" dirty="0"/>
              <a:t>What are some other unintended consequences of rent controls?</a:t>
            </a:r>
          </a:p>
          <a:p>
            <a:pPr lvl="1"/>
            <a:r>
              <a:rPr lang="en-US" dirty="0"/>
              <a:t>Landlords </a:t>
            </a:r>
            <a:r>
              <a:rPr lang="ja-JP" altLang="en-US" dirty="0"/>
              <a:t>“</a:t>
            </a:r>
            <a:r>
              <a:rPr lang="en-US" altLang="ja-JP" dirty="0"/>
              <a:t>nickel and dime</a:t>
            </a:r>
            <a:r>
              <a:rPr lang="ja-JP" altLang="en-US" dirty="0"/>
              <a:t>”</a:t>
            </a:r>
            <a:r>
              <a:rPr lang="en-US" altLang="ja-JP" dirty="0"/>
              <a:t> tenants with fees to increase revenues.</a:t>
            </a:r>
          </a:p>
          <a:p>
            <a:pPr lvl="1"/>
            <a:r>
              <a:rPr lang="en-US" dirty="0"/>
              <a:t>Long-term investment in the building of new units decreases.</a:t>
            </a:r>
          </a:p>
          <a:p>
            <a:pPr lvl="1"/>
            <a:r>
              <a:rPr lang="en-US" dirty="0"/>
              <a:t>The policy often ends up hurting the very people it was supposed to help.</a:t>
            </a:r>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t>Practice What You Know—4 </a:t>
            </a:r>
          </a:p>
        </p:txBody>
      </p:sp>
      <p:sp>
        <p:nvSpPr>
          <p:cNvPr id="50179" name="Content Placeholder 2"/>
          <p:cNvSpPr>
            <a:spLocks noGrp="1"/>
          </p:cNvSpPr>
          <p:nvPr>
            <p:ph idx="1"/>
          </p:nvPr>
        </p:nvSpPr>
        <p:spPr/>
        <p:txBody>
          <a:bodyPr/>
          <a:lstStyle/>
          <a:p>
            <a:r>
              <a:rPr lang="en-US" dirty="0"/>
              <a:t>What is one unintended consequence of rent control?</a:t>
            </a:r>
          </a:p>
          <a:p>
            <a:pPr marL="772715" lvl="1" indent="-514350">
              <a:buFont typeface="+mj-lt"/>
              <a:buAutoNum type="alphaUcPeriod"/>
            </a:pPr>
            <a:r>
              <a:rPr lang="en-US" dirty="0"/>
              <a:t>People in rent-controlled units will relocate more often.</a:t>
            </a:r>
          </a:p>
          <a:p>
            <a:pPr marL="772715" lvl="1" indent="-514350">
              <a:buFont typeface="+mj-lt"/>
              <a:buAutoNum type="alphaUcPeriod"/>
            </a:pPr>
            <a:r>
              <a:rPr lang="en-US" dirty="0"/>
              <a:t>Landlords may not maintain rental units.</a:t>
            </a:r>
          </a:p>
          <a:p>
            <a:pPr marL="772715" lvl="1" indent="-514350">
              <a:buFont typeface="+mj-lt"/>
              <a:buAutoNum type="alphaUcPeriod"/>
            </a:pPr>
            <a:r>
              <a:rPr lang="en-US" dirty="0"/>
              <a:t>Too many apartments will be built, creating a surplus of units.</a:t>
            </a:r>
          </a:p>
          <a:p>
            <a:pPr marL="772715" lvl="1" indent="-514350">
              <a:buFont typeface="+mj-lt"/>
              <a:buAutoNum type="alphaUcPeriod"/>
            </a:pPr>
            <a:r>
              <a:rPr lang="en-US" dirty="0"/>
              <a:t>People will choose not to live in big cities.</a:t>
            </a:r>
          </a:p>
        </p:txBody>
      </p:sp>
      <p:sp>
        <p:nvSpPr>
          <p:cNvPr id="8" name="Rectangle 7">
            <a:extLst>
              <a:ext uri="{FF2B5EF4-FFF2-40B4-BE49-F238E27FC236}">
                <a16:creationId xmlns:a16="http://schemas.microsoft.com/office/drawing/2014/main" id="{9D65EC92-7CB3-7147-BC21-554B6CFBAB0B}"/>
              </a:ext>
            </a:extLst>
          </p:cNvPr>
          <p:cNvSpPr/>
          <p:nvPr/>
        </p:nvSpPr>
        <p:spPr>
          <a:xfrm>
            <a:off x="1119051" y="2410678"/>
            <a:ext cx="7210698" cy="509451"/>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t>Practice What You Know—3 </a:t>
            </a:r>
          </a:p>
        </p:txBody>
      </p:sp>
      <p:sp>
        <p:nvSpPr>
          <p:cNvPr id="39939" name="Content Placeholder 2"/>
          <p:cNvSpPr>
            <a:spLocks noGrp="1"/>
          </p:cNvSpPr>
          <p:nvPr>
            <p:ph idx="1"/>
          </p:nvPr>
        </p:nvSpPr>
        <p:spPr>
          <a:xfrm>
            <a:off x="838200" y="1456793"/>
            <a:ext cx="9011653" cy="4755473"/>
          </a:xfrm>
        </p:spPr>
        <p:txBody>
          <a:bodyPr/>
          <a:lstStyle/>
          <a:p>
            <a:r>
              <a:rPr lang="en-US" dirty="0"/>
              <a:t>Supply and demand generally become more elastic in the long run. This means that shortages caused by price ceilings _________________ in the long run.</a:t>
            </a:r>
          </a:p>
          <a:p>
            <a:pPr marL="772715" lvl="1" indent="-514350">
              <a:buFont typeface="+mj-lt"/>
              <a:buAutoNum type="alphaUcPeriod"/>
            </a:pPr>
            <a:r>
              <a:rPr lang="en-US" dirty="0"/>
              <a:t>disappear completely</a:t>
            </a:r>
          </a:p>
          <a:p>
            <a:pPr marL="772715" lvl="1" indent="-514350">
              <a:buFont typeface="+mj-lt"/>
              <a:buAutoNum type="alphaUcPeriod"/>
            </a:pPr>
            <a:r>
              <a:rPr lang="en-US" dirty="0"/>
              <a:t>become smaller</a:t>
            </a:r>
          </a:p>
          <a:p>
            <a:pPr marL="772715" lvl="1" indent="-514350">
              <a:buFont typeface="+mj-lt"/>
              <a:buAutoNum type="alphaUcPeriod"/>
            </a:pPr>
            <a:r>
              <a:rPr lang="en-US" dirty="0"/>
              <a:t>become larger</a:t>
            </a:r>
          </a:p>
          <a:p>
            <a:pPr marL="772715" lvl="1" indent="-514350">
              <a:buFont typeface="+mj-lt"/>
              <a:buAutoNum type="alphaUcPeriod"/>
            </a:pPr>
            <a:r>
              <a:rPr lang="en-US" dirty="0"/>
              <a:t>become infinitely large</a:t>
            </a:r>
          </a:p>
        </p:txBody>
      </p:sp>
    </p:spTree>
    <p:extLst>
      <p:ext uri="{BB962C8B-B14F-4D97-AF65-F5344CB8AC3E}">
        <p14:creationId xmlns:p14="http://schemas.microsoft.com/office/powerpoint/2010/main" val="3372967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09843-82A2-6784-C454-51232EEDFF0F}"/>
            </a:ext>
          </a:extLst>
        </p:cNvPr>
        <p:cNvGrpSpPr/>
        <p:nvPr/>
      </p:nvGrpSpPr>
      <p:grpSpPr>
        <a:xfrm>
          <a:off x="0" y="0"/>
          <a:ext cx="0" cy="0"/>
          <a:chOff x="0" y="0"/>
          <a:chExt cx="0" cy="0"/>
        </a:xfrm>
      </p:grpSpPr>
      <p:sp>
        <p:nvSpPr>
          <p:cNvPr id="39938" name="Title 1">
            <a:extLst>
              <a:ext uri="{FF2B5EF4-FFF2-40B4-BE49-F238E27FC236}">
                <a16:creationId xmlns:a16="http://schemas.microsoft.com/office/drawing/2014/main" id="{1EF114DC-27B8-3577-4875-6EFBF19DF218}"/>
              </a:ext>
            </a:extLst>
          </p:cNvPr>
          <p:cNvSpPr>
            <a:spLocks noGrp="1"/>
          </p:cNvSpPr>
          <p:nvPr>
            <p:ph type="title"/>
          </p:nvPr>
        </p:nvSpPr>
        <p:spPr/>
        <p:txBody>
          <a:bodyPr/>
          <a:lstStyle/>
          <a:p>
            <a:r>
              <a:rPr lang="en-US"/>
              <a:t>Practice What You Know—3 </a:t>
            </a:r>
          </a:p>
        </p:txBody>
      </p:sp>
      <p:sp>
        <p:nvSpPr>
          <p:cNvPr id="39939" name="Content Placeholder 2">
            <a:extLst>
              <a:ext uri="{FF2B5EF4-FFF2-40B4-BE49-F238E27FC236}">
                <a16:creationId xmlns:a16="http://schemas.microsoft.com/office/drawing/2014/main" id="{B7A9A8FE-B4AC-5751-A097-7415DEB96F60}"/>
              </a:ext>
            </a:extLst>
          </p:cNvPr>
          <p:cNvSpPr>
            <a:spLocks noGrp="1"/>
          </p:cNvSpPr>
          <p:nvPr>
            <p:ph idx="1"/>
          </p:nvPr>
        </p:nvSpPr>
        <p:spPr>
          <a:xfrm>
            <a:off x="838200" y="1456793"/>
            <a:ext cx="9011653" cy="4755473"/>
          </a:xfrm>
        </p:spPr>
        <p:txBody>
          <a:bodyPr/>
          <a:lstStyle/>
          <a:p>
            <a:r>
              <a:rPr lang="en-US" dirty="0"/>
              <a:t>Supply and demand generally become more elastic in the long run. This means that shortages caused by price ceilings _________________ in the long run.</a:t>
            </a:r>
          </a:p>
          <a:p>
            <a:pPr marL="772715" lvl="1" indent="-514350">
              <a:buFont typeface="+mj-lt"/>
              <a:buAutoNum type="alphaUcPeriod"/>
            </a:pPr>
            <a:r>
              <a:rPr lang="en-US" dirty="0"/>
              <a:t>disappear completely</a:t>
            </a:r>
          </a:p>
          <a:p>
            <a:pPr marL="772715" lvl="1" indent="-514350">
              <a:buFont typeface="+mj-lt"/>
              <a:buAutoNum type="alphaUcPeriod"/>
            </a:pPr>
            <a:r>
              <a:rPr lang="en-US" dirty="0"/>
              <a:t>become smaller</a:t>
            </a:r>
          </a:p>
          <a:p>
            <a:pPr marL="772715" lvl="1" indent="-514350">
              <a:buFont typeface="+mj-lt"/>
              <a:buAutoNum type="alphaUcPeriod"/>
            </a:pPr>
            <a:r>
              <a:rPr lang="en-US" dirty="0">
                <a:highlight>
                  <a:srgbClr val="FFFF00"/>
                </a:highlight>
              </a:rPr>
              <a:t>become larger</a:t>
            </a:r>
          </a:p>
          <a:p>
            <a:pPr marL="772715" lvl="1" indent="-514350">
              <a:buFont typeface="+mj-lt"/>
              <a:buAutoNum type="alphaUcPeriod"/>
            </a:pPr>
            <a:r>
              <a:rPr lang="en-US" dirty="0"/>
              <a:t>become infinitely large</a:t>
            </a:r>
          </a:p>
        </p:txBody>
      </p:sp>
    </p:spTree>
    <p:extLst>
      <p:ext uri="{BB962C8B-B14F-4D97-AF65-F5344CB8AC3E}">
        <p14:creationId xmlns:p14="http://schemas.microsoft.com/office/powerpoint/2010/main" val="3875935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t>Price Gouging—1 </a:t>
            </a:r>
          </a:p>
        </p:txBody>
      </p:sp>
      <p:sp>
        <p:nvSpPr>
          <p:cNvPr id="20483" name="Content Placeholder 2"/>
          <p:cNvSpPr>
            <a:spLocks noGrp="1"/>
          </p:cNvSpPr>
          <p:nvPr>
            <p:ph idx="1"/>
          </p:nvPr>
        </p:nvSpPr>
        <p:spPr/>
        <p:txBody>
          <a:bodyPr/>
          <a:lstStyle/>
          <a:p>
            <a:r>
              <a:rPr lang="en-US" dirty="0"/>
              <a:t>Price gouging laws:</a:t>
            </a:r>
          </a:p>
          <a:p>
            <a:pPr lvl="1"/>
            <a:r>
              <a:rPr lang="en-US" dirty="0"/>
              <a:t>Temporary price ceilings imposed during emergencies</a:t>
            </a:r>
          </a:p>
          <a:p>
            <a:pPr lvl="1"/>
            <a:r>
              <a:rPr lang="en-US" dirty="0"/>
              <a:t>Imagine that there’s a disease pandemic caused by a new virus. How would an uncontrolled market deal with an increase in the demand for hand sanitizer?</a:t>
            </a:r>
          </a:p>
          <a:p>
            <a:endParaRPr lang="en-US" dirty="0"/>
          </a:p>
        </p:txBody>
      </p:sp>
      <p:pic>
        <p:nvPicPr>
          <p:cNvPr id="2" name="Picture 1" descr="A person pumping hand sanitizer into her palm.">
            <a:extLst>
              <a:ext uri="{FF2B5EF4-FFF2-40B4-BE49-F238E27FC236}">
                <a16:creationId xmlns:a16="http://schemas.microsoft.com/office/drawing/2014/main" id="{CE7693E9-0C25-78B4-3272-24E6D9E6A9F6}"/>
              </a:ext>
            </a:extLst>
          </p:cNvPr>
          <p:cNvPicPr>
            <a:picLocks noChangeAspect="1"/>
          </p:cNvPicPr>
          <p:nvPr/>
        </p:nvPicPr>
        <p:blipFill>
          <a:blip r:embed="rId3"/>
          <a:stretch>
            <a:fillRect/>
          </a:stretch>
        </p:blipFill>
        <p:spPr>
          <a:xfrm>
            <a:off x="7125023" y="4083281"/>
            <a:ext cx="3363884" cy="23033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p:txBody>
          <a:bodyPr/>
          <a:lstStyle/>
          <a:p>
            <a:r>
              <a:rPr lang="en-US" dirty="0"/>
              <a:t>Conclusion</a:t>
            </a:r>
          </a:p>
        </p:txBody>
      </p:sp>
      <p:sp>
        <p:nvSpPr>
          <p:cNvPr id="40963" name="Content Placeholder 2"/>
          <p:cNvSpPr>
            <a:spLocks noGrp="1"/>
          </p:cNvSpPr>
          <p:nvPr>
            <p:ph idx="1"/>
          </p:nvPr>
        </p:nvSpPr>
        <p:spPr/>
        <p:txBody>
          <a:bodyPr/>
          <a:lstStyle/>
          <a:p>
            <a:pPr marL="457200" indent="-457200">
              <a:buFont typeface="Arial" panose="020B0604020202020204" pitchFamily="34" charset="0"/>
              <a:buChar char="•"/>
            </a:pPr>
            <a:r>
              <a:rPr lang="en-US" dirty="0"/>
              <a:t>Prices act as signals and give information to consumers and producers.</a:t>
            </a:r>
          </a:p>
          <a:p>
            <a:pPr marL="457200" indent="-457200">
              <a:buFont typeface="Arial" panose="020B0604020202020204" pitchFamily="34" charset="0"/>
              <a:buChar char="•"/>
            </a:pPr>
            <a:r>
              <a:rPr lang="en-US" dirty="0"/>
              <a:t>Price controls can distort the signals.</a:t>
            </a:r>
          </a:p>
          <a:p>
            <a:pPr marL="457200" indent="-457200">
              <a:buFont typeface="Arial" panose="020B0604020202020204" pitchFamily="34" charset="0"/>
              <a:buChar char="•"/>
            </a:pPr>
            <a:r>
              <a:rPr lang="en-US" dirty="0"/>
              <a:t>Price controls lead to unintended consequences.</a:t>
            </a:r>
          </a:p>
        </p:txBody>
      </p:sp>
    </p:spTree>
  </p:cSld>
  <p:clrMapOvr>
    <a:masterClrMapping/>
  </p:clrMapOvr>
</p:sld>
</file>

<file path=ppt/theme/theme1.xml><?xml version="1.0" encoding="utf-8"?>
<a:theme xmlns:a="http://schemas.openxmlformats.org/drawingml/2006/main" name="1_Office Theme">
  <a:themeElements>
    <a:clrScheme name="W W Norton Template">
      <a:dk1>
        <a:srgbClr val="202020"/>
      </a:dk1>
      <a:lt1>
        <a:srgbClr val="F5F5F5"/>
      </a:lt1>
      <a:dk2>
        <a:srgbClr val="232323"/>
      </a:dk2>
      <a:lt2>
        <a:srgbClr val="E7E6E6"/>
      </a:lt2>
      <a:accent1>
        <a:srgbClr val="0096D5"/>
      </a:accent1>
      <a:accent2>
        <a:srgbClr val="ED7D31"/>
      </a:accent2>
      <a:accent3>
        <a:srgbClr val="A5A5A5"/>
      </a:accent3>
      <a:accent4>
        <a:srgbClr val="FFC000"/>
      </a:accent4>
      <a:accent5>
        <a:srgbClr val="4472C4"/>
      </a:accent5>
      <a:accent6>
        <a:srgbClr val="AD0011"/>
      </a:accent6>
      <a:hlink>
        <a:srgbClr val="0563C1"/>
      </a:hlink>
      <a:folHlink>
        <a:srgbClr val="954F72"/>
      </a:folHlink>
    </a:clrScheme>
    <a:fontScheme name="Cambria-Calibri">
      <a:majorFont>
        <a:latin typeface="Cambria"/>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9" id="{6CD263B2-6B1B-BA4F-BE2F-7A476DCA93DD}" vid="{C9A31083-7057-8245-8BA8-654C8FDD246A}"/>
    </a:ext>
  </a:extLst>
</a:theme>
</file>

<file path=ppt/theme/theme2.xml><?xml version="1.0" encoding="utf-8"?>
<a:theme xmlns:a="http://schemas.openxmlformats.org/drawingml/2006/main" name="Main Master">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200" dirty="0" err="1" smtClean="0">
            <a:latin typeface="Arial" panose="020B0604020202020204" pitchFamily="34" charset="0"/>
          </a:defRPr>
        </a:defPPr>
      </a:lstStyle>
    </a:txDef>
  </a:objectDefaults>
  <a:extraClrSchemeLst/>
  <a:extLst>
    <a:ext uri="{05A4C25C-085E-4340-85A3-A5531E510DB2}">
      <thm15:themeFamily xmlns:thm15="http://schemas.microsoft.com/office/thememl/2012/main" name="Seatle Genetics 1" id="{53984AC2-015D-554A-9215-CAF5E42331BB}" vid="{AC78D1C2-67FA-E942-9EA9-D2954BBFA01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52AC908E4AA64E851FC24F66583217" ma:contentTypeVersion="11" ma:contentTypeDescription="Create a new document." ma:contentTypeScope="" ma:versionID="058288933e67714c28310c41df6fba64">
  <xsd:schema xmlns:xsd="http://www.w3.org/2001/XMLSchema" xmlns:xs="http://www.w3.org/2001/XMLSchema" xmlns:p="http://schemas.microsoft.com/office/2006/metadata/properties" xmlns:ns2="dd20fcae-a1d9-47a3-98af-18b4d1d6e924" xmlns:ns3="9d64b6a7-e13d-4012-aff2-02bdd52222eb" targetNamespace="http://schemas.microsoft.com/office/2006/metadata/properties" ma:root="true" ma:fieldsID="0f4f63dbb149b58ff2b7b5f69211e7eb" ns2:_="" ns3:_="">
    <xsd:import namespace="dd20fcae-a1d9-47a3-98af-18b4d1d6e924"/>
    <xsd:import namespace="9d64b6a7-e13d-4012-aff2-02bdd52222e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20fcae-a1d9-47a3-98af-18b4d1d6e92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4b6a7-e13d-4012-aff2-02bdd52222e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FC3328-6C6D-4E85-B332-D6D3B0B7A0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20fcae-a1d9-47a3-98af-18b4d1d6e924"/>
    <ds:schemaRef ds:uri="9d64b6a7-e13d-4012-aff2-02bdd522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C4DD509-D1C5-4279-A6A5-E506F0A58E64}">
  <ds:schemaRefs>
    <ds:schemaRef ds:uri="http://schemas.microsoft.com/office/2006/documentManagement/types"/>
    <ds:schemaRef ds:uri="http://purl.org/dc/elements/1.1/"/>
    <ds:schemaRef ds:uri="http://www.w3.org/XML/1998/namespace"/>
    <ds:schemaRef ds:uri="http://purl.org/dc/dcmitype/"/>
    <ds:schemaRef ds:uri="http://schemas.microsoft.com/office/infopath/2007/PartnerControls"/>
    <ds:schemaRef ds:uri="http://purl.org/dc/terms/"/>
    <ds:schemaRef ds:uri="http://schemas.openxmlformats.org/package/2006/metadata/core-properties"/>
    <ds:schemaRef ds:uri="9d64b6a7-e13d-4012-aff2-02bdd52222eb"/>
    <ds:schemaRef ds:uri="4c3ca3e9-555b-4e3d-b8a3-973e5dc44d97"/>
    <ds:schemaRef ds:uri="http://schemas.microsoft.com/office/2006/metadata/properties"/>
  </ds:schemaRefs>
</ds:datastoreItem>
</file>

<file path=customXml/itemProps3.xml><?xml version="1.0" encoding="utf-8"?>
<ds:datastoreItem xmlns:ds="http://schemas.openxmlformats.org/officeDocument/2006/customXml" ds:itemID="{AEEA06F8-2F15-4FF1-A12C-6E73B67AA21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12028</TotalTime>
  <Words>2855</Words>
  <Application>Microsoft Office PowerPoint</Application>
  <PresentationFormat>Widescreen</PresentationFormat>
  <Paragraphs>325</Paragraphs>
  <Slides>28</Slides>
  <Notes>27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Arial</vt:lpstr>
      <vt:lpstr>Calibri</vt:lpstr>
      <vt:lpstr>Cambria</vt:lpstr>
      <vt:lpstr>Courier New</vt:lpstr>
      <vt:lpstr>Helvetica Neue</vt:lpstr>
      <vt:lpstr>Helvetica Neue Medium</vt:lpstr>
      <vt:lpstr>1_Office Theme</vt:lpstr>
      <vt:lpstr>Main Master</vt:lpstr>
      <vt:lpstr>Business, Marketing, Entrepreneurship, Digital Marketing, and Econ  Mrs. Schafer </vt:lpstr>
      <vt:lpstr>PowerPoint Presentation</vt:lpstr>
      <vt:lpstr>Surplus</vt:lpstr>
      <vt:lpstr>Deadweight Loss </vt:lpstr>
      <vt:lpstr>Deadweight Loss Video Consumer and Producer Surplus- Micro Topic 2.6 (Holiday Edition)</vt:lpstr>
      <vt:lpstr>Deadweight Loss</vt:lpstr>
      <vt:lpstr>Big Questions That Will be Answered in This Lesson</vt:lpstr>
      <vt:lpstr>Price Controls</vt:lpstr>
      <vt:lpstr>When Do Price Ceilings Matter?</vt:lpstr>
      <vt:lpstr>$0.50 Price Ceiling on Bread</vt:lpstr>
      <vt:lpstr>The Effects of Price Ceilings</vt:lpstr>
      <vt:lpstr>1. Nonbinding Price Ceiling</vt:lpstr>
      <vt:lpstr>2. Binding Price Ceiling</vt:lpstr>
      <vt:lpstr>3. Price Ceilings in the Long Run</vt:lpstr>
      <vt:lpstr>Practice What You Know—1 </vt:lpstr>
      <vt:lpstr>Practice What You Know—1 </vt:lpstr>
      <vt:lpstr>Practice What You Know—2 </vt:lpstr>
      <vt:lpstr>Practice What You Know—2 </vt:lpstr>
      <vt:lpstr>Practice What You Know—3 </vt:lpstr>
      <vt:lpstr>Practice What You Know—3 </vt:lpstr>
      <vt:lpstr>What Effects Do Price Ceilings Have on Economic Activity?</vt:lpstr>
      <vt:lpstr>Rent Control—1 </vt:lpstr>
      <vt:lpstr>Rent Control—2 </vt:lpstr>
      <vt:lpstr>Practice What You Know—4 </vt:lpstr>
      <vt:lpstr>Practice What You Know—3 </vt:lpstr>
      <vt:lpstr>Practice What You Know—3 </vt:lpstr>
      <vt:lpstr>Price Gouging—1 </vt:lpstr>
      <vt:lpstr>Conclusion</vt:lpstr>
    </vt:vector>
  </TitlesOfParts>
  <Manager/>
  <Company>W. W. Norton &amp; Company,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Economics</dc:title>
  <dc:subject/>
  <dc:creator>Dirk Mateer and Lee Coppock</dc:creator>
  <cp:keywords/>
  <dc:description/>
  <cp:lastModifiedBy>Ryfka Schafer</cp:lastModifiedBy>
  <cp:revision>799</cp:revision>
  <cp:lastPrinted>2022-03-04T00:08:02Z</cp:lastPrinted>
  <dcterms:created xsi:type="dcterms:W3CDTF">2022-05-10T17:15:18Z</dcterms:created>
  <dcterms:modified xsi:type="dcterms:W3CDTF">2026-04-28T19:39:54Z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0x010100DF52AC908E4AA64E851FC24F66583217</vt:lpwstr>
  </property>
</Properties>
</file>