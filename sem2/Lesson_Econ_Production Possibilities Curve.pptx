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3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9"/>
  </p:notesMasterIdLst>
  <p:sldIdLst>
    <p:sldId id="420" r:id="rId6"/>
    <p:sldId id="421" r:id="rId7"/>
    <p:sldId id="260" r:id="rId8"/>
    <p:sldId id="510" r:id="rId9"/>
    <p:sldId id="261" r:id="rId10"/>
    <p:sldId id="263" r:id="rId11"/>
    <p:sldId id="514" r:id="rId12"/>
    <p:sldId id="264" r:id="rId13"/>
    <p:sldId id="266" r:id="rId14"/>
    <p:sldId id="267" r:id="rId15"/>
    <p:sldId id="509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51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5" r:id="rId35"/>
    <p:sldId id="296" r:id="rId36"/>
    <p:sldId id="299" r:id="rId37"/>
    <p:sldId id="513" r:id="rId3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BB73F-07B2-474B-8214-0C5B016F0B6A}" v="630" dt="2026-04-09T16:21:30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68856" autoAdjust="0"/>
  </p:normalViewPr>
  <p:slideViewPr>
    <p:cSldViewPr snapToGrid="0">
      <p:cViewPr varScale="1">
        <p:scale>
          <a:sx n="48" d="100"/>
          <a:sy n="48" d="100"/>
        </p:scale>
        <p:origin x="11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fka Schafer" userId="318b1ac2-30d3-4beb-81ce-7e66308a1db1" providerId="ADAL" clId="{6ADB8242-FC07-4006-B08C-E5283FADA5DD}"/>
    <pc:docChg chg="custSel addSld delSld modSld">
      <pc:chgData name="Ryfka Schafer" userId="318b1ac2-30d3-4beb-81ce-7e66308a1db1" providerId="ADAL" clId="{6ADB8242-FC07-4006-B08C-E5283FADA5DD}" dt="2026-04-09T16:21:30.285" v="1209"/>
      <pc:docMkLst>
        <pc:docMk/>
      </pc:docMkLst>
      <pc:sldChg chg="addSp delSp modSp mod delAnim">
        <pc:chgData name="Ryfka Schafer" userId="318b1ac2-30d3-4beb-81ce-7e66308a1db1" providerId="ADAL" clId="{6ADB8242-FC07-4006-B08C-E5283FADA5DD}" dt="2026-04-08T16:02:14.410" v="32" actId="478"/>
        <pc:sldMkLst>
          <pc:docMk/>
          <pc:sldMk cId="0" sldId="267"/>
        </pc:sldMkLst>
        <pc:spChg chg="add del mod">
          <ac:chgData name="Ryfka Schafer" userId="318b1ac2-30d3-4beb-81ce-7e66308a1db1" providerId="ADAL" clId="{6ADB8242-FC07-4006-B08C-E5283FADA5DD}" dt="2026-04-08T16:01:24.595" v="29" actId="478"/>
          <ac:spMkLst>
            <pc:docMk/>
            <pc:sldMk cId="0" sldId="267"/>
            <ac:spMk id="2" creationId="{A0DA1652-7F6B-F91F-9B68-66C189A91F1A}"/>
          </ac:spMkLst>
        </pc:spChg>
        <pc:spChg chg="add del mod">
          <ac:chgData name="Ryfka Schafer" userId="318b1ac2-30d3-4beb-81ce-7e66308a1db1" providerId="ADAL" clId="{6ADB8242-FC07-4006-B08C-E5283FADA5DD}" dt="2026-04-08T16:01:25.407" v="30" actId="478"/>
          <ac:spMkLst>
            <pc:docMk/>
            <pc:sldMk cId="0" sldId="267"/>
            <ac:spMk id="3" creationId="{756F71D5-B31C-E9A2-D03E-4D3B26EAE8E1}"/>
          </ac:spMkLst>
        </pc:spChg>
        <pc:spChg chg="mod">
          <ac:chgData name="Ryfka Schafer" userId="318b1ac2-30d3-4beb-81ce-7e66308a1db1" providerId="ADAL" clId="{6ADB8242-FC07-4006-B08C-E5283FADA5DD}" dt="2026-04-07T16:55:33.163" v="6" actId="20577"/>
          <ac:spMkLst>
            <pc:docMk/>
            <pc:sldMk cId="0" sldId="267"/>
            <ac:spMk id="327" creationId="{00000000-0000-0000-0000-000000000000}"/>
          </ac:spMkLst>
        </pc:spChg>
        <pc:spChg chg="del">
          <ac:chgData name="Ryfka Schafer" userId="318b1ac2-30d3-4beb-81ce-7e66308a1db1" providerId="ADAL" clId="{6ADB8242-FC07-4006-B08C-E5283FADA5DD}" dt="2026-04-08T16:01:26.276" v="31" actId="478"/>
          <ac:spMkLst>
            <pc:docMk/>
            <pc:sldMk cId="0" sldId="267"/>
            <ac:spMk id="328" creationId="{00000000-0000-0000-0000-000000000000}"/>
          </ac:spMkLst>
        </pc:spChg>
        <pc:grpChg chg="add del mod">
          <ac:chgData name="Ryfka Schafer" userId="318b1ac2-30d3-4beb-81ce-7e66308a1db1" providerId="ADAL" clId="{6ADB8242-FC07-4006-B08C-E5283FADA5DD}" dt="2026-04-08T16:02:14.410" v="32" actId="478"/>
          <ac:grpSpMkLst>
            <pc:docMk/>
            <pc:sldMk cId="0" sldId="267"/>
            <ac:grpSpMk id="6" creationId="{A247E488-A956-5705-DA31-2E0D937F9BB5}"/>
          </ac:grpSpMkLst>
        </pc:grpChg>
      </pc:sldChg>
      <pc:sldChg chg="addSp delSp modSp mod">
        <pc:chgData name="Ryfka Schafer" userId="318b1ac2-30d3-4beb-81ce-7e66308a1db1" providerId="ADAL" clId="{6ADB8242-FC07-4006-B08C-E5283FADA5DD}" dt="2026-04-08T19:14:42.627" v="69"/>
        <pc:sldMkLst>
          <pc:docMk/>
          <pc:sldMk cId="0" sldId="283"/>
        </pc:sldMkLst>
        <pc:spChg chg="add del mod">
          <ac:chgData name="Ryfka Schafer" userId="318b1ac2-30d3-4beb-81ce-7e66308a1db1" providerId="ADAL" clId="{6ADB8242-FC07-4006-B08C-E5283FADA5DD}" dt="2026-04-08T16:15:54.351" v="34"/>
          <ac:spMkLst>
            <pc:docMk/>
            <pc:sldMk cId="0" sldId="283"/>
            <ac:spMk id="2" creationId="{80E425B2-EDE2-7FD7-2A76-61857408DE2F}"/>
          </ac:spMkLst>
        </pc:spChg>
        <pc:spChg chg="add mod">
          <ac:chgData name="Ryfka Schafer" userId="318b1ac2-30d3-4beb-81ce-7e66308a1db1" providerId="ADAL" clId="{6ADB8242-FC07-4006-B08C-E5283FADA5DD}" dt="2026-04-08T19:14:42.627" v="69"/>
          <ac:spMkLst>
            <pc:docMk/>
            <pc:sldMk cId="0" sldId="283"/>
            <ac:spMk id="2" creationId="{8393BF80-8500-0A00-634F-216431464928}"/>
          </ac:spMkLst>
        </pc:spChg>
        <pc:spChg chg="add del mod">
          <ac:chgData name="Ryfka Schafer" userId="318b1ac2-30d3-4beb-81ce-7e66308a1db1" providerId="ADAL" clId="{6ADB8242-FC07-4006-B08C-E5283FADA5DD}" dt="2026-04-08T19:12:59.137" v="65"/>
          <ac:spMkLst>
            <pc:docMk/>
            <pc:sldMk cId="0" sldId="283"/>
            <ac:spMk id="3" creationId="{F64CC0F0-3290-4178-1DB1-6A66007DD822}"/>
          </ac:spMkLst>
        </pc:spChg>
      </pc:sldChg>
      <pc:sldChg chg="addSp delSp modSp mod">
        <pc:chgData name="Ryfka Schafer" userId="318b1ac2-30d3-4beb-81ce-7e66308a1db1" providerId="ADAL" clId="{6ADB8242-FC07-4006-B08C-E5283FADA5DD}" dt="2026-04-08T19:15:58.205" v="77"/>
        <pc:sldMkLst>
          <pc:docMk/>
          <pc:sldMk cId="0" sldId="285"/>
        </pc:sldMkLst>
        <pc:spChg chg="add del mod">
          <ac:chgData name="Ryfka Schafer" userId="318b1ac2-30d3-4beb-81ce-7e66308a1db1" providerId="ADAL" clId="{6ADB8242-FC07-4006-B08C-E5283FADA5DD}" dt="2026-04-08T19:14:53.882" v="73"/>
          <ac:spMkLst>
            <pc:docMk/>
            <pc:sldMk cId="0" sldId="285"/>
            <ac:spMk id="2" creationId="{5BED955E-24E4-366E-E421-1B0FF220C344}"/>
          </ac:spMkLst>
        </pc:spChg>
        <pc:spChg chg="add del mod">
          <ac:chgData name="Ryfka Schafer" userId="318b1ac2-30d3-4beb-81ce-7e66308a1db1" providerId="ADAL" clId="{6ADB8242-FC07-4006-B08C-E5283FADA5DD}" dt="2026-04-08T19:14:53.866" v="71"/>
          <ac:spMkLst>
            <pc:docMk/>
            <pc:sldMk cId="0" sldId="285"/>
            <ac:spMk id="3" creationId="{827F3E5D-51FE-D4D8-ED42-82B6A7B8D570}"/>
          </ac:spMkLst>
        </pc:spChg>
        <pc:spChg chg="add mod">
          <ac:chgData name="Ryfka Schafer" userId="318b1ac2-30d3-4beb-81ce-7e66308a1db1" providerId="ADAL" clId="{6ADB8242-FC07-4006-B08C-E5283FADA5DD}" dt="2026-04-08T19:15:58.205" v="77"/>
          <ac:spMkLst>
            <pc:docMk/>
            <pc:sldMk cId="0" sldId="285"/>
            <ac:spMk id="4" creationId="{023E8732-857B-116A-D90A-BCC644C933BE}"/>
          </ac:spMkLst>
        </pc:spChg>
      </pc:sldChg>
      <pc:sldChg chg="addSp delSp modSp mod">
        <pc:chgData name="Ryfka Schafer" userId="318b1ac2-30d3-4beb-81ce-7e66308a1db1" providerId="ADAL" clId="{6ADB8242-FC07-4006-B08C-E5283FADA5DD}" dt="2026-04-09T16:12:44.730" v="377"/>
        <pc:sldMkLst>
          <pc:docMk/>
          <pc:sldMk cId="0" sldId="290"/>
        </pc:sldMkLst>
        <pc:spChg chg="add del mod">
          <ac:chgData name="Ryfka Schafer" userId="318b1ac2-30d3-4beb-81ce-7e66308a1db1" providerId="ADAL" clId="{6ADB8242-FC07-4006-B08C-E5283FADA5DD}" dt="2026-04-09T16:12:28.903" v="373"/>
          <ac:spMkLst>
            <pc:docMk/>
            <pc:sldMk cId="0" sldId="290"/>
            <ac:spMk id="2" creationId="{DFC97E47-6AFA-7E9D-F849-2D38493520BA}"/>
          </ac:spMkLst>
        </pc:spChg>
        <pc:spChg chg="add del mod topLvl">
          <ac:chgData name="Ryfka Schafer" userId="318b1ac2-30d3-4beb-81ce-7e66308a1db1" providerId="ADAL" clId="{6ADB8242-FC07-4006-B08C-E5283FADA5DD}" dt="2026-04-08T16:31:12.712" v="59"/>
          <ac:spMkLst>
            <pc:docMk/>
            <pc:sldMk cId="0" sldId="290"/>
            <ac:spMk id="2" creationId="{F815A56F-449E-DA2D-DC74-0503935105D4}"/>
          </ac:spMkLst>
        </pc:spChg>
        <pc:spChg chg="add mod">
          <ac:chgData name="Ryfka Schafer" userId="318b1ac2-30d3-4beb-81ce-7e66308a1db1" providerId="ADAL" clId="{6ADB8242-FC07-4006-B08C-E5283FADA5DD}" dt="2026-04-09T16:12:44.730" v="377"/>
          <ac:spMkLst>
            <pc:docMk/>
            <pc:sldMk cId="0" sldId="290"/>
            <ac:spMk id="3" creationId="{748DBC20-9875-801C-A0F6-26BF4CB6AE3E}"/>
          </ac:spMkLst>
        </pc:spChg>
        <pc:spChg chg="add del mod topLvl">
          <ac:chgData name="Ryfka Schafer" userId="318b1ac2-30d3-4beb-81ce-7e66308a1db1" providerId="ADAL" clId="{6ADB8242-FC07-4006-B08C-E5283FADA5DD}" dt="2026-04-08T16:31:12.712" v="61"/>
          <ac:spMkLst>
            <pc:docMk/>
            <pc:sldMk cId="0" sldId="290"/>
            <ac:spMk id="3" creationId="{F27A475C-6476-B85F-AB1F-1F78810B8F68}"/>
          </ac:spMkLst>
        </pc:spChg>
        <pc:grpChg chg="add del mod">
          <ac:chgData name="Ryfka Schafer" userId="318b1ac2-30d3-4beb-81ce-7e66308a1db1" providerId="ADAL" clId="{6ADB8242-FC07-4006-B08C-E5283FADA5DD}" dt="2026-04-08T16:31:12.696" v="57"/>
          <ac:grpSpMkLst>
            <pc:docMk/>
            <pc:sldMk cId="0" sldId="290"/>
            <ac:grpSpMk id="4" creationId="{E7365699-3EBB-CB57-EBEE-C6F70578D4B2}"/>
          </ac:grpSpMkLst>
        </pc:grpChg>
      </pc:sldChg>
      <pc:sldChg chg="addSp delSp modSp mod">
        <pc:chgData name="Ryfka Schafer" userId="318b1ac2-30d3-4beb-81ce-7e66308a1db1" providerId="ADAL" clId="{6ADB8242-FC07-4006-B08C-E5283FADA5DD}" dt="2026-04-09T16:21:30.285" v="1209"/>
        <pc:sldMkLst>
          <pc:docMk/>
          <pc:sldMk cId="446028650" sldId="295"/>
        </pc:sldMkLst>
        <pc:spChg chg="add del mod topLvl">
          <ac:chgData name="Ryfka Schafer" userId="318b1ac2-30d3-4beb-81ce-7e66308a1db1" providerId="ADAL" clId="{6ADB8242-FC07-4006-B08C-E5283FADA5DD}" dt="2026-04-09T16:14:24.677" v="494"/>
          <ac:spMkLst>
            <pc:docMk/>
            <pc:sldMk cId="446028650" sldId="295"/>
            <ac:spMk id="2" creationId="{E65E8675-F8B0-56CF-AD9B-77AEA8BB2AFC}"/>
          </ac:spMkLst>
        </pc:spChg>
        <pc:spChg chg="add del mod topLvl">
          <ac:chgData name="Ryfka Schafer" userId="318b1ac2-30d3-4beb-81ce-7e66308a1db1" providerId="ADAL" clId="{6ADB8242-FC07-4006-B08C-E5283FADA5DD}" dt="2026-04-09T16:14:24.677" v="496"/>
          <ac:spMkLst>
            <pc:docMk/>
            <pc:sldMk cId="446028650" sldId="295"/>
            <ac:spMk id="3" creationId="{72224320-A9C1-6DA6-66F9-DEE7F045230C}"/>
          </ac:spMkLst>
        </pc:spChg>
        <pc:spChg chg="add del mod topLvl">
          <ac:chgData name="Ryfka Schafer" userId="318b1ac2-30d3-4beb-81ce-7e66308a1db1" providerId="ADAL" clId="{6ADB8242-FC07-4006-B08C-E5283FADA5DD}" dt="2026-04-09T16:14:24.677" v="498"/>
          <ac:spMkLst>
            <pc:docMk/>
            <pc:sldMk cId="446028650" sldId="295"/>
            <ac:spMk id="4" creationId="{890A4FF8-0E67-847E-5050-C2D3B2B766F7}"/>
          </ac:spMkLst>
        </pc:spChg>
        <pc:spChg chg="add del mod topLvl">
          <ac:chgData name="Ryfka Schafer" userId="318b1ac2-30d3-4beb-81ce-7e66308a1db1" providerId="ADAL" clId="{6ADB8242-FC07-4006-B08C-E5283FADA5DD}" dt="2026-04-09T16:14:24.677" v="500"/>
          <ac:spMkLst>
            <pc:docMk/>
            <pc:sldMk cId="446028650" sldId="295"/>
            <ac:spMk id="5" creationId="{BB909F62-0F8F-1F2E-040A-D67F27F025BC}"/>
          </ac:spMkLst>
        </pc:spChg>
        <pc:spChg chg="add del mod topLvl">
          <ac:chgData name="Ryfka Schafer" userId="318b1ac2-30d3-4beb-81ce-7e66308a1db1" providerId="ADAL" clId="{6ADB8242-FC07-4006-B08C-E5283FADA5DD}" dt="2026-04-09T16:14:24.693" v="502"/>
          <ac:spMkLst>
            <pc:docMk/>
            <pc:sldMk cId="446028650" sldId="295"/>
            <ac:spMk id="6" creationId="{43397413-05C0-6346-9BB3-0455847E63D9}"/>
          </ac:spMkLst>
        </pc:spChg>
        <pc:spChg chg="add del mod">
          <ac:chgData name="Ryfka Schafer" userId="318b1ac2-30d3-4beb-81ce-7e66308a1db1" providerId="ADAL" clId="{6ADB8242-FC07-4006-B08C-E5283FADA5DD}" dt="2026-04-09T16:14:24.693" v="504"/>
          <ac:spMkLst>
            <pc:docMk/>
            <pc:sldMk cId="446028650" sldId="295"/>
            <ac:spMk id="7" creationId="{7744BABD-BF0B-DD6B-5E61-99162B0DC01E}"/>
          </ac:spMkLst>
        </pc:spChg>
        <pc:spChg chg="add del mod topLvl">
          <ac:chgData name="Ryfka Schafer" userId="318b1ac2-30d3-4beb-81ce-7e66308a1db1" providerId="ADAL" clId="{6ADB8242-FC07-4006-B08C-E5283FADA5DD}" dt="2026-04-09T16:14:24.693" v="506"/>
          <ac:spMkLst>
            <pc:docMk/>
            <pc:sldMk cId="446028650" sldId="295"/>
            <ac:spMk id="8" creationId="{99D06ABB-43BC-B155-8690-ABDC9FE34CB7}"/>
          </ac:spMkLst>
        </pc:spChg>
        <pc:spChg chg="add del mod">
          <ac:chgData name="Ryfka Schafer" userId="318b1ac2-30d3-4beb-81ce-7e66308a1db1" providerId="ADAL" clId="{6ADB8242-FC07-4006-B08C-E5283FADA5DD}" dt="2026-04-09T16:14:24.693" v="508"/>
          <ac:spMkLst>
            <pc:docMk/>
            <pc:sldMk cId="446028650" sldId="295"/>
            <ac:spMk id="9" creationId="{01C667B3-8E73-AC7F-F071-A0AE7A4A133F}"/>
          </ac:spMkLst>
        </pc:spChg>
        <pc:spChg chg="add del mod topLvl">
          <ac:chgData name="Ryfka Schafer" userId="318b1ac2-30d3-4beb-81ce-7e66308a1db1" providerId="ADAL" clId="{6ADB8242-FC07-4006-B08C-E5283FADA5DD}" dt="2026-04-09T16:14:24.693" v="510"/>
          <ac:spMkLst>
            <pc:docMk/>
            <pc:sldMk cId="446028650" sldId="295"/>
            <ac:spMk id="10" creationId="{642780F7-BE58-1961-0C1B-94D6C1153193}"/>
          </ac:spMkLst>
        </pc:spChg>
        <pc:spChg chg="add del mod topLvl">
          <ac:chgData name="Ryfka Schafer" userId="318b1ac2-30d3-4beb-81ce-7e66308a1db1" providerId="ADAL" clId="{6ADB8242-FC07-4006-B08C-E5283FADA5DD}" dt="2026-04-09T16:14:24.693" v="512"/>
          <ac:spMkLst>
            <pc:docMk/>
            <pc:sldMk cId="446028650" sldId="295"/>
            <ac:spMk id="11" creationId="{6C5011EC-CBA4-D7FC-5A82-EC07BEFD3D23}"/>
          </ac:spMkLst>
        </pc:spChg>
        <pc:spChg chg="add del mod topLvl">
          <ac:chgData name="Ryfka Schafer" userId="318b1ac2-30d3-4beb-81ce-7e66308a1db1" providerId="ADAL" clId="{6ADB8242-FC07-4006-B08C-E5283FADA5DD}" dt="2026-04-09T16:14:24.709" v="514"/>
          <ac:spMkLst>
            <pc:docMk/>
            <pc:sldMk cId="446028650" sldId="295"/>
            <ac:spMk id="12" creationId="{F2694596-56F6-BE17-B4D0-2C6A2ACDC3B4}"/>
          </ac:spMkLst>
        </pc:spChg>
        <pc:spChg chg="add del mod">
          <ac:chgData name="Ryfka Schafer" userId="318b1ac2-30d3-4beb-81ce-7e66308a1db1" providerId="ADAL" clId="{6ADB8242-FC07-4006-B08C-E5283FADA5DD}" dt="2026-04-09T16:14:24.709" v="516"/>
          <ac:spMkLst>
            <pc:docMk/>
            <pc:sldMk cId="446028650" sldId="295"/>
            <ac:spMk id="13" creationId="{FDAA8123-3D48-C6FE-3EA9-4A849F23D72C}"/>
          </ac:spMkLst>
        </pc:spChg>
        <pc:spChg chg="add del mod">
          <ac:chgData name="Ryfka Schafer" userId="318b1ac2-30d3-4beb-81ce-7e66308a1db1" providerId="ADAL" clId="{6ADB8242-FC07-4006-B08C-E5283FADA5DD}" dt="2026-04-09T16:14:24.709" v="518"/>
          <ac:spMkLst>
            <pc:docMk/>
            <pc:sldMk cId="446028650" sldId="295"/>
            <ac:spMk id="14" creationId="{BCC5CD87-3F98-1632-A5A9-83130338E474}"/>
          </ac:spMkLst>
        </pc:spChg>
        <pc:spChg chg="add del mod">
          <ac:chgData name="Ryfka Schafer" userId="318b1ac2-30d3-4beb-81ce-7e66308a1db1" providerId="ADAL" clId="{6ADB8242-FC07-4006-B08C-E5283FADA5DD}" dt="2026-04-09T16:14:24.709" v="520"/>
          <ac:spMkLst>
            <pc:docMk/>
            <pc:sldMk cId="446028650" sldId="295"/>
            <ac:spMk id="15" creationId="{F0D8BF0D-6431-BA22-EC4A-254479DDC65F}"/>
          </ac:spMkLst>
        </pc:spChg>
        <pc:spChg chg="add del mod topLvl">
          <ac:chgData name="Ryfka Schafer" userId="318b1ac2-30d3-4beb-81ce-7e66308a1db1" providerId="ADAL" clId="{6ADB8242-FC07-4006-B08C-E5283FADA5DD}" dt="2026-04-09T16:14:24.709" v="522"/>
          <ac:spMkLst>
            <pc:docMk/>
            <pc:sldMk cId="446028650" sldId="295"/>
            <ac:spMk id="16" creationId="{8C1124B8-058B-F719-9453-6CD31ECFA3E2}"/>
          </ac:spMkLst>
        </pc:spChg>
        <pc:spChg chg="add del mod">
          <ac:chgData name="Ryfka Schafer" userId="318b1ac2-30d3-4beb-81ce-7e66308a1db1" providerId="ADAL" clId="{6ADB8242-FC07-4006-B08C-E5283FADA5DD}" dt="2026-04-09T16:14:24.677" v="491"/>
          <ac:spMkLst>
            <pc:docMk/>
            <pc:sldMk cId="446028650" sldId="295"/>
            <ac:spMk id="18" creationId="{85E60B56-EA27-72A1-91F8-3B7034622107}"/>
          </ac:spMkLst>
        </pc:spChg>
        <pc:spChg chg="add del mod">
          <ac:chgData name="Ryfka Schafer" userId="318b1ac2-30d3-4beb-81ce-7e66308a1db1" providerId="ADAL" clId="{6ADB8242-FC07-4006-B08C-E5283FADA5DD}" dt="2026-04-09T16:14:24.662" v="489"/>
          <ac:spMkLst>
            <pc:docMk/>
            <pc:sldMk cId="446028650" sldId="295"/>
            <ac:spMk id="19" creationId="{354BC813-11A0-8DEE-FB7B-46EEE33C0F6E}"/>
          </ac:spMkLst>
        </pc:spChg>
        <pc:spChg chg="add del mod">
          <ac:chgData name="Ryfka Schafer" userId="318b1ac2-30d3-4beb-81ce-7e66308a1db1" providerId="ADAL" clId="{6ADB8242-FC07-4006-B08C-E5283FADA5DD}" dt="2026-04-09T16:14:24.662" v="487"/>
          <ac:spMkLst>
            <pc:docMk/>
            <pc:sldMk cId="446028650" sldId="295"/>
            <ac:spMk id="20" creationId="{62415C80-AD38-5E84-8ECE-DCA898B0F384}"/>
          </ac:spMkLst>
        </pc:spChg>
        <pc:spChg chg="add del mod">
          <ac:chgData name="Ryfka Schafer" userId="318b1ac2-30d3-4beb-81ce-7e66308a1db1" providerId="ADAL" clId="{6ADB8242-FC07-4006-B08C-E5283FADA5DD}" dt="2026-04-09T16:14:24.662" v="485"/>
          <ac:spMkLst>
            <pc:docMk/>
            <pc:sldMk cId="446028650" sldId="295"/>
            <ac:spMk id="21" creationId="{692D8B79-825F-CC8E-FB61-D69F89154E89}"/>
          </ac:spMkLst>
        </pc:spChg>
        <pc:spChg chg="add del mod">
          <ac:chgData name="Ryfka Schafer" userId="318b1ac2-30d3-4beb-81ce-7e66308a1db1" providerId="ADAL" clId="{6ADB8242-FC07-4006-B08C-E5283FADA5DD}" dt="2026-04-09T16:14:24.662" v="483"/>
          <ac:spMkLst>
            <pc:docMk/>
            <pc:sldMk cId="446028650" sldId="295"/>
            <ac:spMk id="22" creationId="{016BCC12-30DD-EAE1-9BDE-867303F0BD70}"/>
          </ac:spMkLst>
        </pc:spChg>
        <pc:spChg chg="add del mod">
          <ac:chgData name="Ryfka Schafer" userId="318b1ac2-30d3-4beb-81ce-7e66308a1db1" providerId="ADAL" clId="{6ADB8242-FC07-4006-B08C-E5283FADA5DD}" dt="2026-04-09T16:14:24.662" v="481"/>
          <ac:spMkLst>
            <pc:docMk/>
            <pc:sldMk cId="446028650" sldId="295"/>
            <ac:spMk id="23" creationId="{2B579E17-696D-1B7B-F566-13A38CC6F26B}"/>
          </ac:spMkLst>
        </pc:spChg>
        <pc:spChg chg="add del mod">
          <ac:chgData name="Ryfka Schafer" userId="318b1ac2-30d3-4beb-81ce-7e66308a1db1" providerId="ADAL" clId="{6ADB8242-FC07-4006-B08C-E5283FADA5DD}" dt="2026-04-09T16:14:24.652" v="479"/>
          <ac:spMkLst>
            <pc:docMk/>
            <pc:sldMk cId="446028650" sldId="295"/>
            <ac:spMk id="24" creationId="{0FC3981A-15F5-50EA-F9C3-0EC6BCBFAB30}"/>
          </ac:spMkLst>
        </pc:spChg>
        <pc:spChg chg="add del mod">
          <ac:chgData name="Ryfka Schafer" userId="318b1ac2-30d3-4beb-81ce-7e66308a1db1" providerId="ADAL" clId="{6ADB8242-FC07-4006-B08C-E5283FADA5DD}" dt="2026-04-09T16:14:24.652" v="477"/>
          <ac:spMkLst>
            <pc:docMk/>
            <pc:sldMk cId="446028650" sldId="295"/>
            <ac:spMk id="25" creationId="{7BAA49D0-7BB9-0369-07ED-42B02539192B}"/>
          </ac:spMkLst>
        </pc:spChg>
        <pc:spChg chg="add del mod">
          <ac:chgData name="Ryfka Schafer" userId="318b1ac2-30d3-4beb-81ce-7e66308a1db1" providerId="ADAL" clId="{6ADB8242-FC07-4006-B08C-E5283FADA5DD}" dt="2026-04-09T16:14:24.652" v="475"/>
          <ac:spMkLst>
            <pc:docMk/>
            <pc:sldMk cId="446028650" sldId="295"/>
            <ac:spMk id="26" creationId="{4E74DF99-50C2-1F2C-666F-0A59411A3D1E}"/>
          </ac:spMkLst>
        </pc:spChg>
        <pc:spChg chg="add del mod">
          <ac:chgData name="Ryfka Schafer" userId="318b1ac2-30d3-4beb-81ce-7e66308a1db1" providerId="ADAL" clId="{6ADB8242-FC07-4006-B08C-E5283FADA5DD}" dt="2026-04-09T16:14:24.615" v="447"/>
          <ac:spMkLst>
            <pc:docMk/>
            <pc:sldMk cId="446028650" sldId="295"/>
            <ac:spMk id="27" creationId="{E35EF3FA-9662-7AE6-E1B4-434F6033C9A3}"/>
          </ac:spMkLst>
        </pc:spChg>
        <pc:spChg chg="add del mod topLvl">
          <ac:chgData name="Ryfka Schafer" userId="318b1ac2-30d3-4beb-81ce-7e66308a1db1" providerId="ADAL" clId="{6ADB8242-FC07-4006-B08C-E5283FADA5DD}" dt="2026-04-09T16:14:24.615" v="449"/>
          <ac:spMkLst>
            <pc:docMk/>
            <pc:sldMk cId="446028650" sldId="295"/>
            <ac:spMk id="28" creationId="{5F17BA64-2B89-AB86-0D42-A47ACFE31645}"/>
          </ac:spMkLst>
        </pc:spChg>
        <pc:spChg chg="add del mod topLvl">
          <ac:chgData name="Ryfka Schafer" userId="318b1ac2-30d3-4beb-81ce-7e66308a1db1" providerId="ADAL" clId="{6ADB8242-FC07-4006-B08C-E5283FADA5DD}" dt="2026-04-09T16:14:24.615" v="451"/>
          <ac:spMkLst>
            <pc:docMk/>
            <pc:sldMk cId="446028650" sldId="295"/>
            <ac:spMk id="29" creationId="{EF54D3C5-1AE1-F7A1-549B-9776AE75755E}"/>
          </ac:spMkLst>
        </pc:spChg>
        <pc:spChg chg="add del mod">
          <ac:chgData name="Ryfka Schafer" userId="318b1ac2-30d3-4beb-81ce-7e66308a1db1" providerId="ADAL" clId="{6ADB8242-FC07-4006-B08C-E5283FADA5DD}" dt="2026-04-09T16:14:24.615" v="453"/>
          <ac:spMkLst>
            <pc:docMk/>
            <pc:sldMk cId="446028650" sldId="295"/>
            <ac:spMk id="30" creationId="{4C85A3E7-C9C3-8EC8-E5EA-B834576A705D}"/>
          </ac:spMkLst>
        </pc:spChg>
        <pc:spChg chg="add del mod">
          <ac:chgData name="Ryfka Schafer" userId="318b1ac2-30d3-4beb-81ce-7e66308a1db1" providerId="ADAL" clId="{6ADB8242-FC07-4006-B08C-E5283FADA5DD}" dt="2026-04-09T16:14:24.615" v="455"/>
          <ac:spMkLst>
            <pc:docMk/>
            <pc:sldMk cId="446028650" sldId="295"/>
            <ac:spMk id="31" creationId="{752BED7A-529F-630F-CDED-CC147F7B4196}"/>
          </ac:spMkLst>
        </pc:spChg>
        <pc:spChg chg="add del mod topLvl">
          <ac:chgData name="Ryfka Schafer" userId="318b1ac2-30d3-4beb-81ce-7e66308a1db1" providerId="ADAL" clId="{6ADB8242-FC07-4006-B08C-E5283FADA5DD}" dt="2026-04-09T16:14:24.630" v="457"/>
          <ac:spMkLst>
            <pc:docMk/>
            <pc:sldMk cId="446028650" sldId="295"/>
            <ac:spMk id="256" creationId="{D6FA4838-E7B0-68F3-30E6-CCC669D7509F}"/>
          </ac:spMkLst>
        </pc:spChg>
        <pc:spChg chg="add del mod topLvl">
          <ac:chgData name="Ryfka Schafer" userId="318b1ac2-30d3-4beb-81ce-7e66308a1db1" providerId="ADAL" clId="{6ADB8242-FC07-4006-B08C-E5283FADA5DD}" dt="2026-04-09T16:14:24.630" v="459"/>
          <ac:spMkLst>
            <pc:docMk/>
            <pc:sldMk cId="446028650" sldId="295"/>
            <ac:spMk id="257" creationId="{9F7B1CB7-CCC6-C332-A06D-81403254F9DA}"/>
          </ac:spMkLst>
        </pc:spChg>
        <pc:spChg chg="add del mod topLvl">
          <ac:chgData name="Ryfka Schafer" userId="318b1ac2-30d3-4beb-81ce-7e66308a1db1" providerId="ADAL" clId="{6ADB8242-FC07-4006-B08C-E5283FADA5DD}" dt="2026-04-09T16:14:24.630" v="461"/>
          <ac:spMkLst>
            <pc:docMk/>
            <pc:sldMk cId="446028650" sldId="295"/>
            <ac:spMk id="258" creationId="{F1A8125C-5EBD-736F-AFD3-F95A4E9DF9AF}"/>
          </ac:spMkLst>
        </pc:spChg>
        <pc:spChg chg="add del mod">
          <ac:chgData name="Ryfka Schafer" userId="318b1ac2-30d3-4beb-81ce-7e66308a1db1" providerId="ADAL" clId="{6ADB8242-FC07-4006-B08C-E5283FADA5DD}" dt="2026-04-09T16:14:24.630" v="463"/>
          <ac:spMkLst>
            <pc:docMk/>
            <pc:sldMk cId="446028650" sldId="295"/>
            <ac:spMk id="259" creationId="{A159BFF3-A949-8FEE-E099-C05D195C6B20}"/>
          </ac:spMkLst>
        </pc:spChg>
        <pc:spChg chg="add del mod topLvl">
          <ac:chgData name="Ryfka Schafer" userId="318b1ac2-30d3-4beb-81ce-7e66308a1db1" providerId="ADAL" clId="{6ADB8242-FC07-4006-B08C-E5283FADA5DD}" dt="2026-04-09T16:14:24.630" v="465"/>
          <ac:spMkLst>
            <pc:docMk/>
            <pc:sldMk cId="446028650" sldId="295"/>
            <ac:spMk id="260" creationId="{595C9415-B55C-2B9C-B7D0-8CA706147123}"/>
          </ac:spMkLst>
        </pc:spChg>
        <pc:spChg chg="add del mod topLvl">
          <ac:chgData name="Ryfka Schafer" userId="318b1ac2-30d3-4beb-81ce-7e66308a1db1" providerId="ADAL" clId="{6ADB8242-FC07-4006-B08C-E5283FADA5DD}" dt="2026-04-09T16:14:24.630" v="467"/>
          <ac:spMkLst>
            <pc:docMk/>
            <pc:sldMk cId="446028650" sldId="295"/>
            <ac:spMk id="261" creationId="{7ABAD7F9-0F3D-3290-6376-A0274CA9A34D}"/>
          </ac:spMkLst>
        </pc:spChg>
        <pc:spChg chg="add del mod topLvl">
          <ac:chgData name="Ryfka Schafer" userId="318b1ac2-30d3-4beb-81ce-7e66308a1db1" providerId="ADAL" clId="{6ADB8242-FC07-4006-B08C-E5283FADA5DD}" dt="2026-04-09T16:14:24.646" v="469"/>
          <ac:spMkLst>
            <pc:docMk/>
            <pc:sldMk cId="446028650" sldId="295"/>
            <ac:spMk id="262" creationId="{EABF4E6E-943A-57A6-91FD-F7CB7562A9F5}"/>
          </ac:spMkLst>
        </pc:spChg>
        <pc:spChg chg="add del mod topLvl">
          <ac:chgData name="Ryfka Schafer" userId="318b1ac2-30d3-4beb-81ce-7e66308a1db1" providerId="ADAL" clId="{6ADB8242-FC07-4006-B08C-E5283FADA5DD}" dt="2026-04-09T16:14:24.646" v="471"/>
          <ac:spMkLst>
            <pc:docMk/>
            <pc:sldMk cId="446028650" sldId="295"/>
            <ac:spMk id="263" creationId="{2CCB43AB-6D4F-7E15-16B0-784F29FFE07A}"/>
          </ac:spMkLst>
        </pc:spChg>
        <pc:spChg chg="add del mod topLvl">
          <ac:chgData name="Ryfka Schafer" userId="318b1ac2-30d3-4beb-81ce-7e66308a1db1" providerId="ADAL" clId="{6ADB8242-FC07-4006-B08C-E5283FADA5DD}" dt="2026-04-09T16:14:24.646" v="473"/>
          <ac:spMkLst>
            <pc:docMk/>
            <pc:sldMk cId="446028650" sldId="295"/>
            <ac:spMk id="264" creationId="{71D8B642-7159-A4B9-E280-284B81FB5336}"/>
          </ac:spMkLst>
        </pc:spChg>
        <pc:spChg chg="add del mod topLvl">
          <ac:chgData name="Ryfka Schafer" userId="318b1ac2-30d3-4beb-81ce-7e66308a1db1" providerId="ADAL" clId="{6ADB8242-FC07-4006-B08C-E5283FADA5DD}" dt="2026-04-09T16:14:24.567" v="412"/>
          <ac:spMkLst>
            <pc:docMk/>
            <pc:sldMk cId="446028650" sldId="295"/>
            <ac:spMk id="315" creationId="{B05A2871-E6B9-3370-E49F-807A2D4147F2}"/>
          </ac:spMkLst>
        </pc:spChg>
        <pc:spChg chg="add del mod">
          <ac:chgData name="Ryfka Schafer" userId="318b1ac2-30d3-4beb-81ce-7e66308a1db1" providerId="ADAL" clId="{6ADB8242-FC07-4006-B08C-E5283FADA5DD}" dt="2026-04-09T16:14:24.567" v="414"/>
          <ac:spMkLst>
            <pc:docMk/>
            <pc:sldMk cId="446028650" sldId="295"/>
            <ac:spMk id="316" creationId="{38F2E227-A379-D08E-689D-DA185B38BE2B}"/>
          </ac:spMkLst>
        </pc:spChg>
        <pc:spChg chg="add del mod">
          <ac:chgData name="Ryfka Schafer" userId="318b1ac2-30d3-4beb-81ce-7e66308a1db1" providerId="ADAL" clId="{6ADB8242-FC07-4006-B08C-E5283FADA5DD}" dt="2026-04-09T16:14:24.567" v="416"/>
          <ac:spMkLst>
            <pc:docMk/>
            <pc:sldMk cId="446028650" sldId="295"/>
            <ac:spMk id="317" creationId="{D960EE75-7DB5-09A7-DCF2-6C2B2D5452C1}"/>
          </ac:spMkLst>
        </pc:spChg>
        <pc:spChg chg="add del mod topLvl">
          <ac:chgData name="Ryfka Schafer" userId="318b1ac2-30d3-4beb-81ce-7e66308a1db1" providerId="ADAL" clId="{6ADB8242-FC07-4006-B08C-E5283FADA5DD}" dt="2026-04-09T16:14:24.567" v="418"/>
          <ac:spMkLst>
            <pc:docMk/>
            <pc:sldMk cId="446028650" sldId="295"/>
            <ac:spMk id="318" creationId="{CD2C7C7B-CB76-E27F-8CD5-649964246CDB}"/>
          </ac:spMkLst>
        </pc:spChg>
        <pc:spChg chg="add del mod topLvl">
          <ac:chgData name="Ryfka Schafer" userId="318b1ac2-30d3-4beb-81ce-7e66308a1db1" providerId="ADAL" clId="{6ADB8242-FC07-4006-B08C-E5283FADA5DD}" dt="2026-04-09T16:14:24.567" v="420"/>
          <ac:spMkLst>
            <pc:docMk/>
            <pc:sldMk cId="446028650" sldId="295"/>
            <ac:spMk id="319" creationId="{027DF44B-711E-9725-5738-23EEEFD0630E}"/>
          </ac:spMkLst>
        </pc:spChg>
        <pc:spChg chg="add del mod">
          <ac:chgData name="Ryfka Schafer" userId="318b1ac2-30d3-4beb-81ce-7e66308a1db1" providerId="ADAL" clId="{6ADB8242-FC07-4006-B08C-E5283FADA5DD}" dt="2026-04-09T16:14:24.583" v="422"/>
          <ac:spMkLst>
            <pc:docMk/>
            <pc:sldMk cId="446028650" sldId="295"/>
            <ac:spMk id="320" creationId="{30F3B324-3BE0-E7CF-63C3-B85391C80171}"/>
          </ac:spMkLst>
        </pc:spChg>
        <pc:spChg chg="add del mod">
          <ac:chgData name="Ryfka Schafer" userId="318b1ac2-30d3-4beb-81ce-7e66308a1db1" providerId="ADAL" clId="{6ADB8242-FC07-4006-B08C-E5283FADA5DD}" dt="2026-04-09T16:14:24.583" v="424"/>
          <ac:spMkLst>
            <pc:docMk/>
            <pc:sldMk cId="446028650" sldId="295"/>
            <ac:spMk id="321" creationId="{90CF31B2-9727-B8C0-869D-31429AFDC4CA}"/>
          </ac:spMkLst>
        </pc:spChg>
        <pc:spChg chg="add del mod topLvl">
          <ac:chgData name="Ryfka Schafer" userId="318b1ac2-30d3-4beb-81ce-7e66308a1db1" providerId="ADAL" clId="{6ADB8242-FC07-4006-B08C-E5283FADA5DD}" dt="2026-04-09T16:14:24.583" v="426"/>
          <ac:spMkLst>
            <pc:docMk/>
            <pc:sldMk cId="446028650" sldId="295"/>
            <ac:spMk id="322" creationId="{BC4ADB84-6278-9DE2-A8E9-6A40C8A2D788}"/>
          </ac:spMkLst>
        </pc:spChg>
        <pc:spChg chg="add del mod topLvl">
          <ac:chgData name="Ryfka Schafer" userId="318b1ac2-30d3-4beb-81ce-7e66308a1db1" providerId="ADAL" clId="{6ADB8242-FC07-4006-B08C-E5283FADA5DD}" dt="2026-04-09T16:14:24.583" v="428"/>
          <ac:spMkLst>
            <pc:docMk/>
            <pc:sldMk cId="446028650" sldId="295"/>
            <ac:spMk id="323" creationId="{8CE96411-71EE-819C-455A-5EDDFCF63BF1}"/>
          </ac:spMkLst>
        </pc:spChg>
        <pc:spChg chg="add del mod topLvl">
          <ac:chgData name="Ryfka Schafer" userId="318b1ac2-30d3-4beb-81ce-7e66308a1db1" providerId="ADAL" clId="{6ADB8242-FC07-4006-B08C-E5283FADA5DD}" dt="2026-04-09T16:14:24.583" v="430"/>
          <ac:spMkLst>
            <pc:docMk/>
            <pc:sldMk cId="446028650" sldId="295"/>
            <ac:spMk id="324" creationId="{E0BB1794-6DEF-2169-8E1B-8C99CD543C9C}"/>
          </ac:spMkLst>
        </pc:spChg>
        <pc:spChg chg="add del mod">
          <ac:chgData name="Ryfka Schafer" userId="318b1ac2-30d3-4beb-81ce-7e66308a1db1" providerId="ADAL" clId="{6ADB8242-FC07-4006-B08C-E5283FADA5DD}" dt="2026-04-09T16:14:24.599" v="432"/>
          <ac:spMkLst>
            <pc:docMk/>
            <pc:sldMk cId="446028650" sldId="295"/>
            <ac:spMk id="325" creationId="{14F0B8AC-A038-F22C-C09E-4F9C6978D914}"/>
          </ac:spMkLst>
        </pc:spChg>
        <pc:spChg chg="add del mod topLvl">
          <ac:chgData name="Ryfka Schafer" userId="318b1ac2-30d3-4beb-81ce-7e66308a1db1" providerId="ADAL" clId="{6ADB8242-FC07-4006-B08C-E5283FADA5DD}" dt="2026-04-09T16:14:24.599" v="434"/>
          <ac:spMkLst>
            <pc:docMk/>
            <pc:sldMk cId="446028650" sldId="295"/>
            <ac:spMk id="326" creationId="{383E88F4-46D3-9879-631B-230DCE60FE6E}"/>
          </ac:spMkLst>
        </pc:spChg>
        <pc:spChg chg="add del mod topLvl">
          <ac:chgData name="Ryfka Schafer" userId="318b1ac2-30d3-4beb-81ce-7e66308a1db1" providerId="ADAL" clId="{6ADB8242-FC07-4006-B08C-E5283FADA5DD}" dt="2026-04-09T16:14:24.599" v="436"/>
          <ac:spMkLst>
            <pc:docMk/>
            <pc:sldMk cId="446028650" sldId="295"/>
            <ac:spMk id="327" creationId="{C4A93920-B429-8FAD-187D-B9B0EC422B6B}"/>
          </ac:spMkLst>
        </pc:spChg>
        <pc:spChg chg="add del mod">
          <ac:chgData name="Ryfka Schafer" userId="318b1ac2-30d3-4beb-81ce-7e66308a1db1" providerId="ADAL" clId="{6ADB8242-FC07-4006-B08C-E5283FADA5DD}" dt="2026-04-09T16:14:24.599" v="438"/>
          <ac:spMkLst>
            <pc:docMk/>
            <pc:sldMk cId="446028650" sldId="295"/>
            <ac:spMk id="328" creationId="{4801E2E3-CBFD-E3B0-D289-5633C860240A}"/>
          </ac:spMkLst>
        </pc:spChg>
        <pc:spChg chg="add del mod topLvl">
          <ac:chgData name="Ryfka Schafer" userId="318b1ac2-30d3-4beb-81ce-7e66308a1db1" providerId="ADAL" clId="{6ADB8242-FC07-4006-B08C-E5283FADA5DD}" dt="2026-04-09T16:14:24.599" v="440"/>
          <ac:spMkLst>
            <pc:docMk/>
            <pc:sldMk cId="446028650" sldId="295"/>
            <ac:spMk id="329" creationId="{2BC958A6-D92D-8FCA-BD63-B54102D2CAEB}"/>
          </ac:spMkLst>
        </pc:spChg>
        <pc:spChg chg="add del mod">
          <ac:chgData name="Ryfka Schafer" userId="318b1ac2-30d3-4beb-81ce-7e66308a1db1" providerId="ADAL" clId="{6ADB8242-FC07-4006-B08C-E5283FADA5DD}" dt="2026-04-09T16:14:24.599" v="442"/>
          <ac:spMkLst>
            <pc:docMk/>
            <pc:sldMk cId="446028650" sldId="295"/>
            <ac:spMk id="330" creationId="{9D622FB6-C348-AFB4-CB13-B1A4698706BD}"/>
          </ac:spMkLst>
        </pc:spChg>
        <pc:spChg chg="add del mod topLvl">
          <ac:chgData name="Ryfka Schafer" userId="318b1ac2-30d3-4beb-81ce-7e66308a1db1" providerId="ADAL" clId="{6ADB8242-FC07-4006-B08C-E5283FADA5DD}" dt="2026-04-09T16:14:24.615" v="444"/>
          <ac:spMkLst>
            <pc:docMk/>
            <pc:sldMk cId="446028650" sldId="295"/>
            <ac:spMk id="331" creationId="{AF1C8EC2-32C3-8E15-B36D-1D0EFC6E2F29}"/>
          </ac:spMkLst>
        </pc:spChg>
        <pc:spChg chg="add del mod topLvl">
          <ac:chgData name="Ryfka Schafer" userId="318b1ac2-30d3-4beb-81ce-7e66308a1db1" providerId="ADAL" clId="{6ADB8242-FC07-4006-B08C-E5283FADA5DD}" dt="2026-04-09T16:14:24.536" v="395"/>
          <ac:spMkLst>
            <pc:docMk/>
            <pc:sldMk cId="446028650" sldId="295"/>
            <ac:spMk id="333" creationId="{84B570F5-A65A-44AD-518C-1FD513592F65}"/>
          </ac:spMkLst>
        </pc:spChg>
        <pc:spChg chg="add del mod topLvl">
          <ac:chgData name="Ryfka Schafer" userId="318b1ac2-30d3-4beb-81ce-7e66308a1db1" providerId="ADAL" clId="{6ADB8242-FC07-4006-B08C-E5283FADA5DD}" dt="2026-04-09T16:14:24.536" v="397"/>
          <ac:spMkLst>
            <pc:docMk/>
            <pc:sldMk cId="446028650" sldId="295"/>
            <ac:spMk id="334" creationId="{D433A6E1-4EEE-37C9-5BDC-C0C9F9A95B48}"/>
          </ac:spMkLst>
        </pc:spChg>
        <pc:spChg chg="add del mod topLvl">
          <ac:chgData name="Ryfka Schafer" userId="318b1ac2-30d3-4beb-81ce-7e66308a1db1" providerId="ADAL" clId="{6ADB8242-FC07-4006-B08C-E5283FADA5DD}" dt="2026-04-09T16:14:24.552" v="399"/>
          <ac:spMkLst>
            <pc:docMk/>
            <pc:sldMk cId="446028650" sldId="295"/>
            <ac:spMk id="335" creationId="{776A3791-AB62-446B-092D-216BEC1FB1FA}"/>
          </ac:spMkLst>
        </pc:spChg>
        <pc:spChg chg="add del mod topLvl">
          <ac:chgData name="Ryfka Schafer" userId="318b1ac2-30d3-4beb-81ce-7e66308a1db1" providerId="ADAL" clId="{6ADB8242-FC07-4006-B08C-E5283FADA5DD}" dt="2026-04-09T16:14:24.552" v="401"/>
          <ac:spMkLst>
            <pc:docMk/>
            <pc:sldMk cId="446028650" sldId="295"/>
            <ac:spMk id="336" creationId="{F9C49555-1CE1-A07B-4193-89EDB293D624}"/>
          </ac:spMkLst>
        </pc:spChg>
        <pc:spChg chg="add del mod topLvl">
          <ac:chgData name="Ryfka Schafer" userId="318b1ac2-30d3-4beb-81ce-7e66308a1db1" providerId="ADAL" clId="{6ADB8242-FC07-4006-B08C-E5283FADA5DD}" dt="2026-04-09T16:14:24.552" v="403"/>
          <ac:spMkLst>
            <pc:docMk/>
            <pc:sldMk cId="446028650" sldId="295"/>
            <ac:spMk id="337" creationId="{0444D261-652B-12FB-E267-8661EDFA0D8F}"/>
          </ac:spMkLst>
        </pc:spChg>
        <pc:spChg chg="add del mod topLvl">
          <ac:chgData name="Ryfka Schafer" userId="318b1ac2-30d3-4beb-81ce-7e66308a1db1" providerId="ADAL" clId="{6ADB8242-FC07-4006-B08C-E5283FADA5DD}" dt="2026-04-09T16:14:24.552" v="405"/>
          <ac:spMkLst>
            <pc:docMk/>
            <pc:sldMk cId="446028650" sldId="295"/>
            <ac:spMk id="338" creationId="{954B616E-E6F5-3298-E4E9-3A8D1804474F}"/>
          </ac:spMkLst>
        </pc:spChg>
        <pc:spChg chg="add del mod topLvl">
          <ac:chgData name="Ryfka Schafer" userId="318b1ac2-30d3-4beb-81ce-7e66308a1db1" providerId="ADAL" clId="{6ADB8242-FC07-4006-B08C-E5283FADA5DD}" dt="2026-04-09T16:14:24.552" v="407"/>
          <ac:spMkLst>
            <pc:docMk/>
            <pc:sldMk cId="446028650" sldId="295"/>
            <ac:spMk id="339" creationId="{E87F4F81-1E50-E6A7-381E-C0BC71B5DEFB}"/>
          </ac:spMkLst>
        </pc:spChg>
        <pc:spChg chg="add del mod topLvl">
          <ac:chgData name="Ryfka Schafer" userId="318b1ac2-30d3-4beb-81ce-7e66308a1db1" providerId="ADAL" clId="{6ADB8242-FC07-4006-B08C-E5283FADA5DD}" dt="2026-04-09T16:14:24.552" v="409"/>
          <ac:spMkLst>
            <pc:docMk/>
            <pc:sldMk cId="446028650" sldId="295"/>
            <ac:spMk id="340" creationId="{6F6C80F3-01A8-DBBE-81B8-CE7D4C090FF6}"/>
          </ac:spMkLst>
        </pc:spChg>
        <pc:spChg chg="add del mod topLvl">
          <ac:chgData name="Ryfka Schafer" userId="318b1ac2-30d3-4beb-81ce-7e66308a1db1" providerId="ADAL" clId="{6ADB8242-FC07-4006-B08C-E5283FADA5DD}" dt="2026-04-09T16:14:24.520" v="380"/>
          <ac:spMkLst>
            <pc:docMk/>
            <pc:sldMk cId="446028650" sldId="295"/>
            <ac:spMk id="342" creationId="{A065CDB0-C166-E615-29D5-5ECB4D10F081}"/>
          </ac:spMkLst>
        </pc:spChg>
        <pc:spChg chg="add del mod topLvl">
          <ac:chgData name="Ryfka Schafer" userId="318b1ac2-30d3-4beb-81ce-7e66308a1db1" providerId="ADAL" clId="{6ADB8242-FC07-4006-B08C-E5283FADA5DD}" dt="2026-04-09T16:14:24.520" v="382"/>
          <ac:spMkLst>
            <pc:docMk/>
            <pc:sldMk cId="446028650" sldId="295"/>
            <ac:spMk id="343" creationId="{3546AE14-C9E2-6434-FB4E-FD27D66C987F}"/>
          </ac:spMkLst>
        </pc:spChg>
        <pc:spChg chg="add del mod topLvl">
          <ac:chgData name="Ryfka Schafer" userId="318b1ac2-30d3-4beb-81ce-7e66308a1db1" providerId="ADAL" clId="{6ADB8242-FC07-4006-B08C-E5283FADA5DD}" dt="2026-04-09T16:14:24.520" v="384"/>
          <ac:spMkLst>
            <pc:docMk/>
            <pc:sldMk cId="446028650" sldId="295"/>
            <ac:spMk id="344" creationId="{F4B1A2FA-9322-7BDF-A992-4DAAF92E35DD}"/>
          </ac:spMkLst>
        </pc:spChg>
        <pc:spChg chg="add del mod topLvl">
          <ac:chgData name="Ryfka Schafer" userId="318b1ac2-30d3-4beb-81ce-7e66308a1db1" providerId="ADAL" clId="{6ADB8242-FC07-4006-B08C-E5283FADA5DD}" dt="2026-04-09T16:14:24.536" v="386"/>
          <ac:spMkLst>
            <pc:docMk/>
            <pc:sldMk cId="446028650" sldId="295"/>
            <ac:spMk id="345" creationId="{C7CC47ED-2FCB-070E-10B6-E47901A936E1}"/>
          </ac:spMkLst>
        </pc:spChg>
        <pc:spChg chg="add del mod topLvl">
          <ac:chgData name="Ryfka Schafer" userId="318b1ac2-30d3-4beb-81ce-7e66308a1db1" providerId="ADAL" clId="{6ADB8242-FC07-4006-B08C-E5283FADA5DD}" dt="2026-04-09T16:14:24.536" v="388"/>
          <ac:spMkLst>
            <pc:docMk/>
            <pc:sldMk cId="446028650" sldId="295"/>
            <ac:spMk id="346" creationId="{325EE554-B0A4-2028-AFBA-BCB8DCA7CABE}"/>
          </ac:spMkLst>
        </pc:spChg>
        <pc:spChg chg="add del mod topLvl">
          <ac:chgData name="Ryfka Schafer" userId="318b1ac2-30d3-4beb-81ce-7e66308a1db1" providerId="ADAL" clId="{6ADB8242-FC07-4006-B08C-E5283FADA5DD}" dt="2026-04-09T16:14:24.536" v="390"/>
          <ac:spMkLst>
            <pc:docMk/>
            <pc:sldMk cId="446028650" sldId="295"/>
            <ac:spMk id="347" creationId="{9C345377-F247-CC97-53DA-6381B5923422}"/>
          </ac:spMkLst>
        </pc:spChg>
        <pc:spChg chg="add del mod topLvl">
          <ac:chgData name="Ryfka Schafer" userId="318b1ac2-30d3-4beb-81ce-7e66308a1db1" providerId="ADAL" clId="{6ADB8242-FC07-4006-B08C-E5283FADA5DD}" dt="2026-04-09T16:14:24.536" v="392"/>
          <ac:spMkLst>
            <pc:docMk/>
            <pc:sldMk cId="446028650" sldId="295"/>
            <ac:spMk id="348" creationId="{DC185C1A-5718-CF72-DBAD-AFDC3FDDFD48}"/>
          </ac:spMkLst>
        </pc:spChg>
        <pc:spChg chg="add del mod">
          <ac:chgData name="Ryfka Schafer" userId="318b1ac2-30d3-4beb-81ce-7e66308a1db1" providerId="ADAL" clId="{6ADB8242-FC07-4006-B08C-E5283FADA5DD}" dt="2026-04-09T16:15:21.790" v="528"/>
          <ac:spMkLst>
            <pc:docMk/>
            <pc:sldMk cId="446028650" sldId="295"/>
            <ac:spMk id="350" creationId="{674706CA-A167-99BB-7896-10C1AD30B4E7}"/>
          </ac:spMkLst>
        </pc:spChg>
        <pc:spChg chg="add del mod">
          <ac:chgData name="Ryfka Schafer" userId="318b1ac2-30d3-4beb-81ce-7e66308a1db1" providerId="ADAL" clId="{6ADB8242-FC07-4006-B08C-E5283FADA5DD}" dt="2026-04-09T16:15:39.663" v="534"/>
          <ac:spMkLst>
            <pc:docMk/>
            <pc:sldMk cId="446028650" sldId="295"/>
            <ac:spMk id="351" creationId="{49D19301-5300-805C-C986-464F5AAA3432}"/>
          </ac:spMkLst>
        </pc:spChg>
        <pc:spChg chg="add del mod">
          <ac:chgData name="Ryfka Schafer" userId="318b1ac2-30d3-4beb-81ce-7e66308a1db1" providerId="ADAL" clId="{6ADB8242-FC07-4006-B08C-E5283FADA5DD}" dt="2026-04-09T16:21:23.679" v="939"/>
          <ac:spMkLst>
            <pc:docMk/>
            <pc:sldMk cId="446028650" sldId="295"/>
            <ac:spMk id="352" creationId="{79BEADC7-E842-97EB-47BA-D99EAF3A9AD8}"/>
          </ac:spMkLst>
        </pc:spChg>
        <pc:spChg chg="add del mod topLvl">
          <ac:chgData name="Ryfka Schafer" userId="318b1ac2-30d3-4beb-81ce-7e66308a1db1" providerId="ADAL" clId="{6ADB8242-FC07-4006-B08C-E5283FADA5DD}" dt="2026-04-09T16:21:23.675" v="933"/>
          <ac:spMkLst>
            <pc:docMk/>
            <pc:sldMk cId="446028650" sldId="295"/>
            <ac:spMk id="353" creationId="{594FDB67-612C-9BA1-16C3-FD85731BA8D6}"/>
          </ac:spMkLst>
        </pc:spChg>
        <pc:spChg chg="add del mod topLvl">
          <ac:chgData name="Ryfka Schafer" userId="318b1ac2-30d3-4beb-81ce-7e66308a1db1" providerId="ADAL" clId="{6ADB8242-FC07-4006-B08C-E5283FADA5DD}" dt="2026-04-09T16:21:23.677" v="935"/>
          <ac:spMkLst>
            <pc:docMk/>
            <pc:sldMk cId="446028650" sldId="295"/>
            <ac:spMk id="354" creationId="{81F77919-D237-E29E-250D-CB726D7123AE}"/>
          </ac:spMkLst>
        </pc:spChg>
        <pc:spChg chg="add del mod topLvl">
          <ac:chgData name="Ryfka Schafer" userId="318b1ac2-30d3-4beb-81ce-7e66308a1db1" providerId="ADAL" clId="{6ADB8242-FC07-4006-B08C-E5283FADA5DD}" dt="2026-04-09T16:21:23.677" v="937"/>
          <ac:spMkLst>
            <pc:docMk/>
            <pc:sldMk cId="446028650" sldId="295"/>
            <ac:spMk id="355" creationId="{E477D582-2234-E9F8-7195-C32908A21CEA}"/>
          </ac:spMkLst>
        </pc:spChg>
        <pc:spChg chg="add del mod">
          <ac:chgData name="Ryfka Schafer" userId="318b1ac2-30d3-4beb-81ce-7e66308a1db1" providerId="ADAL" clId="{6ADB8242-FC07-4006-B08C-E5283FADA5DD}" dt="2026-04-09T16:21:23.673" v="930"/>
          <ac:spMkLst>
            <pc:docMk/>
            <pc:sldMk cId="446028650" sldId="295"/>
            <ac:spMk id="357" creationId="{0CC8FB72-9527-C47A-B9DB-79CEC6AA51DA}"/>
          </ac:spMkLst>
        </pc:spChg>
        <pc:spChg chg="add del mod">
          <ac:chgData name="Ryfka Schafer" userId="318b1ac2-30d3-4beb-81ce-7e66308a1db1" providerId="ADAL" clId="{6ADB8242-FC07-4006-B08C-E5283FADA5DD}" dt="2026-04-09T16:21:23.671" v="928"/>
          <ac:spMkLst>
            <pc:docMk/>
            <pc:sldMk cId="446028650" sldId="295"/>
            <ac:spMk id="358" creationId="{01138040-F1C4-89EB-4971-45018DEB27ED}"/>
          </ac:spMkLst>
        </pc:spChg>
        <pc:spChg chg="add del mod">
          <ac:chgData name="Ryfka Schafer" userId="318b1ac2-30d3-4beb-81ce-7e66308a1db1" providerId="ADAL" clId="{6ADB8242-FC07-4006-B08C-E5283FADA5DD}" dt="2026-04-09T16:21:23.667" v="926"/>
          <ac:spMkLst>
            <pc:docMk/>
            <pc:sldMk cId="446028650" sldId="295"/>
            <ac:spMk id="359" creationId="{4454DA98-FA8A-21D8-DF00-558DCB5BE72B}"/>
          </ac:spMkLst>
        </pc:spChg>
        <pc:spChg chg="add del mod">
          <ac:chgData name="Ryfka Schafer" userId="318b1ac2-30d3-4beb-81ce-7e66308a1db1" providerId="ADAL" clId="{6ADB8242-FC07-4006-B08C-E5283FADA5DD}" dt="2026-04-09T16:21:23.665" v="924"/>
          <ac:spMkLst>
            <pc:docMk/>
            <pc:sldMk cId="446028650" sldId="295"/>
            <ac:spMk id="360" creationId="{6B7D67CC-E37A-BBDA-1E82-CEE2D95F322E}"/>
          </ac:spMkLst>
        </pc:spChg>
        <pc:spChg chg="add del mod">
          <ac:chgData name="Ryfka Schafer" userId="318b1ac2-30d3-4beb-81ce-7e66308a1db1" providerId="ADAL" clId="{6ADB8242-FC07-4006-B08C-E5283FADA5DD}" dt="2026-04-09T16:21:23.663" v="922"/>
          <ac:spMkLst>
            <pc:docMk/>
            <pc:sldMk cId="446028650" sldId="295"/>
            <ac:spMk id="361" creationId="{3984EB9E-A449-B7D4-4A95-E39800025DCF}"/>
          </ac:spMkLst>
        </pc:spChg>
        <pc:spChg chg="add del mod">
          <ac:chgData name="Ryfka Schafer" userId="318b1ac2-30d3-4beb-81ce-7e66308a1db1" providerId="ADAL" clId="{6ADB8242-FC07-4006-B08C-E5283FADA5DD}" dt="2026-04-09T16:21:23.661" v="920"/>
          <ac:spMkLst>
            <pc:docMk/>
            <pc:sldMk cId="446028650" sldId="295"/>
            <ac:spMk id="362" creationId="{181DC75F-38F3-A0A9-8EB8-9DB165A88941}"/>
          </ac:spMkLst>
        </pc:spChg>
        <pc:spChg chg="add del mod">
          <ac:chgData name="Ryfka Schafer" userId="318b1ac2-30d3-4beb-81ce-7e66308a1db1" providerId="ADAL" clId="{6ADB8242-FC07-4006-B08C-E5283FADA5DD}" dt="2026-04-09T16:21:23.659" v="918"/>
          <ac:spMkLst>
            <pc:docMk/>
            <pc:sldMk cId="446028650" sldId="295"/>
            <ac:spMk id="363" creationId="{B7BCA10D-267D-2223-43CE-9C823ABB0A7D}"/>
          </ac:spMkLst>
        </pc:spChg>
        <pc:spChg chg="add del mod">
          <ac:chgData name="Ryfka Schafer" userId="318b1ac2-30d3-4beb-81ce-7e66308a1db1" providerId="ADAL" clId="{6ADB8242-FC07-4006-B08C-E5283FADA5DD}" dt="2026-04-09T16:21:23.657" v="916"/>
          <ac:spMkLst>
            <pc:docMk/>
            <pc:sldMk cId="446028650" sldId="295"/>
            <ac:spMk id="364" creationId="{A92D16B5-0A31-632E-89BA-8AD79F7ECB5E}"/>
          </ac:spMkLst>
        </pc:spChg>
        <pc:spChg chg="add del mod topLvl">
          <ac:chgData name="Ryfka Schafer" userId="318b1ac2-30d3-4beb-81ce-7e66308a1db1" providerId="ADAL" clId="{6ADB8242-FC07-4006-B08C-E5283FADA5DD}" dt="2026-04-09T16:21:23.647" v="902"/>
          <ac:spMkLst>
            <pc:docMk/>
            <pc:sldMk cId="446028650" sldId="295"/>
            <ac:spMk id="365" creationId="{0FF4E646-C91C-77DC-1858-0166D5ED3640}"/>
          </ac:spMkLst>
        </pc:spChg>
        <pc:spChg chg="add del mod topLvl">
          <ac:chgData name="Ryfka Schafer" userId="318b1ac2-30d3-4beb-81ce-7e66308a1db1" providerId="ADAL" clId="{6ADB8242-FC07-4006-B08C-E5283FADA5DD}" dt="2026-04-09T16:21:23.649" v="904"/>
          <ac:spMkLst>
            <pc:docMk/>
            <pc:sldMk cId="446028650" sldId="295"/>
            <ac:spMk id="366" creationId="{63D2312E-2969-7D51-7633-F3A9E8735BC3}"/>
          </ac:spMkLst>
        </pc:spChg>
        <pc:spChg chg="add del mod topLvl">
          <ac:chgData name="Ryfka Schafer" userId="318b1ac2-30d3-4beb-81ce-7e66308a1db1" providerId="ADAL" clId="{6ADB8242-FC07-4006-B08C-E5283FADA5DD}" dt="2026-04-09T16:21:23.649" v="906"/>
          <ac:spMkLst>
            <pc:docMk/>
            <pc:sldMk cId="446028650" sldId="295"/>
            <ac:spMk id="367" creationId="{FACDA741-8001-0F9E-530F-9F51848C727B}"/>
          </ac:spMkLst>
        </pc:spChg>
        <pc:spChg chg="add del mod topLvl">
          <ac:chgData name="Ryfka Schafer" userId="318b1ac2-30d3-4beb-81ce-7e66308a1db1" providerId="ADAL" clId="{6ADB8242-FC07-4006-B08C-E5283FADA5DD}" dt="2026-04-09T16:21:23.651" v="908"/>
          <ac:spMkLst>
            <pc:docMk/>
            <pc:sldMk cId="446028650" sldId="295"/>
            <ac:spMk id="368" creationId="{5138C8DC-5FA1-46D1-706D-65AD2593409B}"/>
          </ac:spMkLst>
        </pc:spChg>
        <pc:spChg chg="add del mod topLvl">
          <ac:chgData name="Ryfka Schafer" userId="318b1ac2-30d3-4beb-81ce-7e66308a1db1" providerId="ADAL" clId="{6ADB8242-FC07-4006-B08C-E5283FADA5DD}" dt="2026-04-09T16:21:23.653" v="910"/>
          <ac:spMkLst>
            <pc:docMk/>
            <pc:sldMk cId="446028650" sldId="295"/>
            <ac:spMk id="369" creationId="{223EBBD9-FDA9-8944-F8AA-265700FEA447}"/>
          </ac:spMkLst>
        </pc:spChg>
        <pc:spChg chg="add del mod topLvl">
          <ac:chgData name="Ryfka Schafer" userId="318b1ac2-30d3-4beb-81ce-7e66308a1db1" providerId="ADAL" clId="{6ADB8242-FC07-4006-B08C-E5283FADA5DD}" dt="2026-04-09T16:21:23.653" v="912"/>
          <ac:spMkLst>
            <pc:docMk/>
            <pc:sldMk cId="446028650" sldId="295"/>
            <ac:spMk id="370" creationId="{C7D1444F-8BA8-E2FF-94A8-44B08E9A5C93}"/>
          </ac:spMkLst>
        </pc:spChg>
        <pc:spChg chg="add del mod topLvl">
          <ac:chgData name="Ryfka Schafer" userId="318b1ac2-30d3-4beb-81ce-7e66308a1db1" providerId="ADAL" clId="{6ADB8242-FC07-4006-B08C-E5283FADA5DD}" dt="2026-04-09T16:21:23.655" v="914"/>
          <ac:spMkLst>
            <pc:docMk/>
            <pc:sldMk cId="446028650" sldId="295"/>
            <ac:spMk id="371" creationId="{DBA2D501-7213-7A7A-2B07-F6951D4146F5}"/>
          </ac:spMkLst>
        </pc:spChg>
        <pc:spChg chg="add del mod topLvl">
          <ac:chgData name="Ryfka Schafer" userId="318b1ac2-30d3-4beb-81ce-7e66308a1db1" providerId="ADAL" clId="{6ADB8242-FC07-4006-B08C-E5283FADA5DD}" dt="2026-04-09T16:21:23.635" v="887"/>
          <ac:spMkLst>
            <pc:docMk/>
            <pc:sldMk cId="446028650" sldId="295"/>
            <ac:spMk id="373" creationId="{E9FF6296-DE38-9595-DCA2-F0A8B4489FC1}"/>
          </ac:spMkLst>
        </pc:spChg>
        <pc:spChg chg="add del mod topLvl">
          <ac:chgData name="Ryfka Schafer" userId="318b1ac2-30d3-4beb-81ce-7e66308a1db1" providerId="ADAL" clId="{6ADB8242-FC07-4006-B08C-E5283FADA5DD}" dt="2026-04-09T16:21:23.637" v="889"/>
          <ac:spMkLst>
            <pc:docMk/>
            <pc:sldMk cId="446028650" sldId="295"/>
            <ac:spMk id="374" creationId="{B57BC3D2-9703-A616-8658-414268F0CAB1}"/>
          </ac:spMkLst>
        </pc:spChg>
        <pc:spChg chg="add del mod topLvl">
          <ac:chgData name="Ryfka Schafer" userId="318b1ac2-30d3-4beb-81ce-7e66308a1db1" providerId="ADAL" clId="{6ADB8242-FC07-4006-B08C-E5283FADA5DD}" dt="2026-04-09T16:21:23.639" v="891"/>
          <ac:spMkLst>
            <pc:docMk/>
            <pc:sldMk cId="446028650" sldId="295"/>
            <ac:spMk id="375" creationId="{52B66AA0-074D-766C-65C3-45E86E92A4CB}"/>
          </ac:spMkLst>
        </pc:spChg>
        <pc:spChg chg="add del mod topLvl">
          <ac:chgData name="Ryfka Schafer" userId="318b1ac2-30d3-4beb-81ce-7e66308a1db1" providerId="ADAL" clId="{6ADB8242-FC07-4006-B08C-E5283FADA5DD}" dt="2026-04-09T16:21:23.641" v="893"/>
          <ac:spMkLst>
            <pc:docMk/>
            <pc:sldMk cId="446028650" sldId="295"/>
            <ac:spMk id="376" creationId="{1141D1AC-4886-3660-DFD6-39FFC1362713}"/>
          </ac:spMkLst>
        </pc:spChg>
        <pc:spChg chg="add del mod topLvl">
          <ac:chgData name="Ryfka Schafer" userId="318b1ac2-30d3-4beb-81ce-7e66308a1db1" providerId="ADAL" clId="{6ADB8242-FC07-4006-B08C-E5283FADA5DD}" dt="2026-04-09T16:21:23.641" v="895"/>
          <ac:spMkLst>
            <pc:docMk/>
            <pc:sldMk cId="446028650" sldId="295"/>
            <ac:spMk id="377" creationId="{25F9716F-EDEB-0731-4420-8797D84A7183}"/>
          </ac:spMkLst>
        </pc:spChg>
        <pc:spChg chg="add del mod topLvl">
          <ac:chgData name="Ryfka Schafer" userId="318b1ac2-30d3-4beb-81ce-7e66308a1db1" providerId="ADAL" clId="{6ADB8242-FC07-4006-B08C-E5283FADA5DD}" dt="2026-04-09T16:21:23.643" v="897"/>
          <ac:spMkLst>
            <pc:docMk/>
            <pc:sldMk cId="446028650" sldId="295"/>
            <ac:spMk id="378" creationId="{0629FEF8-8046-3132-623E-38F6F537B0ED}"/>
          </ac:spMkLst>
        </pc:spChg>
        <pc:spChg chg="add del mod topLvl">
          <ac:chgData name="Ryfka Schafer" userId="318b1ac2-30d3-4beb-81ce-7e66308a1db1" providerId="ADAL" clId="{6ADB8242-FC07-4006-B08C-E5283FADA5DD}" dt="2026-04-09T16:21:23.645" v="899"/>
          <ac:spMkLst>
            <pc:docMk/>
            <pc:sldMk cId="446028650" sldId="295"/>
            <ac:spMk id="379" creationId="{FB1DDB65-0C29-0F1C-6E35-03A86F7CFC8E}"/>
          </ac:spMkLst>
        </pc:spChg>
        <pc:spChg chg="add del mod topLvl">
          <ac:chgData name="Ryfka Schafer" userId="318b1ac2-30d3-4beb-81ce-7e66308a1db1" providerId="ADAL" clId="{6ADB8242-FC07-4006-B08C-E5283FADA5DD}" dt="2026-04-09T16:21:23.612" v="856"/>
          <ac:spMkLst>
            <pc:docMk/>
            <pc:sldMk cId="446028650" sldId="295"/>
            <ac:spMk id="381" creationId="{A5B8B70B-932D-C453-9647-FACCAE4AC630}"/>
          </ac:spMkLst>
        </pc:spChg>
        <pc:spChg chg="add del mod">
          <ac:chgData name="Ryfka Schafer" userId="318b1ac2-30d3-4beb-81ce-7e66308a1db1" providerId="ADAL" clId="{6ADB8242-FC07-4006-B08C-E5283FADA5DD}" dt="2026-04-09T16:21:23.614" v="858"/>
          <ac:spMkLst>
            <pc:docMk/>
            <pc:sldMk cId="446028650" sldId="295"/>
            <ac:spMk id="382" creationId="{488E3976-39E1-4EC2-32F1-9D7D1A4F391D}"/>
          </ac:spMkLst>
        </pc:spChg>
        <pc:spChg chg="add del mod topLvl">
          <ac:chgData name="Ryfka Schafer" userId="318b1ac2-30d3-4beb-81ce-7e66308a1db1" providerId="ADAL" clId="{6ADB8242-FC07-4006-B08C-E5283FADA5DD}" dt="2026-04-09T16:21:23.616" v="860"/>
          <ac:spMkLst>
            <pc:docMk/>
            <pc:sldMk cId="446028650" sldId="295"/>
            <ac:spMk id="383" creationId="{13E6A10D-6D0A-4176-0110-7F86CD62574E}"/>
          </ac:spMkLst>
        </pc:spChg>
        <pc:spChg chg="add del mod topLvl">
          <ac:chgData name="Ryfka Schafer" userId="318b1ac2-30d3-4beb-81ce-7e66308a1db1" providerId="ADAL" clId="{6ADB8242-FC07-4006-B08C-E5283FADA5DD}" dt="2026-04-09T16:21:23.616" v="862"/>
          <ac:spMkLst>
            <pc:docMk/>
            <pc:sldMk cId="446028650" sldId="295"/>
            <ac:spMk id="384" creationId="{F1F3249B-3FC3-3B22-B134-733BB6B3F2C7}"/>
          </ac:spMkLst>
        </pc:spChg>
        <pc:spChg chg="add del mod">
          <ac:chgData name="Ryfka Schafer" userId="318b1ac2-30d3-4beb-81ce-7e66308a1db1" providerId="ADAL" clId="{6ADB8242-FC07-4006-B08C-E5283FADA5DD}" dt="2026-04-09T16:21:23.618" v="864"/>
          <ac:spMkLst>
            <pc:docMk/>
            <pc:sldMk cId="446028650" sldId="295"/>
            <ac:spMk id="385" creationId="{CFA661BC-3D06-BDE3-5376-379AD87BE11A}"/>
          </ac:spMkLst>
        </pc:spChg>
        <pc:spChg chg="add del mod topLvl">
          <ac:chgData name="Ryfka Schafer" userId="318b1ac2-30d3-4beb-81ce-7e66308a1db1" providerId="ADAL" clId="{6ADB8242-FC07-4006-B08C-E5283FADA5DD}" dt="2026-04-09T16:21:23.620" v="866"/>
          <ac:spMkLst>
            <pc:docMk/>
            <pc:sldMk cId="446028650" sldId="295"/>
            <ac:spMk id="386" creationId="{2D227A2B-7762-5C74-A792-3350CC3B3B6A}"/>
          </ac:spMkLst>
        </pc:spChg>
        <pc:spChg chg="add del mod topLvl">
          <ac:chgData name="Ryfka Schafer" userId="318b1ac2-30d3-4beb-81ce-7e66308a1db1" providerId="ADAL" clId="{6ADB8242-FC07-4006-B08C-E5283FADA5DD}" dt="2026-04-09T16:21:23.622" v="868"/>
          <ac:spMkLst>
            <pc:docMk/>
            <pc:sldMk cId="446028650" sldId="295"/>
            <ac:spMk id="387" creationId="{251DD1DB-223C-DBCC-4E85-68F4420585F0}"/>
          </ac:spMkLst>
        </pc:spChg>
        <pc:spChg chg="add del mod">
          <ac:chgData name="Ryfka Schafer" userId="318b1ac2-30d3-4beb-81ce-7e66308a1db1" providerId="ADAL" clId="{6ADB8242-FC07-4006-B08C-E5283FADA5DD}" dt="2026-04-09T16:21:23.624" v="870"/>
          <ac:spMkLst>
            <pc:docMk/>
            <pc:sldMk cId="446028650" sldId="295"/>
            <ac:spMk id="388" creationId="{5282207F-B005-2286-525B-9243757F6DA8}"/>
          </ac:spMkLst>
        </pc:spChg>
        <pc:spChg chg="add del mod topLvl">
          <ac:chgData name="Ryfka Schafer" userId="318b1ac2-30d3-4beb-81ce-7e66308a1db1" providerId="ADAL" clId="{6ADB8242-FC07-4006-B08C-E5283FADA5DD}" dt="2026-04-09T16:21:23.624" v="872"/>
          <ac:spMkLst>
            <pc:docMk/>
            <pc:sldMk cId="446028650" sldId="295"/>
            <ac:spMk id="389" creationId="{6AAD3AA1-2490-37AB-73E9-0D287E6B589E}"/>
          </ac:spMkLst>
        </pc:spChg>
        <pc:spChg chg="add del mod topLvl">
          <ac:chgData name="Ryfka Schafer" userId="318b1ac2-30d3-4beb-81ce-7e66308a1db1" providerId="ADAL" clId="{6ADB8242-FC07-4006-B08C-E5283FADA5DD}" dt="2026-04-09T16:21:23.626" v="874"/>
          <ac:spMkLst>
            <pc:docMk/>
            <pc:sldMk cId="446028650" sldId="295"/>
            <ac:spMk id="390" creationId="{17260504-0C48-56DD-B663-3F8E940E52B3}"/>
          </ac:spMkLst>
        </pc:spChg>
        <pc:spChg chg="add del mod">
          <ac:chgData name="Ryfka Schafer" userId="318b1ac2-30d3-4beb-81ce-7e66308a1db1" providerId="ADAL" clId="{6ADB8242-FC07-4006-B08C-E5283FADA5DD}" dt="2026-04-09T16:21:23.628" v="876"/>
          <ac:spMkLst>
            <pc:docMk/>
            <pc:sldMk cId="446028650" sldId="295"/>
            <ac:spMk id="391" creationId="{5A160EAF-1DEE-0043-13FA-CCB96C1BA985}"/>
          </ac:spMkLst>
        </pc:spChg>
        <pc:spChg chg="add del mod topLvl">
          <ac:chgData name="Ryfka Schafer" userId="318b1ac2-30d3-4beb-81ce-7e66308a1db1" providerId="ADAL" clId="{6ADB8242-FC07-4006-B08C-E5283FADA5DD}" dt="2026-04-09T16:21:23.629" v="878"/>
          <ac:spMkLst>
            <pc:docMk/>
            <pc:sldMk cId="446028650" sldId="295"/>
            <ac:spMk id="392" creationId="{CF83579B-ED86-9707-A838-A33554E27651}"/>
          </ac:spMkLst>
        </pc:spChg>
        <pc:spChg chg="add del mod topLvl">
          <ac:chgData name="Ryfka Schafer" userId="318b1ac2-30d3-4beb-81ce-7e66308a1db1" providerId="ADAL" clId="{6ADB8242-FC07-4006-B08C-E5283FADA5DD}" dt="2026-04-09T16:21:23.631" v="880"/>
          <ac:spMkLst>
            <pc:docMk/>
            <pc:sldMk cId="446028650" sldId="295"/>
            <ac:spMk id="393" creationId="{C1D80000-710C-382C-A19E-7B2C6E6171F8}"/>
          </ac:spMkLst>
        </pc:spChg>
        <pc:spChg chg="add del mod">
          <ac:chgData name="Ryfka Schafer" userId="318b1ac2-30d3-4beb-81ce-7e66308a1db1" providerId="ADAL" clId="{6ADB8242-FC07-4006-B08C-E5283FADA5DD}" dt="2026-04-09T16:21:23.631" v="882"/>
          <ac:spMkLst>
            <pc:docMk/>
            <pc:sldMk cId="446028650" sldId="295"/>
            <ac:spMk id="394" creationId="{CD367E89-DE21-76C0-AEF2-1BC6B7C1A7BE}"/>
          </ac:spMkLst>
        </pc:spChg>
        <pc:spChg chg="add del mod topLvl">
          <ac:chgData name="Ryfka Schafer" userId="318b1ac2-30d3-4beb-81ce-7e66308a1db1" providerId="ADAL" clId="{6ADB8242-FC07-4006-B08C-E5283FADA5DD}" dt="2026-04-09T16:21:23.633" v="884"/>
          <ac:spMkLst>
            <pc:docMk/>
            <pc:sldMk cId="446028650" sldId="295"/>
            <ac:spMk id="395" creationId="{C983A9C4-5D38-4BC5-ADED-ED7ABF790C42}"/>
          </ac:spMkLst>
        </pc:spChg>
        <pc:spChg chg="add del mod">
          <ac:chgData name="Ryfka Schafer" userId="318b1ac2-30d3-4beb-81ce-7e66308a1db1" providerId="ADAL" clId="{6ADB8242-FC07-4006-B08C-E5283FADA5DD}" dt="2026-04-09T16:21:23.560" v="807"/>
          <ac:spMkLst>
            <pc:docMk/>
            <pc:sldMk cId="446028650" sldId="295"/>
            <ac:spMk id="397" creationId="{51BD9484-05A4-7F43-D4E6-8D2BCC77D7E5}"/>
          </ac:spMkLst>
        </pc:spChg>
        <pc:spChg chg="add del mod topLvl">
          <ac:chgData name="Ryfka Schafer" userId="318b1ac2-30d3-4beb-81ce-7e66308a1db1" providerId="ADAL" clId="{6ADB8242-FC07-4006-B08C-E5283FADA5DD}" dt="2026-04-09T16:21:23.560" v="809"/>
          <ac:spMkLst>
            <pc:docMk/>
            <pc:sldMk cId="446028650" sldId="295"/>
            <ac:spMk id="398" creationId="{1B6289D8-F32B-458D-4E82-4D13055D17D6}"/>
          </ac:spMkLst>
        </pc:spChg>
        <pc:spChg chg="add del mod">
          <ac:chgData name="Ryfka Schafer" userId="318b1ac2-30d3-4beb-81ce-7e66308a1db1" providerId="ADAL" clId="{6ADB8242-FC07-4006-B08C-E5283FADA5DD}" dt="2026-04-09T16:21:23.565" v="811"/>
          <ac:spMkLst>
            <pc:docMk/>
            <pc:sldMk cId="446028650" sldId="295"/>
            <ac:spMk id="399" creationId="{C4665F50-A4BB-6C9C-14E3-F34A28B7314A}"/>
          </ac:spMkLst>
        </pc:spChg>
        <pc:spChg chg="add del mod topLvl">
          <ac:chgData name="Ryfka Schafer" userId="318b1ac2-30d3-4beb-81ce-7e66308a1db1" providerId="ADAL" clId="{6ADB8242-FC07-4006-B08C-E5283FADA5DD}" dt="2026-04-09T16:21:23.565" v="813"/>
          <ac:spMkLst>
            <pc:docMk/>
            <pc:sldMk cId="446028650" sldId="295"/>
            <ac:spMk id="400" creationId="{3A70CA92-4572-A841-AEA6-0BA6C880CD15}"/>
          </ac:spMkLst>
        </pc:spChg>
        <pc:spChg chg="add del mod">
          <ac:chgData name="Ryfka Schafer" userId="318b1ac2-30d3-4beb-81ce-7e66308a1db1" providerId="ADAL" clId="{6ADB8242-FC07-4006-B08C-E5283FADA5DD}" dt="2026-04-09T16:21:23.568" v="815"/>
          <ac:spMkLst>
            <pc:docMk/>
            <pc:sldMk cId="446028650" sldId="295"/>
            <ac:spMk id="401" creationId="{2BA87855-B61E-8704-06D0-86580540C907}"/>
          </ac:spMkLst>
        </pc:spChg>
        <pc:spChg chg="add del mod">
          <ac:chgData name="Ryfka Schafer" userId="318b1ac2-30d3-4beb-81ce-7e66308a1db1" providerId="ADAL" clId="{6ADB8242-FC07-4006-B08C-E5283FADA5DD}" dt="2026-04-09T16:21:23.573" v="817"/>
          <ac:spMkLst>
            <pc:docMk/>
            <pc:sldMk cId="446028650" sldId="295"/>
            <ac:spMk id="402" creationId="{532899ED-42D4-D651-C698-D39648D3BDA1}"/>
          </ac:spMkLst>
        </pc:spChg>
        <pc:spChg chg="add del mod">
          <ac:chgData name="Ryfka Schafer" userId="318b1ac2-30d3-4beb-81ce-7e66308a1db1" providerId="ADAL" clId="{6ADB8242-FC07-4006-B08C-E5283FADA5DD}" dt="2026-04-09T16:21:23.573" v="819"/>
          <ac:spMkLst>
            <pc:docMk/>
            <pc:sldMk cId="446028650" sldId="295"/>
            <ac:spMk id="403" creationId="{6DF314D1-CFE7-E6CB-2D41-FDCC44B1CDE5}"/>
          </ac:spMkLst>
        </pc:spChg>
        <pc:spChg chg="add del mod">
          <ac:chgData name="Ryfka Schafer" userId="318b1ac2-30d3-4beb-81ce-7e66308a1db1" providerId="ADAL" clId="{6ADB8242-FC07-4006-B08C-E5283FADA5DD}" dt="2026-04-09T16:21:23.576" v="821"/>
          <ac:spMkLst>
            <pc:docMk/>
            <pc:sldMk cId="446028650" sldId="295"/>
            <ac:spMk id="404" creationId="{FFFDACE9-F1B0-1532-3FCC-7E6486414663}"/>
          </ac:spMkLst>
        </pc:spChg>
        <pc:spChg chg="add del mod">
          <ac:chgData name="Ryfka Schafer" userId="318b1ac2-30d3-4beb-81ce-7e66308a1db1" providerId="ADAL" clId="{6ADB8242-FC07-4006-B08C-E5283FADA5DD}" dt="2026-04-09T16:21:23.580" v="823"/>
          <ac:spMkLst>
            <pc:docMk/>
            <pc:sldMk cId="446028650" sldId="295"/>
            <ac:spMk id="405" creationId="{AEF61BD2-EF3A-1690-F95D-4E960616FB50}"/>
          </ac:spMkLst>
        </pc:spChg>
        <pc:spChg chg="add del mod topLvl">
          <ac:chgData name="Ryfka Schafer" userId="318b1ac2-30d3-4beb-81ce-7e66308a1db1" providerId="ADAL" clId="{6ADB8242-FC07-4006-B08C-E5283FADA5DD}" dt="2026-04-09T16:21:23.580" v="825"/>
          <ac:spMkLst>
            <pc:docMk/>
            <pc:sldMk cId="446028650" sldId="295"/>
            <ac:spMk id="406" creationId="{E970101E-552D-9667-0342-9A6320FA8E3E}"/>
          </ac:spMkLst>
        </pc:spChg>
        <pc:spChg chg="add del mod topLvl">
          <ac:chgData name="Ryfka Schafer" userId="318b1ac2-30d3-4beb-81ce-7e66308a1db1" providerId="ADAL" clId="{6ADB8242-FC07-4006-B08C-E5283FADA5DD}" dt="2026-04-09T16:21:23.584" v="827"/>
          <ac:spMkLst>
            <pc:docMk/>
            <pc:sldMk cId="446028650" sldId="295"/>
            <ac:spMk id="407" creationId="{1B3B818A-D85C-07F8-1A7A-BD9D9486292C}"/>
          </ac:spMkLst>
        </pc:spChg>
        <pc:spChg chg="add del mod">
          <ac:chgData name="Ryfka Schafer" userId="318b1ac2-30d3-4beb-81ce-7e66308a1db1" providerId="ADAL" clId="{6ADB8242-FC07-4006-B08C-E5283FADA5DD}" dt="2026-04-09T16:21:23.586" v="829"/>
          <ac:spMkLst>
            <pc:docMk/>
            <pc:sldMk cId="446028650" sldId="295"/>
            <ac:spMk id="408" creationId="{C98752BA-5F8C-7635-FBA2-C874CC5143BA}"/>
          </ac:spMkLst>
        </pc:spChg>
        <pc:spChg chg="add del mod">
          <ac:chgData name="Ryfka Schafer" userId="318b1ac2-30d3-4beb-81ce-7e66308a1db1" providerId="ADAL" clId="{6ADB8242-FC07-4006-B08C-E5283FADA5DD}" dt="2026-04-09T16:21:23.588" v="831"/>
          <ac:spMkLst>
            <pc:docMk/>
            <pc:sldMk cId="446028650" sldId="295"/>
            <ac:spMk id="409" creationId="{536E0808-8AC0-4033-73BC-A5E51CC1FD9B}"/>
          </ac:spMkLst>
        </pc:spChg>
        <pc:spChg chg="add del mod">
          <ac:chgData name="Ryfka Schafer" userId="318b1ac2-30d3-4beb-81ce-7e66308a1db1" providerId="ADAL" clId="{6ADB8242-FC07-4006-B08C-E5283FADA5DD}" dt="2026-04-09T16:21:23.592" v="833"/>
          <ac:spMkLst>
            <pc:docMk/>
            <pc:sldMk cId="446028650" sldId="295"/>
            <ac:spMk id="410" creationId="{80E1AD34-6610-AE46-1DA8-398AA377C024}"/>
          </ac:spMkLst>
        </pc:spChg>
        <pc:spChg chg="add del mod topLvl">
          <ac:chgData name="Ryfka Schafer" userId="318b1ac2-30d3-4beb-81ce-7e66308a1db1" providerId="ADAL" clId="{6ADB8242-FC07-4006-B08C-E5283FADA5DD}" dt="2026-04-09T16:21:23.594" v="835"/>
          <ac:spMkLst>
            <pc:docMk/>
            <pc:sldMk cId="446028650" sldId="295"/>
            <ac:spMk id="411" creationId="{DDA9BD30-89D1-572C-8F3C-2E88598ECAD6}"/>
          </ac:spMkLst>
        </pc:spChg>
        <pc:spChg chg="add del mod">
          <ac:chgData name="Ryfka Schafer" userId="318b1ac2-30d3-4beb-81ce-7e66308a1db1" providerId="ADAL" clId="{6ADB8242-FC07-4006-B08C-E5283FADA5DD}" dt="2026-04-09T16:21:23.596" v="837"/>
          <ac:spMkLst>
            <pc:docMk/>
            <pc:sldMk cId="446028650" sldId="295"/>
            <ac:spMk id="412" creationId="{1BE9CE07-6706-6134-04E7-840AF4F9076B}"/>
          </ac:spMkLst>
        </pc:spChg>
        <pc:spChg chg="add del mod topLvl">
          <ac:chgData name="Ryfka Schafer" userId="318b1ac2-30d3-4beb-81ce-7e66308a1db1" providerId="ADAL" clId="{6ADB8242-FC07-4006-B08C-E5283FADA5DD}" dt="2026-04-09T16:21:23.598" v="839"/>
          <ac:spMkLst>
            <pc:docMk/>
            <pc:sldMk cId="446028650" sldId="295"/>
            <ac:spMk id="413" creationId="{A0D077B7-29B6-B880-C212-7B4EF09158B9}"/>
          </ac:spMkLst>
        </pc:spChg>
        <pc:spChg chg="add del mod">
          <ac:chgData name="Ryfka Schafer" userId="318b1ac2-30d3-4beb-81ce-7e66308a1db1" providerId="ADAL" clId="{6ADB8242-FC07-4006-B08C-E5283FADA5DD}" dt="2026-04-09T16:21:23.600" v="841"/>
          <ac:spMkLst>
            <pc:docMk/>
            <pc:sldMk cId="446028650" sldId="295"/>
            <ac:spMk id="414" creationId="{DE9C2D63-9964-DF03-0D0B-8CE5065E7A29}"/>
          </ac:spMkLst>
        </pc:spChg>
        <pc:spChg chg="add del mod topLvl">
          <ac:chgData name="Ryfka Schafer" userId="318b1ac2-30d3-4beb-81ce-7e66308a1db1" providerId="ADAL" clId="{6ADB8242-FC07-4006-B08C-E5283FADA5DD}" dt="2026-04-09T16:21:23.602" v="843"/>
          <ac:spMkLst>
            <pc:docMk/>
            <pc:sldMk cId="446028650" sldId="295"/>
            <ac:spMk id="415" creationId="{ACE59D2F-9DA5-7D65-7EA3-E5BB2D372ADA}"/>
          </ac:spMkLst>
        </pc:spChg>
        <pc:spChg chg="add del mod">
          <ac:chgData name="Ryfka Schafer" userId="318b1ac2-30d3-4beb-81ce-7e66308a1db1" providerId="ADAL" clId="{6ADB8242-FC07-4006-B08C-E5283FADA5DD}" dt="2026-04-09T16:21:23.602" v="845"/>
          <ac:spMkLst>
            <pc:docMk/>
            <pc:sldMk cId="446028650" sldId="295"/>
            <ac:spMk id="416" creationId="{B6D5E8A2-A3AC-1CE9-0E92-33932A51119A}"/>
          </ac:spMkLst>
        </pc:spChg>
        <pc:spChg chg="add del mod">
          <ac:chgData name="Ryfka Schafer" userId="318b1ac2-30d3-4beb-81ce-7e66308a1db1" providerId="ADAL" clId="{6ADB8242-FC07-4006-B08C-E5283FADA5DD}" dt="2026-04-09T16:21:23.604" v="847"/>
          <ac:spMkLst>
            <pc:docMk/>
            <pc:sldMk cId="446028650" sldId="295"/>
            <ac:spMk id="417" creationId="{FD812D50-363C-370F-1054-B3F6AED058E9}"/>
          </ac:spMkLst>
        </pc:spChg>
        <pc:spChg chg="add del mod topLvl">
          <ac:chgData name="Ryfka Schafer" userId="318b1ac2-30d3-4beb-81ce-7e66308a1db1" providerId="ADAL" clId="{6ADB8242-FC07-4006-B08C-E5283FADA5DD}" dt="2026-04-09T16:21:23.606" v="849"/>
          <ac:spMkLst>
            <pc:docMk/>
            <pc:sldMk cId="446028650" sldId="295"/>
            <ac:spMk id="418" creationId="{CE7C1B4D-EBBC-BE5F-112A-883086C31FB5}"/>
          </ac:spMkLst>
        </pc:spChg>
        <pc:spChg chg="add del mod topLvl">
          <ac:chgData name="Ryfka Schafer" userId="318b1ac2-30d3-4beb-81ce-7e66308a1db1" providerId="ADAL" clId="{6ADB8242-FC07-4006-B08C-E5283FADA5DD}" dt="2026-04-09T16:21:23.608" v="851"/>
          <ac:spMkLst>
            <pc:docMk/>
            <pc:sldMk cId="446028650" sldId="295"/>
            <ac:spMk id="419" creationId="{756B135A-EE29-C6E9-EC97-1212CC015360}"/>
          </ac:spMkLst>
        </pc:spChg>
        <pc:spChg chg="add del mod topLvl">
          <ac:chgData name="Ryfka Schafer" userId="318b1ac2-30d3-4beb-81ce-7e66308a1db1" providerId="ADAL" clId="{6ADB8242-FC07-4006-B08C-E5283FADA5DD}" dt="2026-04-09T16:21:23.610" v="853"/>
          <ac:spMkLst>
            <pc:docMk/>
            <pc:sldMk cId="446028650" sldId="295"/>
            <ac:spMk id="420" creationId="{FA991AA1-BFE0-E711-464C-A9BD657830E7}"/>
          </ac:spMkLst>
        </pc:spChg>
        <pc:spChg chg="add mod">
          <ac:chgData name="Ryfka Schafer" userId="318b1ac2-30d3-4beb-81ce-7e66308a1db1" providerId="ADAL" clId="{6ADB8242-FC07-4006-B08C-E5283FADA5DD}" dt="2026-04-09T16:21:30.066" v="943"/>
          <ac:spMkLst>
            <pc:docMk/>
            <pc:sldMk cId="446028650" sldId="295"/>
            <ac:spMk id="422" creationId="{A9FAF680-ADCA-3C82-1402-1CDA1C103C6A}"/>
          </ac:spMkLst>
        </pc:spChg>
        <pc:spChg chg="add mod">
          <ac:chgData name="Ryfka Schafer" userId="318b1ac2-30d3-4beb-81ce-7e66308a1db1" providerId="ADAL" clId="{6ADB8242-FC07-4006-B08C-E5283FADA5DD}" dt="2026-04-09T16:21:30.067" v="947"/>
          <ac:spMkLst>
            <pc:docMk/>
            <pc:sldMk cId="446028650" sldId="295"/>
            <ac:spMk id="423" creationId="{EDFBD54F-D100-ABEB-EF92-6AD608FB35CD}"/>
          </ac:spMkLst>
        </pc:spChg>
        <pc:spChg chg="add mod">
          <ac:chgData name="Ryfka Schafer" userId="318b1ac2-30d3-4beb-81ce-7e66308a1db1" providerId="ADAL" clId="{6ADB8242-FC07-4006-B08C-E5283FADA5DD}" dt="2026-04-09T16:21:30.071" v="951"/>
          <ac:spMkLst>
            <pc:docMk/>
            <pc:sldMk cId="446028650" sldId="295"/>
            <ac:spMk id="424" creationId="{B66563EB-F0A2-CBA1-CC7B-05611FE7FAE5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25" creationId="{8EC14650-ED01-C433-B00D-11310FA797BF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26" creationId="{ACF1F092-5CBA-4B57-38F1-304E86E61E41}"/>
          </ac:spMkLst>
        </pc:spChg>
        <pc:spChg chg="add mod">
          <ac:chgData name="Ryfka Schafer" userId="318b1ac2-30d3-4beb-81ce-7e66308a1db1" providerId="ADAL" clId="{6ADB8242-FC07-4006-B08C-E5283FADA5DD}" dt="2026-04-09T16:21:30.081" v="963"/>
          <ac:spMkLst>
            <pc:docMk/>
            <pc:sldMk cId="446028650" sldId="295"/>
            <ac:spMk id="427" creationId="{AD7511AD-52F6-9862-A567-B14B1BEF6FA7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28" creationId="{E0D9FEA2-B597-6532-D9E8-DB9BBF1AEC39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29" creationId="{17271FA4-960D-FDDA-04E9-A0DB7A9B6EA8}"/>
          </ac:spMkLst>
        </pc:spChg>
        <pc:spChg chg="add mod">
          <ac:chgData name="Ryfka Schafer" userId="318b1ac2-30d3-4beb-81ce-7e66308a1db1" providerId="ADAL" clId="{6ADB8242-FC07-4006-B08C-E5283FADA5DD}" dt="2026-04-09T16:21:30.089" v="975"/>
          <ac:spMkLst>
            <pc:docMk/>
            <pc:sldMk cId="446028650" sldId="295"/>
            <ac:spMk id="430" creationId="{D625E9F7-D91C-1B27-3A4F-499AA1575107}"/>
          </ac:spMkLst>
        </pc:spChg>
        <pc:spChg chg="add mod">
          <ac:chgData name="Ryfka Schafer" userId="318b1ac2-30d3-4beb-81ce-7e66308a1db1" providerId="ADAL" clId="{6ADB8242-FC07-4006-B08C-E5283FADA5DD}" dt="2026-04-09T16:21:30.093" v="979"/>
          <ac:spMkLst>
            <pc:docMk/>
            <pc:sldMk cId="446028650" sldId="295"/>
            <ac:spMk id="431" creationId="{6FF0A256-8DF8-3B11-1CED-98E4E7A4F6B0}"/>
          </ac:spMkLst>
        </pc:spChg>
        <pc:spChg chg="add mod">
          <ac:chgData name="Ryfka Schafer" userId="318b1ac2-30d3-4beb-81ce-7e66308a1db1" providerId="ADAL" clId="{6ADB8242-FC07-4006-B08C-E5283FADA5DD}" dt="2026-04-09T16:21:30.095" v="983"/>
          <ac:spMkLst>
            <pc:docMk/>
            <pc:sldMk cId="446028650" sldId="295"/>
            <ac:spMk id="432" creationId="{F37BB7C5-A613-081B-140E-1BCB0373CCE1}"/>
          </ac:spMkLst>
        </pc:spChg>
        <pc:spChg chg="add mod">
          <ac:chgData name="Ryfka Schafer" userId="318b1ac2-30d3-4beb-81ce-7e66308a1db1" providerId="ADAL" clId="{6ADB8242-FC07-4006-B08C-E5283FADA5DD}" dt="2026-04-09T16:21:30.099" v="987"/>
          <ac:spMkLst>
            <pc:docMk/>
            <pc:sldMk cId="446028650" sldId="295"/>
            <ac:spMk id="433" creationId="{22AFCA28-1CC4-9094-904A-5990964AA14D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34" creationId="{56C91174-79E0-7B6E-6A07-33E198CBDB25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35" creationId="{F9FDDF5F-15BE-FF9A-7233-338555E7F765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36" creationId="{CCC1B35E-C9ED-C0C1-8435-8311F5E9F8E9}"/>
          </ac:spMkLst>
        </pc:spChg>
        <pc:spChg chg="add mod">
          <ac:chgData name="Ryfka Schafer" userId="318b1ac2-30d3-4beb-81ce-7e66308a1db1" providerId="ADAL" clId="{6ADB8242-FC07-4006-B08C-E5283FADA5DD}" dt="2026-04-09T16:21:30.111" v="1003"/>
          <ac:spMkLst>
            <pc:docMk/>
            <pc:sldMk cId="446028650" sldId="295"/>
            <ac:spMk id="437" creationId="{55B79CC7-D69B-6053-1E7A-EFEBF550B91C}"/>
          </ac:spMkLst>
        </pc:spChg>
        <pc:spChg chg="add mod">
          <ac:chgData name="Ryfka Schafer" userId="318b1ac2-30d3-4beb-81ce-7e66308a1db1" providerId="ADAL" clId="{6ADB8242-FC07-4006-B08C-E5283FADA5DD}" dt="2026-04-09T16:21:30.115" v="1007"/>
          <ac:spMkLst>
            <pc:docMk/>
            <pc:sldMk cId="446028650" sldId="295"/>
            <ac:spMk id="438" creationId="{7A2C68BC-10B9-97B4-1A4D-1A8429129751}"/>
          </ac:spMkLst>
        </pc:spChg>
        <pc:spChg chg="add mod">
          <ac:chgData name="Ryfka Schafer" userId="318b1ac2-30d3-4beb-81ce-7e66308a1db1" providerId="ADAL" clId="{6ADB8242-FC07-4006-B08C-E5283FADA5DD}" dt="2026-04-09T16:21:30.119" v="1011"/>
          <ac:spMkLst>
            <pc:docMk/>
            <pc:sldMk cId="446028650" sldId="295"/>
            <ac:spMk id="439" creationId="{1536D920-3519-3A85-B345-5274F6ACEF55}"/>
          </ac:spMkLst>
        </pc:spChg>
        <pc:spChg chg="add mod">
          <ac:chgData name="Ryfka Schafer" userId="318b1ac2-30d3-4beb-81ce-7e66308a1db1" providerId="ADAL" clId="{6ADB8242-FC07-4006-B08C-E5283FADA5DD}" dt="2026-04-09T16:21:30.121" v="1015"/>
          <ac:spMkLst>
            <pc:docMk/>
            <pc:sldMk cId="446028650" sldId="295"/>
            <ac:spMk id="440" creationId="{5153D372-0C61-A7C1-0F1D-C219E68393F8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41" creationId="{3130BDB0-8E96-3E0B-031F-9B782D6C267E}"/>
          </ac:spMkLst>
        </pc:spChg>
        <pc:spChg chg="add mod">
          <ac:chgData name="Ryfka Schafer" userId="318b1ac2-30d3-4beb-81ce-7e66308a1db1" providerId="ADAL" clId="{6ADB8242-FC07-4006-B08C-E5283FADA5DD}" dt="2026-04-09T16:21:30.128" v="1023"/>
          <ac:spMkLst>
            <pc:docMk/>
            <pc:sldMk cId="446028650" sldId="295"/>
            <ac:spMk id="442" creationId="{D5ADC835-0219-533F-16E5-6D7A9E09BD4B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43" creationId="{74F3563F-DFE8-D0C1-13EC-96CCA8D84C26}"/>
          </ac:spMkLst>
        </pc:spChg>
        <pc:spChg chg="add mod">
          <ac:chgData name="Ryfka Schafer" userId="318b1ac2-30d3-4beb-81ce-7e66308a1db1" providerId="ADAL" clId="{6ADB8242-FC07-4006-B08C-E5283FADA5DD}" dt="2026-04-09T16:21:30.138" v="1036"/>
          <ac:spMkLst>
            <pc:docMk/>
            <pc:sldMk cId="446028650" sldId="295"/>
            <ac:spMk id="444" creationId="{665BEC71-3F94-1179-C09A-4F95702B6C0A}"/>
          </ac:spMkLst>
        </pc:spChg>
        <pc:spChg chg="add mod">
          <ac:chgData name="Ryfka Schafer" userId="318b1ac2-30d3-4beb-81ce-7e66308a1db1" providerId="ADAL" clId="{6ADB8242-FC07-4006-B08C-E5283FADA5DD}" dt="2026-04-09T16:21:30.138" v="1035"/>
          <ac:spMkLst>
            <pc:docMk/>
            <pc:sldMk cId="446028650" sldId="295"/>
            <ac:spMk id="445" creationId="{0570C434-5668-E07B-E7AD-CEE2B2D00BC2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47" creationId="{5E753B53-25A6-9CB7-F1EC-FA229F231FE4}"/>
          </ac:spMkLst>
        </pc:spChg>
        <pc:spChg chg="add mod">
          <ac:chgData name="Ryfka Schafer" userId="318b1ac2-30d3-4beb-81ce-7e66308a1db1" providerId="ADAL" clId="{6ADB8242-FC07-4006-B08C-E5283FADA5DD}" dt="2026-04-09T16:21:30.146" v="1045"/>
          <ac:spMkLst>
            <pc:docMk/>
            <pc:sldMk cId="446028650" sldId="295"/>
            <ac:spMk id="448" creationId="{6EE5BA61-0A55-2A92-A3CD-3AA0F4C1D7E4}"/>
          </ac:spMkLst>
        </pc:spChg>
        <pc:spChg chg="add mod">
          <ac:chgData name="Ryfka Schafer" userId="318b1ac2-30d3-4beb-81ce-7e66308a1db1" providerId="ADAL" clId="{6ADB8242-FC07-4006-B08C-E5283FADA5DD}" dt="2026-04-09T16:21:30.149" v="1049"/>
          <ac:spMkLst>
            <pc:docMk/>
            <pc:sldMk cId="446028650" sldId="295"/>
            <ac:spMk id="449" creationId="{49FA4197-F542-6A2A-1891-78347B52CE7E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0" creationId="{1CB4A6F9-8FA4-6F05-BFCB-E723ACDA49AE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1" creationId="{3DD24B9D-BCEB-51B2-B7B4-E95F6A01C4D3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2" creationId="{B87CF7E8-1C9B-EEC1-47BC-75F3BD699EA6}"/>
          </ac:spMkLst>
        </pc:spChg>
        <pc:spChg chg="add mod">
          <ac:chgData name="Ryfka Schafer" userId="318b1ac2-30d3-4beb-81ce-7e66308a1db1" providerId="ADAL" clId="{6ADB8242-FC07-4006-B08C-E5283FADA5DD}" dt="2026-04-09T16:21:30.161" v="1065"/>
          <ac:spMkLst>
            <pc:docMk/>
            <pc:sldMk cId="446028650" sldId="295"/>
            <ac:spMk id="453" creationId="{6614B3D5-AE1A-D347-E2F0-31E681A6FEB0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4" creationId="{A6872843-16AB-28CC-FF99-4DDEC5867710}"/>
          </ac:spMkLst>
        </pc:spChg>
        <pc:spChg chg="add mod">
          <ac:chgData name="Ryfka Schafer" userId="318b1ac2-30d3-4beb-81ce-7e66308a1db1" providerId="ADAL" clId="{6ADB8242-FC07-4006-B08C-E5283FADA5DD}" dt="2026-04-09T16:21:30.166" v="1073"/>
          <ac:spMkLst>
            <pc:docMk/>
            <pc:sldMk cId="446028650" sldId="295"/>
            <ac:spMk id="455" creationId="{3BA50923-478C-EE62-0064-61061E7F32F0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6" creationId="{8AAB83FB-0CBA-C522-B647-D9F56D3CB6C7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7" creationId="{DC0AAB1C-93ED-C6F7-5189-102A7569E095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8" creationId="{BCAB2FF5-FF46-A880-8368-45EE7AC31158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59" creationId="{1FB9E99E-CD4D-FFEF-5228-B8B795722F50}"/>
          </ac:spMkLst>
        </pc:spChg>
        <pc:spChg chg="add mod">
          <ac:chgData name="Ryfka Schafer" userId="318b1ac2-30d3-4beb-81ce-7e66308a1db1" providerId="ADAL" clId="{6ADB8242-FC07-4006-B08C-E5283FADA5DD}" dt="2026-04-09T16:21:30.187" v="1098"/>
          <ac:spMkLst>
            <pc:docMk/>
            <pc:sldMk cId="446028650" sldId="295"/>
            <ac:spMk id="460" creationId="{2330968A-9984-1915-FE70-3E4F89D95F7D}"/>
          </ac:spMkLst>
        </pc:spChg>
        <pc:spChg chg="add mod">
          <ac:chgData name="Ryfka Schafer" userId="318b1ac2-30d3-4beb-81ce-7e66308a1db1" providerId="ADAL" clId="{6ADB8242-FC07-4006-B08C-E5283FADA5DD}" dt="2026-04-09T16:21:30.185" v="1097"/>
          <ac:spMkLst>
            <pc:docMk/>
            <pc:sldMk cId="446028650" sldId="295"/>
            <ac:spMk id="461" creationId="{7FADBF87-C261-90EF-3EA9-D516429BD725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3" creationId="{FCFBF979-135C-C952-804A-28337206C8BD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4" creationId="{5908FD36-368E-FAE2-6B4C-77E1F33E8F56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5" creationId="{6B751D41-5F21-7EDC-6465-713E1E2A6E8F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6" creationId="{ACEF9B6B-91B1-8598-53B1-BC649D5A1A64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7" creationId="{53E3D64C-7723-7443-A146-1205719719CE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8" creationId="{0956778F-6E22-2F73-A10E-B677826ACCDA}"/>
          </ac:spMkLst>
        </pc:spChg>
        <pc:spChg chg="add mod">
          <ac:chgData name="Ryfka Schafer" userId="318b1ac2-30d3-4beb-81ce-7e66308a1db1" providerId="ADAL" clId="{6ADB8242-FC07-4006-B08C-E5283FADA5DD}" dt="2026-04-09T16:21:30.209" v="1128"/>
          <ac:spMkLst>
            <pc:docMk/>
            <pc:sldMk cId="446028650" sldId="295"/>
            <ac:spMk id="469" creationId="{D27AD3FD-5796-0A08-A140-1E23F0BDE99C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1" creationId="{55B08D30-2BA7-D45F-468B-E278F179DE1F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2" creationId="{F68BC115-6AD8-E8A5-3D47-D62BE231EC8F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3" creationId="{40E18A7B-044A-0026-CD29-21CF30D46A19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4" creationId="{678375D7-E4FB-688E-49CC-18D5A1D8CBDB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5" creationId="{EDA9B2CB-2417-D541-6112-523891D81664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6" creationId="{B88C55AE-ABD4-171D-7EE7-2D05189D6DB3}"/>
          </ac:spMkLst>
        </pc:spChg>
        <pc:spChg chg="add mod">
          <ac:chgData name="Ryfka Schafer" userId="318b1ac2-30d3-4beb-81ce-7e66308a1db1" providerId="ADAL" clId="{6ADB8242-FC07-4006-B08C-E5283FADA5DD}" dt="2026-04-09T16:21:30.230" v="1158"/>
          <ac:spMkLst>
            <pc:docMk/>
            <pc:sldMk cId="446028650" sldId="295"/>
            <ac:spMk id="477" creationId="{69EA1B37-E353-D2B1-A9E3-B940E4BA3E82}"/>
          </ac:spMkLst>
        </pc:spChg>
        <pc:spChg chg="add mod">
          <ac:chgData name="Ryfka Schafer" userId="318b1ac2-30d3-4beb-81ce-7e66308a1db1" providerId="ADAL" clId="{6ADB8242-FC07-4006-B08C-E5283FADA5DD}" dt="2026-04-09T16:21:30.230" v="1163"/>
          <ac:spMkLst>
            <pc:docMk/>
            <pc:sldMk cId="446028650" sldId="295"/>
            <ac:spMk id="479" creationId="{6DB701AF-5739-BBFF-AC96-661BA88D6118}"/>
          </ac:spMkLst>
        </pc:spChg>
        <pc:spChg chg="add mod">
          <ac:chgData name="Ryfka Schafer" userId="318b1ac2-30d3-4beb-81ce-7e66308a1db1" providerId="ADAL" clId="{6ADB8242-FC07-4006-B08C-E5283FADA5DD}" dt="2026-04-09T16:21:30.241" v="1167"/>
          <ac:spMkLst>
            <pc:docMk/>
            <pc:sldMk cId="446028650" sldId="295"/>
            <ac:spMk id="480" creationId="{50BAA859-A74F-48BE-8A70-3F0F30421D45}"/>
          </ac:spMkLst>
        </pc:spChg>
        <pc:spChg chg="add mod">
          <ac:chgData name="Ryfka Schafer" userId="318b1ac2-30d3-4beb-81ce-7e66308a1db1" providerId="ADAL" clId="{6ADB8242-FC07-4006-B08C-E5283FADA5DD}" dt="2026-04-09T16:21:30.241" v="1171"/>
          <ac:spMkLst>
            <pc:docMk/>
            <pc:sldMk cId="446028650" sldId="295"/>
            <ac:spMk id="481" creationId="{FFACCB76-A623-E491-CD58-351DABBA28A2}"/>
          </ac:spMkLst>
        </pc:spChg>
        <pc:spChg chg="add mod">
          <ac:chgData name="Ryfka Schafer" userId="318b1ac2-30d3-4beb-81ce-7e66308a1db1" providerId="ADAL" clId="{6ADB8242-FC07-4006-B08C-E5283FADA5DD}" dt="2026-04-09T16:21:30.248" v="1175"/>
          <ac:spMkLst>
            <pc:docMk/>
            <pc:sldMk cId="446028650" sldId="295"/>
            <ac:spMk id="482" creationId="{31A29DC3-EA4B-73F4-FD3D-A6F23EBB4138}"/>
          </ac:spMkLst>
        </pc:spChg>
        <pc:spChg chg="add mod">
          <ac:chgData name="Ryfka Schafer" userId="318b1ac2-30d3-4beb-81ce-7e66308a1db1" providerId="ADAL" clId="{6ADB8242-FC07-4006-B08C-E5283FADA5DD}" dt="2026-04-09T16:21:30.248" v="1179"/>
          <ac:spMkLst>
            <pc:docMk/>
            <pc:sldMk cId="446028650" sldId="295"/>
            <ac:spMk id="483" creationId="{DB109D02-F170-69F3-74E6-FF8836FF311F}"/>
          </ac:spMkLst>
        </pc:spChg>
        <pc:spChg chg="add mod">
          <ac:chgData name="Ryfka Schafer" userId="318b1ac2-30d3-4beb-81ce-7e66308a1db1" providerId="ADAL" clId="{6ADB8242-FC07-4006-B08C-E5283FADA5DD}" dt="2026-04-09T16:21:30.257" v="1183"/>
          <ac:spMkLst>
            <pc:docMk/>
            <pc:sldMk cId="446028650" sldId="295"/>
            <ac:spMk id="484" creationId="{C2526F27-B1AE-9DEE-9FED-0A10F4679AD8}"/>
          </ac:spMkLst>
        </pc:spChg>
        <pc:spChg chg="add mod">
          <ac:chgData name="Ryfka Schafer" userId="318b1ac2-30d3-4beb-81ce-7e66308a1db1" providerId="ADAL" clId="{6ADB8242-FC07-4006-B08C-E5283FADA5DD}" dt="2026-04-09T16:21:30.257" v="1187"/>
          <ac:spMkLst>
            <pc:docMk/>
            <pc:sldMk cId="446028650" sldId="295"/>
            <ac:spMk id="485" creationId="{2233F04F-215F-D69F-5420-F9C468963C85}"/>
          </ac:spMkLst>
        </pc:spChg>
        <pc:spChg chg="add mod">
          <ac:chgData name="Ryfka Schafer" userId="318b1ac2-30d3-4beb-81ce-7e66308a1db1" providerId="ADAL" clId="{6ADB8242-FC07-4006-B08C-E5283FADA5DD}" dt="2026-04-09T16:21:30.257" v="1191"/>
          <ac:spMkLst>
            <pc:docMk/>
            <pc:sldMk cId="446028650" sldId="295"/>
            <ac:spMk id="486" creationId="{E42B9909-E906-F7F4-A868-A8577C63A65A}"/>
          </ac:spMkLst>
        </pc:spChg>
        <pc:spChg chg="add mod">
          <ac:chgData name="Ryfka Schafer" userId="318b1ac2-30d3-4beb-81ce-7e66308a1db1" providerId="ADAL" clId="{6ADB8242-FC07-4006-B08C-E5283FADA5DD}" dt="2026-04-09T16:21:30.283" v="1204"/>
          <ac:spMkLst>
            <pc:docMk/>
            <pc:sldMk cId="446028650" sldId="295"/>
            <ac:spMk id="487" creationId="{B2B41CAA-E963-6EE5-869B-C5BFC900AE36}"/>
          </ac:spMkLst>
        </pc:spChg>
        <pc:spChg chg="add mod">
          <ac:chgData name="Ryfka Schafer" userId="318b1ac2-30d3-4beb-81ce-7e66308a1db1" providerId="ADAL" clId="{6ADB8242-FC07-4006-B08C-E5283FADA5DD}" dt="2026-04-09T16:21:30.283" v="1204"/>
          <ac:spMkLst>
            <pc:docMk/>
            <pc:sldMk cId="446028650" sldId="295"/>
            <ac:spMk id="488" creationId="{AC4A08CC-9C39-0B4A-A24A-B0778095CDB6}"/>
          </ac:spMkLst>
        </pc:spChg>
        <pc:spChg chg="add mod">
          <ac:chgData name="Ryfka Schafer" userId="318b1ac2-30d3-4beb-81ce-7e66308a1db1" providerId="ADAL" clId="{6ADB8242-FC07-4006-B08C-E5283FADA5DD}" dt="2026-04-09T16:21:30.283" v="1204"/>
          <ac:spMkLst>
            <pc:docMk/>
            <pc:sldMk cId="446028650" sldId="295"/>
            <ac:spMk id="489" creationId="{0524D01E-4E11-E9F4-AB28-9DB8F00175F0}"/>
          </ac:spMkLst>
        </pc:spChg>
        <pc:spChg chg="add mod">
          <ac:chgData name="Ryfka Schafer" userId="318b1ac2-30d3-4beb-81ce-7e66308a1db1" providerId="ADAL" clId="{6ADB8242-FC07-4006-B08C-E5283FADA5DD}" dt="2026-04-09T16:21:30.285" v="1209"/>
          <ac:spMkLst>
            <pc:docMk/>
            <pc:sldMk cId="446028650" sldId="295"/>
            <ac:spMk id="491" creationId="{FE07500C-881F-644F-6EFA-DE2B858E311B}"/>
          </ac:spMkLst>
        </pc:spChg>
        <pc:grpChg chg="mod">
          <ac:chgData name="Ryfka Schafer" userId="318b1ac2-30d3-4beb-81ce-7e66308a1db1" providerId="ADAL" clId="{6ADB8242-FC07-4006-B08C-E5283FADA5DD}" dt="2026-04-08T19:27:33" v="143"/>
          <ac:grpSpMkLst>
            <pc:docMk/>
            <pc:sldMk cId="446028650" sldId="295"/>
            <ac:grpSpMk id="17" creationId="{DF045716-BF6E-7653-5BC8-1E866A714158}"/>
          </ac:grpSpMkLst>
        </pc:grpChg>
        <pc:grpChg chg="mod">
          <ac:chgData name="Ryfka Schafer" userId="318b1ac2-30d3-4beb-81ce-7e66308a1db1" providerId="ADAL" clId="{6ADB8242-FC07-4006-B08C-E5283FADA5DD}" dt="2026-04-08T19:27:33.127" v="237"/>
          <ac:grpSpMkLst>
            <pc:docMk/>
            <pc:sldMk cId="446028650" sldId="295"/>
            <ac:grpSpMk id="265" creationId="{55B020DC-3597-C50F-1C97-4A0BF123E468}"/>
          </ac:grpSpMkLst>
        </pc:grpChg>
        <pc:grpChg chg="mod">
          <ac:chgData name="Ryfka Schafer" userId="318b1ac2-30d3-4beb-81ce-7e66308a1db1" providerId="ADAL" clId="{6ADB8242-FC07-4006-B08C-E5283FADA5DD}" dt="2026-04-08T19:27:33.222" v="307"/>
          <ac:grpSpMkLst>
            <pc:docMk/>
            <pc:sldMk cId="446028650" sldId="295"/>
            <ac:grpSpMk id="332" creationId="{46337BFD-AC7C-436F-67DB-7C12A9D3066D}"/>
          </ac:grpSpMkLst>
        </pc:grpChg>
        <pc:grpChg chg="add del mod">
          <ac:chgData name="Ryfka Schafer" userId="318b1ac2-30d3-4beb-81ce-7e66308a1db1" providerId="ADAL" clId="{6ADB8242-FC07-4006-B08C-E5283FADA5DD}" dt="2026-04-09T16:14:24.536" v="393"/>
          <ac:grpSpMkLst>
            <pc:docMk/>
            <pc:sldMk cId="446028650" sldId="295"/>
            <ac:grpSpMk id="341" creationId="{2BC4FC89-7882-6DE7-7533-4D050E3C7B40}"/>
          </ac:grpSpMkLst>
        </pc:grpChg>
        <pc:grpChg chg="add del mod">
          <ac:chgData name="Ryfka Schafer" userId="318b1ac2-30d3-4beb-81ce-7e66308a1db1" providerId="ADAL" clId="{6ADB8242-FC07-4006-B08C-E5283FADA5DD}" dt="2026-04-09T16:14:24.504" v="378"/>
          <ac:grpSpMkLst>
            <pc:docMk/>
            <pc:sldMk cId="446028650" sldId="295"/>
            <ac:grpSpMk id="349" creationId="{0A24A85E-4031-540C-5E05-12A7F001B4D8}"/>
          </ac:grpSpMkLst>
        </pc:grpChg>
        <pc:grpChg chg="add del mod">
          <ac:chgData name="Ryfka Schafer" userId="318b1ac2-30d3-4beb-81ce-7e66308a1db1" providerId="ADAL" clId="{6ADB8242-FC07-4006-B08C-E5283FADA5DD}" dt="2026-04-09T16:21:23.673" v="931"/>
          <ac:grpSpMkLst>
            <pc:docMk/>
            <pc:sldMk cId="446028650" sldId="295"/>
            <ac:grpSpMk id="356" creationId="{55857CD7-E65C-F7F5-9AA4-5FC3C9F51F1B}"/>
          </ac:grpSpMkLst>
        </pc:grpChg>
        <pc:grpChg chg="add del mod">
          <ac:chgData name="Ryfka Schafer" userId="318b1ac2-30d3-4beb-81ce-7e66308a1db1" providerId="ADAL" clId="{6ADB8242-FC07-4006-B08C-E5283FADA5DD}" dt="2026-04-09T16:21:23.645" v="900"/>
          <ac:grpSpMkLst>
            <pc:docMk/>
            <pc:sldMk cId="446028650" sldId="295"/>
            <ac:grpSpMk id="372" creationId="{B0FE8306-31C1-74D8-B5B0-82A0BA7E52FA}"/>
          </ac:grpSpMkLst>
        </pc:grpChg>
        <pc:grpChg chg="add del mod">
          <ac:chgData name="Ryfka Schafer" userId="318b1ac2-30d3-4beb-81ce-7e66308a1db1" providerId="ADAL" clId="{6ADB8242-FC07-4006-B08C-E5283FADA5DD}" dt="2026-04-09T16:21:23.633" v="885"/>
          <ac:grpSpMkLst>
            <pc:docMk/>
            <pc:sldMk cId="446028650" sldId="295"/>
            <ac:grpSpMk id="380" creationId="{C6821038-53E7-C239-72C9-4559AF233E1C}"/>
          </ac:grpSpMkLst>
        </pc:grpChg>
        <pc:grpChg chg="mod">
          <ac:chgData name="Ryfka Schafer" userId="318b1ac2-30d3-4beb-81ce-7e66308a1db1" providerId="ADAL" clId="{6ADB8242-FC07-4006-B08C-E5283FADA5DD}" dt="2026-04-09T16:21:22.433" v="706"/>
          <ac:grpSpMkLst>
            <pc:docMk/>
            <pc:sldMk cId="446028650" sldId="295"/>
            <ac:grpSpMk id="396" creationId="{F5F1410C-9AD2-5032-47E4-88C2DA2D3BC4}"/>
          </ac:grpSpMkLst>
        </pc:grpChg>
        <pc:grpChg chg="mod">
          <ac:chgData name="Ryfka Schafer" userId="318b1ac2-30d3-4beb-81ce-7e66308a1db1" providerId="ADAL" clId="{6ADB8242-FC07-4006-B08C-E5283FADA5DD}" dt="2026-04-09T16:21:22.527" v="804"/>
          <ac:grpSpMkLst>
            <pc:docMk/>
            <pc:sldMk cId="446028650" sldId="295"/>
            <ac:grpSpMk id="421" creationId="{195C8B8F-0C46-D86D-D590-1128A63358A7}"/>
          </ac:grpSpMkLst>
        </pc:grpChg>
        <pc:grpChg chg="mod">
          <ac:chgData name="Ryfka Schafer" userId="318b1ac2-30d3-4beb-81ce-7e66308a1db1" providerId="ADAL" clId="{6ADB8242-FC07-4006-B08C-E5283FADA5DD}" dt="2026-04-09T16:21:30.140" v="1037"/>
          <ac:grpSpMkLst>
            <pc:docMk/>
            <pc:sldMk cId="446028650" sldId="295"/>
            <ac:grpSpMk id="446" creationId="{408EEB06-4655-CC87-89F5-BB260DC26C01}"/>
          </ac:grpSpMkLst>
        </pc:grpChg>
        <pc:grpChg chg="mod">
          <ac:chgData name="Ryfka Schafer" userId="318b1ac2-30d3-4beb-81ce-7e66308a1db1" providerId="ADAL" clId="{6ADB8242-FC07-4006-B08C-E5283FADA5DD}" dt="2026-04-09T16:21:30.187" v="1099"/>
          <ac:grpSpMkLst>
            <pc:docMk/>
            <pc:sldMk cId="446028650" sldId="295"/>
            <ac:grpSpMk id="462" creationId="{AD4FC12A-3A9D-ACD0-E068-AB146F7C0E6E}"/>
          </ac:grpSpMkLst>
        </pc:grpChg>
        <pc:grpChg chg="add mod">
          <ac:chgData name="Ryfka Schafer" userId="318b1ac2-30d3-4beb-81ce-7e66308a1db1" providerId="ADAL" clId="{6ADB8242-FC07-4006-B08C-E5283FADA5DD}" dt="2026-04-09T16:21:30.209" v="1129"/>
          <ac:grpSpMkLst>
            <pc:docMk/>
            <pc:sldMk cId="446028650" sldId="295"/>
            <ac:grpSpMk id="470" creationId="{E8D9FED8-79D6-7BE5-A026-426E8E95383E}"/>
          </ac:grpSpMkLst>
        </pc:grpChg>
        <pc:grpChg chg="add mod">
          <ac:chgData name="Ryfka Schafer" userId="318b1ac2-30d3-4beb-81ce-7e66308a1db1" providerId="ADAL" clId="{6ADB8242-FC07-4006-B08C-E5283FADA5DD}" dt="2026-04-09T16:21:30.230" v="1159"/>
          <ac:grpSpMkLst>
            <pc:docMk/>
            <pc:sldMk cId="446028650" sldId="295"/>
            <ac:grpSpMk id="478" creationId="{53A49636-F93A-95F9-8D9E-FFF8E29E7927}"/>
          </ac:grpSpMkLst>
        </pc:grpChg>
        <pc:grpChg chg="add mod">
          <ac:chgData name="Ryfka Schafer" userId="318b1ac2-30d3-4beb-81ce-7e66308a1db1" providerId="ADAL" clId="{6ADB8242-FC07-4006-B08C-E5283FADA5DD}" dt="2026-04-09T16:21:30.283" v="1205"/>
          <ac:grpSpMkLst>
            <pc:docMk/>
            <pc:sldMk cId="446028650" sldId="295"/>
            <ac:grpSpMk id="490" creationId="{40097D40-B785-F60A-F9D3-8EA27513E966}"/>
          </ac:grpSpMkLst>
        </pc:grpChg>
      </pc:sldChg>
      <pc:sldChg chg="new del">
        <pc:chgData name="Ryfka Schafer" userId="318b1ac2-30d3-4beb-81ce-7e66308a1db1" providerId="ADAL" clId="{6ADB8242-FC07-4006-B08C-E5283FADA5DD}" dt="2026-04-08T17:38:45.223" v="63" actId="47"/>
        <pc:sldMkLst>
          <pc:docMk/>
          <pc:sldMk cId="3460995193" sldId="5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C9C985F-70AA-4C77-A11D-2023BF6F6153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BAFE812-0914-465A-9AD8-AFC5B1E6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1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N5HPJYJzus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UYlBLw-ShIM</a:t>
            </a:r>
            <a:endParaRPr dirty="0"/>
          </a:p>
        </p:txBody>
      </p:sp>
      <p:sp>
        <p:nvSpPr>
          <p:cNvPr id="381" name="Google Shape;3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r>
              <a:rPr lang="en-US"/>
              <a:t>Scarcity- Any point outside the curve is impossible</a:t>
            </a:r>
            <a:endParaRPr/>
          </a:p>
          <a:p>
            <a:r>
              <a:rPr lang="en-US"/>
              <a:t>Trade-offs- You can’t produce more computers without giving up some bikes</a:t>
            </a:r>
            <a:endParaRPr/>
          </a:p>
          <a:p>
            <a:r>
              <a:rPr lang="en-US"/>
              <a:t>Opportunity Cost- The opportunity cost of moving from combination A to B is 2 bikes</a:t>
            </a:r>
            <a:endParaRPr/>
          </a:p>
          <a:p>
            <a:r>
              <a:rPr lang="en-US"/>
              <a:t>Efficicency- Any point on the curve is efficient (you are using all your resources to the fullest)</a:t>
            </a: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765629A9-8A79-7339-5934-3D8D45FB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>
            <a:extLst>
              <a:ext uri="{FF2B5EF4-FFF2-40B4-BE49-F238E27FC236}">
                <a16:creationId xmlns:a16="http://schemas.microsoft.com/office/drawing/2014/main" id="{568E6755-334A-6A64-5B56-590353C27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r>
              <a:rPr lang="en-US" dirty="0"/>
              <a:t>Print these as a worksheet for people to do individually in class</a:t>
            </a:r>
            <a:endParaRPr dirty="0"/>
          </a:p>
        </p:txBody>
      </p:sp>
      <p:sp>
        <p:nvSpPr>
          <p:cNvPr id="282" name="Google Shape;282;p14:notes">
            <a:extLst>
              <a:ext uri="{FF2B5EF4-FFF2-40B4-BE49-F238E27FC236}">
                <a16:creationId xmlns:a16="http://schemas.microsoft.com/office/drawing/2014/main" id="{99BCE39E-C20B-F1FD-5714-2F1C6EF0A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934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310" name="Google Shape;3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323" name="Google Shape;32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  <p:sp>
        <p:nvSpPr>
          <p:cNvPr id="440" name="Google Shape;4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f72c192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f72c192b_1_9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r>
              <a:rPr lang="en-US" dirty="0"/>
              <a:t>https://www.youtube.com/watch?v=FwPiWz1a1Tw&amp;t=16s</a:t>
            </a:r>
            <a:endParaRPr dirty="0"/>
          </a:p>
        </p:txBody>
      </p:sp>
      <p:sp>
        <p:nvSpPr>
          <p:cNvPr id="457" name="Google Shape;457;g3cf72c192b_1_9:notes"/>
          <p:cNvSpPr txBox="1">
            <a:spLocks noGrp="1"/>
          </p:cNvSpPr>
          <p:nvPr>
            <p:ph type="sldNum" idx="12"/>
          </p:nvPr>
        </p:nvSpPr>
        <p:spPr>
          <a:xfrm>
            <a:off x="3972560" y="8831580"/>
            <a:ext cx="3037840" cy="464820"/>
          </a:xfrm>
          <a:prstGeom prst="rect">
            <a:avLst/>
          </a:prstGeom>
        </p:spPr>
        <p:txBody>
          <a:bodyPr spcFirstLastPara="1" wrap="square" lIns="93162" tIns="46568" rIns="93162" bIns="46568" anchor="b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1200"/>
              </a:pPr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465" name="Google Shape;4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474" name="Google Shape;4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488" name="Google Shape;48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504" name="Google Shape;5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518" name="Google Shape;51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Capital goods are man-made products used by a business to produce consumer or other capital goods.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Consumer goods are products used by consumers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. Capital goods include items like buildings, machinery, and tools. Examples of consumer goods include food, appliances, clothing, and automobiles.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FE812-0914-465A-9AD8-AFC5B1E659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7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r>
              <a:rPr lang="en-US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Capital goods are man-made products used by a business to produce consumer or other capital goods.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Consumer goods are products used by consumers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. Capital goods include items like buildings, machinery, and tools. Examples of consumer goods include food, appliances, clothing, and automobiles.</a:t>
            </a:r>
            <a:endParaRPr dirty="0"/>
          </a:p>
        </p:txBody>
      </p:sp>
      <p:sp>
        <p:nvSpPr>
          <p:cNvPr id="534" name="Google Shape;53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r>
              <a:rPr lang="en-US" dirty="0"/>
              <a:t>Everyone works these out on their own at their desks</a:t>
            </a:r>
            <a:endParaRPr dirty="0"/>
          </a:p>
        </p:txBody>
      </p:sp>
      <p:sp>
        <p:nvSpPr>
          <p:cNvPr id="574" name="Google Shape;5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4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583" name="Google Shape;58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5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601" name="Google Shape;60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6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619" name="Google Shape;61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7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637" name="Google Shape;63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656" name="Google Shape;65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9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674" name="Google Shape;67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0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693" name="Google Shape;6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246" name="Google Shape;2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Circular Flow Matrix- How the economy works</a:t>
            </a:r>
            <a:endParaRPr lang="en-US" dirty="0"/>
          </a:p>
          <a:p>
            <a:endParaRPr dirty="0"/>
          </a:p>
        </p:txBody>
      </p:sp>
      <p:sp>
        <p:nvSpPr>
          <p:cNvPr id="264" name="Google Shape;2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/>
          </a:p>
        </p:txBody>
      </p:sp>
      <p:sp>
        <p:nvSpPr>
          <p:cNvPr id="318" name="Google Shape;3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1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Product Market</a:t>
            </a: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lang="en-US" dirty="0"/>
          </a:p>
          <a:p>
            <a:pPr>
              <a:buClr>
                <a:srgbClr val="003399"/>
              </a:buClr>
              <a:buSzPts val="3200"/>
              <a:buFont typeface="Times New Roman"/>
              <a:buChar char="•"/>
            </a:pPr>
            <a:r>
              <a:rPr lang="en-US" sz="1200" b="1" dirty="0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“place” where goods and services produced by businesses are sold to households.</a:t>
            </a:r>
            <a:endParaRPr lang="en-US" dirty="0"/>
          </a:p>
          <a:p>
            <a:endParaRPr dirty="0"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1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Product Market</a:t>
            </a: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lang="en-US" dirty="0"/>
          </a:p>
          <a:p>
            <a:pPr>
              <a:buClr>
                <a:srgbClr val="003399"/>
              </a:buClr>
              <a:buSzPts val="3200"/>
              <a:buFont typeface="Times New Roman"/>
              <a:buChar char="•"/>
            </a:pPr>
            <a:r>
              <a:rPr lang="en-US" sz="1200" b="1" dirty="0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“place” where goods and services produced by businesses are sold to households.</a:t>
            </a:r>
            <a:endParaRPr lang="en-US" dirty="0"/>
          </a:p>
          <a:p>
            <a:endParaRPr dirty="0"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0998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6B32-4BF2-4C88-8FA2-996DA16BC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02CFC-2AA1-4C11-B9F4-0BB809935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74E88-7F33-4748-AC0F-BBC5FF18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6776A-7627-41B3-B12A-F59A2DA5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306D3-BBF6-4158-8396-D07E5EEE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2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D07C-79F0-48F7-AFEF-AC4D4388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F0306-A5AB-4726-A513-73FA9379F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1FFB4-EE4C-4A47-A28E-C34D2E7D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4270F-1450-45DE-9342-04C7A557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DA645-768F-42F1-A535-B202B86B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6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2492-1BA8-44ED-9566-EDE8EBE6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C92C6-305A-48C1-AB3F-2D3736F79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6ED9E-0C1E-4B08-98FD-56CD2B26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B229D-9B78-4A71-88B5-DCDFAF3E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DC5B4-7DA4-4028-B9DE-CD6D3E39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8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9CE08-BC4F-4D03-BA60-6124C368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E3BB-C86D-454D-B6B7-7F085BEB0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A1804-478C-4267-973D-465F2CED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B310B-6630-4EDB-A6EA-C464C2D7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84ED6-6495-4787-9609-07085A3F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50AB6-8659-4D2E-BC13-401340BC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2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5A36-F9BE-4D7B-A36A-BC7D4494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A2737-F4A6-4B7E-93D3-0DD86C153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44EFF-E7A8-49CA-A4B6-20B9B6701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7ABD7-65B4-4C79-9A95-3BCF08A98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146400-FC8B-4747-9EDE-AC8BC2AEB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037F2-EA3D-436D-9691-5FEA0B9D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BF8C6-145D-41E1-B679-F9DB5F93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EB28C-9E06-4926-B82F-39058BFE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0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44B7-70A4-4A11-955F-F37ED73A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16D6A-3680-4FAB-9624-C54CAFD7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AD3C1-16DE-47E6-B9FF-2AE2145D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4DB11-A8E1-4EF9-B21B-6AE9814B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233C1-4365-4758-83A2-7D7EFF29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204CB-CA9B-45E3-A3AA-EED49D22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0FC-D687-46CD-9940-B6232811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2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E89B-BCB9-4FF6-945E-820D9417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A38D7-8D4E-4717-9902-28213A65D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FFF65-BF3B-4F61-9FBD-6F0F61C2D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9C329-E917-4628-ADBB-99F4C225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6D767-C661-4995-91AF-EDD31A0B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1F630-1BE4-49FE-8D73-88524105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2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1A69-CC3F-4A10-BA6C-01AD696B7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421A34-B93D-4140-A1FF-EBA8BAEE2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02E8A-90E6-42BB-B747-1E4360405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BF09-745E-4BC2-9F20-175AB6AC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A920E-BA08-425C-AE90-225D4956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B119B-D7C3-4A23-980D-8D353DA1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2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52BC-674F-4748-B32C-A24FF39A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1A87A-2B0F-40CE-A522-62ECE7E92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490A9-7E47-480D-B00E-0308E5FA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AC767-F5F4-4C08-A294-C05F3BCF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2938C-12ED-474D-A1E5-8D45A6CB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0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0B521-15C5-4CDF-89F8-D1711A82B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68772-ACFB-423B-B075-DD39E3718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31EA6-79F4-4005-B3D7-BC273F31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324B-ACBB-4FE4-A4D2-AB8D4BA3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97CE2-4E16-45ED-9F33-8F8BB145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7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4393523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04288" y="2974495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81363" y="565467"/>
            <a:ext cx="1429275" cy="18331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2829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893579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3537031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48921" y="403959"/>
            <a:ext cx="9494159" cy="56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25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48921" y="403959"/>
            <a:ext cx="9494159" cy="56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67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725177" y="1157729"/>
            <a:ext cx="0" cy="4289303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3725177" y="1360929"/>
            <a:ext cx="0" cy="4289303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679594" y="2991647"/>
            <a:ext cx="279858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>
                <a:solidFill>
                  <a:srgbClr val="2597CB"/>
                </a:solidFill>
              </a:rPr>
              <a:t>AGENDA</a:t>
            </a:r>
            <a:endParaRPr lang="en-US" sz="4267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11652" y="1434185"/>
            <a:ext cx="6938433" cy="4216047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3830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10328561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10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23075" y="1154828"/>
            <a:ext cx="10354525" cy="3172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133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610002"/>
            <a:ext cx="10328561" cy="4326972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388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5059680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2868" y="1143001"/>
            <a:ext cx="5059680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364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64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54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48344-2826-425F-B8DA-ADB4E8CC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50DF4-458C-4998-A8D9-DB65D22D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0DDF-9829-437B-A403-0768B3A12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10F39-CADC-468C-A3FB-DD1065EBD8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59A6-D3FF-4C2C-8E6E-4C00FC3B3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2C9AE-4B64-421D-9ED5-BDA0AC331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B0A9E-709A-40B0-9EA2-B03879B30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3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6436772"/>
            <a:ext cx="12192000" cy="430981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92" y="219456"/>
            <a:ext cx="10314432" cy="5120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914401" y="1154087"/>
            <a:ext cx="10346265" cy="50223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11146885" y="6564783"/>
            <a:ext cx="662391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933" smtClean="0">
                <a:solidFill>
                  <a:srgbClr val="414042"/>
                </a:solidFill>
              </a:rPr>
              <a:t>‹#›</a:t>
            </a:fld>
            <a:endParaRPr lang="en-US" sz="933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259405" y="5680954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926592" y="6488115"/>
            <a:ext cx="44678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10365559" y="6474394"/>
            <a:ext cx="989373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3434" y="6000645"/>
            <a:ext cx="554873" cy="7116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002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2597CB"/>
        </a:buClr>
        <a:buSzPct val="140000"/>
        <a:buFont typeface="Arial"/>
        <a:buChar char="•"/>
        <a:defRPr sz="2133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916494" indent="-313259" algn="l" defTabSz="1219170" rtl="0" eaLnBrk="1" latinLnBrk="0" hangingPunct="1">
        <a:lnSpc>
          <a:spcPct val="90000"/>
        </a:lnSpc>
        <a:spcBef>
          <a:spcPts val="667"/>
        </a:spcBef>
        <a:buClr>
          <a:srgbClr val="2597CB"/>
        </a:buClr>
        <a:buFont typeface="Courier New" charset="0"/>
        <a:buChar char="o"/>
        <a:defRPr sz="1867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521846" indent="-306910" algn="l" defTabSz="1219170" rtl="0" eaLnBrk="1" latinLnBrk="0" hangingPunct="1">
        <a:lnSpc>
          <a:spcPct val="90000"/>
        </a:lnSpc>
        <a:spcBef>
          <a:spcPts val="667"/>
        </a:spcBef>
        <a:buClr>
          <a:srgbClr val="2597CB"/>
        </a:buClr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2135664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703F85"/>
        </a:buClr>
        <a:buSzPct val="60000"/>
        <a:buFont typeface="Courier New" charset="0"/>
        <a:buChar char="o"/>
        <a:defRPr sz="1467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741015" indent="-306910" algn="l" defTabSz="1219170" rtl="0" eaLnBrk="1" latinLnBrk="0" hangingPunct="1">
        <a:lnSpc>
          <a:spcPct val="90000"/>
        </a:lnSpc>
        <a:spcBef>
          <a:spcPts val="667"/>
        </a:spcBef>
        <a:buClr>
          <a:srgbClr val="703F85"/>
        </a:buClr>
        <a:buFont typeface="Arial"/>
        <a:buChar char="•"/>
        <a:defRPr sz="1467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>
          <p15:clr>
            <a:srgbClr val="F26B43"/>
          </p15:clr>
        </p15:guide>
        <p15:guide id="6" pos="2880">
          <p15:clr>
            <a:srgbClr val="F26B43"/>
          </p15:clr>
        </p15:guide>
        <p15:guide id="7" orient="horz" pos="17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YlBLw-ShI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wPiWz1a1Tw&amp;t=16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N5HPJYJzu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tags" Target="../tags/tag42.xml"/><Relationship Id="rId21" Type="http://schemas.openxmlformats.org/officeDocument/2006/relationships/tags" Target="../tags/tag24.xml"/><Relationship Id="rId34" Type="http://schemas.openxmlformats.org/officeDocument/2006/relationships/tags" Target="../tags/tag37.xml"/><Relationship Id="rId42" Type="http://schemas.openxmlformats.org/officeDocument/2006/relationships/tags" Target="../tags/tag45.xml"/><Relationship Id="rId47" Type="http://schemas.openxmlformats.org/officeDocument/2006/relationships/tags" Target="../tags/tag50.xml"/><Relationship Id="rId50" Type="http://schemas.openxmlformats.org/officeDocument/2006/relationships/tags" Target="../tags/tag53.xml"/><Relationship Id="rId55" Type="http://schemas.openxmlformats.org/officeDocument/2006/relationships/tags" Target="../tags/tag58.xml"/><Relationship Id="rId63" Type="http://schemas.openxmlformats.org/officeDocument/2006/relationships/tags" Target="../tags/tag66.xml"/><Relationship Id="rId68" Type="http://schemas.openxmlformats.org/officeDocument/2006/relationships/image" Target="../media/image11.jpg"/><Relationship Id="rId7" Type="http://schemas.openxmlformats.org/officeDocument/2006/relationships/tags" Target="../tags/tag10.xml"/><Relationship Id="rId71" Type="http://schemas.openxmlformats.org/officeDocument/2006/relationships/image" Target="../media/image14.png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9" Type="http://schemas.openxmlformats.org/officeDocument/2006/relationships/tags" Target="../tags/tag32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tags" Target="../tags/tag40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53" Type="http://schemas.openxmlformats.org/officeDocument/2006/relationships/tags" Target="../tags/tag56.xml"/><Relationship Id="rId58" Type="http://schemas.openxmlformats.org/officeDocument/2006/relationships/tags" Target="../tags/tag61.xml"/><Relationship Id="rId66" Type="http://schemas.openxmlformats.org/officeDocument/2006/relationships/slideLayout" Target="../slideLayouts/slideLayout7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tags" Target="../tags/tag39.xml"/><Relationship Id="rId49" Type="http://schemas.openxmlformats.org/officeDocument/2006/relationships/tags" Target="../tags/tag52.xml"/><Relationship Id="rId57" Type="http://schemas.openxmlformats.org/officeDocument/2006/relationships/tags" Target="../tags/tag60.xml"/><Relationship Id="rId61" Type="http://schemas.openxmlformats.org/officeDocument/2006/relationships/tags" Target="../tags/tag64.xml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tags" Target="../tags/tag34.xml"/><Relationship Id="rId44" Type="http://schemas.openxmlformats.org/officeDocument/2006/relationships/tags" Target="../tags/tag47.xml"/><Relationship Id="rId52" Type="http://schemas.openxmlformats.org/officeDocument/2006/relationships/tags" Target="../tags/tag55.xml"/><Relationship Id="rId60" Type="http://schemas.openxmlformats.org/officeDocument/2006/relationships/tags" Target="../tags/tag63.xml"/><Relationship Id="rId65" Type="http://schemas.openxmlformats.org/officeDocument/2006/relationships/tags" Target="../tags/tag68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43" Type="http://schemas.openxmlformats.org/officeDocument/2006/relationships/tags" Target="../tags/tag46.xml"/><Relationship Id="rId48" Type="http://schemas.openxmlformats.org/officeDocument/2006/relationships/tags" Target="../tags/tag51.xml"/><Relationship Id="rId56" Type="http://schemas.openxmlformats.org/officeDocument/2006/relationships/tags" Target="../tags/tag59.xml"/><Relationship Id="rId64" Type="http://schemas.openxmlformats.org/officeDocument/2006/relationships/tags" Target="../tags/tag67.xml"/><Relationship Id="rId69" Type="http://schemas.openxmlformats.org/officeDocument/2006/relationships/image" Target="../media/image12.png"/><Relationship Id="rId8" Type="http://schemas.openxmlformats.org/officeDocument/2006/relationships/tags" Target="../tags/tag11.xml"/><Relationship Id="rId51" Type="http://schemas.openxmlformats.org/officeDocument/2006/relationships/tags" Target="../tags/tag54.xml"/><Relationship Id="rId72" Type="http://schemas.openxmlformats.org/officeDocument/2006/relationships/image" Target="../media/image15.jpg"/><Relationship Id="rId3" Type="http://schemas.openxmlformats.org/officeDocument/2006/relationships/tags" Target="../tags/tag6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46" Type="http://schemas.openxmlformats.org/officeDocument/2006/relationships/tags" Target="../tags/tag49.xml"/><Relationship Id="rId59" Type="http://schemas.openxmlformats.org/officeDocument/2006/relationships/tags" Target="../tags/tag62.xml"/><Relationship Id="rId67" Type="http://schemas.openxmlformats.org/officeDocument/2006/relationships/notesSlide" Target="../notesSlides/notesSlide27.xml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54" Type="http://schemas.openxmlformats.org/officeDocument/2006/relationships/tags" Target="../tags/tag57.xml"/><Relationship Id="rId62" Type="http://schemas.openxmlformats.org/officeDocument/2006/relationships/tags" Target="../tags/tag65.xml"/><Relationship Id="rId70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949" y="3478076"/>
            <a:ext cx="8353777" cy="1269693"/>
          </a:xfrm>
        </p:spPr>
        <p:txBody>
          <a:bodyPr/>
          <a:lstStyle/>
          <a:p>
            <a:r>
              <a:rPr lang="en-US" dirty="0"/>
              <a:t>Business, Marketing, Entrepreneurship, Digital Marketing, and Econ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Mrs. Schafer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8702" y="1918090"/>
            <a:ext cx="6980077" cy="3021820"/>
          </a:xfrm>
        </p:spPr>
        <p:txBody>
          <a:bodyPr/>
          <a:lstStyle/>
          <a:p>
            <a:r>
              <a:rPr lang="en-US" dirty="0"/>
              <a:t>Economics</a:t>
            </a:r>
          </a:p>
          <a:p>
            <a:pPr lvl="1"/>
            <a:r>
              <a:rPr lang="en-US" dirty="0"/>
              <a:t>Production Possibilities Curve – a lesson in efficiency</a:t>
            </a:r>
          </a:p>
          <a:p>
            <a:pPr lvl="1"/>
            <a:r>
              <a:rPr lang="en-US" dirty="0"/>
              <a:t>Scarcity</a:t>
            </a:r>
          </a:p>
          <a:p>
            <a:pPr lvl="1"/>
            <a:r>
              <a:rPr lang="en-US" dirty="0"/>
              <a:t>Tradeoffs</a:t>
            </a:r>
          </a:p>
          <a:p>
            <a:pPr lvl="1"/>
            <a:r>
              <a:rPr lang="en-US" dirty="0"/>
              <a:t>Opportunity Cost Calculations</a:t>
            </a:r>
          </a:p>
          <a:p>
            <a:pPr lvl="1"/>
            <a:r>
              <a:rPr lang="en-US" dirty="0"/>
              <a:t>Efficiency</a:t>
            </a:r>
          </a:p>
          <a:p>
            <a:pPr lvl="1"/>
            <a:r>
              <a:rPr lang="en-US" dirty="0"/>
              <a:t>Constant Opportunity Cost</a:t>
            </a:r>
          </a:p>
          <a:p>
            <a:pPr lvl="1"/>
            <a:r>
              <a:rPr lang="en-US" dirty="0"/>
              <a:t>Capital vs Consumer Goods</a:t>
            </a:r>
          </a:p>
          <a:p>
            <a:pPr lvl="1"/>
            <a:r>
              <a:rPr lang="en-US" dirty="0"/>
              <a:t>Circular Flow Model</a:t>
            </a:r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1524000" y="0"/>
            <a:ext cx="883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accent2"/>
              </a:buClr>
              <a:buSzPts val="3600"/>
            </a:pPr>
            <a:r>
              <a:rPr lang="en-US"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Production Possibilities Curve?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1917700" y="838200"/>
            <a:ext cx="87503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90000"/>
              </a:lnSpc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200" b="1" u="sng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 curve </a:t>
            </a:r>
            <a:r>
              <a:rPr lang="en-US" sz="32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(or frontier)</a:t>
            </a: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model that shows alternative ways that an economy can use its scarce resources.</a:t>
            </a:r>
            <a:endParaRPr dirty="0"/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model graphically demonstrates scarcity, trade-offs, opportunity costs, and efficiency.</a:t>
            </a:r>
            <a:endParaRPr dirty="0"/>
          </a:p>
        </p:txBody>
      </p:sp>
      <p:sp>
        <p:nvSpPr>
          <p:cNvPr id="164" name="Google Shape;164;p24"/>
          <p:cNvSpPr txBox="1"/>
          <p:nvPr/>
        </p:nvSpPr>
        <p:spPr>
          <a:xfrm>
            <a:off x="1905000" y="3429000"/>
            <a:ext cx="8458200" cy="283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ctr">
              <a:buClr>
                <a:srgbClr val="990000"/>
              </a:buClr>
              <a:buSzPts val="3600"/>
            </a:pPr>
            <a:r>
              <a:rPr lang="en-US" sz="36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Key Assumptions</a:t>
            </a:r>
            <a:endParaRPr dirty="0"/>
          </a:p>
          <a:p>
            <a:pPr marL="457200" indent="-457200">
              <a:buClr>
                <a:srgbClr val="000099"/>
              </a:buClr>
              <a:buSzPts val="3600"/>
              <a:buFont typeface="Times New Roman"/>
              <a:buChar char="•"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two goods can be produced </a:t>
            </a:r>
            <a:endParaRPr dirty="0"/>
          </a:p>
          <a:p>
            <a:pPr marL="457200" indent="-457200">
              <a:buClr>
                <a:srgbClr val="000099"/>
              </a:buClr>
              <a:buSzPts val="3600"/>
              <a:buFont typeface="Times New Roman"/>
              <a:buChar char="•"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employment of resources</a:t>
            </a:r>
            <a:endParaRPr dirty="0"/>
          </a:p>
          <a:p>
            <a:pPr marL="457200" indent="-457200">
              <a:buClr>
                <a:srgbClr val="000099"/>
              </a:buClr>
              <a:buSzPts val="3600"/>
              <a:buFont typeface="Times New Roman"/>
              <a:buChar char="•"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Resources</a:t>
            </a:r>
            <a:endParaRPr dirty="0"/>
          </a:p>
          <a:p>
            <a:pPr marL="457200" indent="-457200">
              <a:buClr>
                <a:srgbClr val="000099"/>
              </a:buClr>
              <a:buSzPts val="3600"/>
              <a:buFont typeface="Times New Roman"/>
              <a:buChar char="•"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Technology</a:t>
            </a:r>
            <a:endParaRPr dirty="0"/>
          </a:p>
        </p:txBody>
      </p:sp>
      <p:sp>
        <p:nvSpPr>
          <p:cNvPr id="166" name="Google Shape;166;p24"/>
          <p:cNvSpPr txBox="1"/>
          <p:nvPr/>
        </p:nvSpPr>
        <p:spPr>
          <a:xfrm>
            <a:off x="1524000" y="6475412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endParaRPr dirty="0"/>
          </a:p>
          <a:p>
            <a:pPr>
              <a:buClr>
                <a:schemeClr val="dk1"/>
              </a:buClr>
              <a:buSzPts val="1000"/>
            </a:pPr>
            <a:r>
              <a:rPr lang="en-US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ACDC Leadership </a:t>
            </a:r>
            <a:r>
              <a:rPr lang="is-IS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4</a:t>
            </a:fld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1524000" y="88900"/>
            <a:ext cx="9144000" cy="11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80000"/>
              </a:lnSpc>
              <a:buClr>
                <a:schemeClr val="dk1"/>
              </a:buClr>
              <a:buSzPts val="4400"/>
            </a:pPr>
            <a:r>
              <a:rPr lang="en-US" sz="4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Econmovies</a:t>
            </a:r>
            <a:r>
              <a:rPr lang="en-US" sz="4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algn="ctr">
              <a:lnSpc>
                <a:spcPct val="80000"/>
              </a:lnSpc>
              <a:buClr>
                <a:schemeClr val="dk1"/>
              </a:buClr>
              <a:buSzPts val="4400"/>
            </a:pPr>
            <a:r>
              <a:rPr lang="en-US" sz="4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Monsters Inc.</a:t>
            </a:r>
            <a:endParaRPr dirty="0"/>
          </a:p>
        </p:txBody>
      </p:sp>
      <p:pic>
        <p:nvPicPr>
          <p:cNvPr id="387" name="Google Shape;387;p33" descr="http://www.youtube.com/yt/brand/media/image/YouTube-icon-full_colo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8645" y="6280150"/>
            <a:ext cx="820737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8450" y="1262200"/>
            <a:ext cx="8006404" cy="450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8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4140200" y="1016000"/>
            <a:ext cx="6223000" cy="495300"/>
          </a:xfrm>
          <a:prstGeom prst="rect">
            <a:avLst/>
          </a:prstGeom>
          <a:gradFill>
            <a:gsLst>
              <a:gs pos="0">
                <a:srgbClr val="0033CC"/>
              </a:gs>
              <a:gs pos="100000">
                <a:srgbClr val="002287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2" name="Google Shape;172;p25"/>
          <p:cNvGrpSpPr/>
          <p:nvPr/>
        </p:nvGrpSpPr>
        <p:grpSpPr>
          <a:xfrm>
            <a:off x="4144963" y="1019176"/>
            <a:ext cx="6213475" cy="1379537"/>
            <a:chOff x="-4762" y="-4762"/>
            <a:chExt cx="5502275" cy="2205037"/>
          </a:xfrm>
        </p:grpSpPr>
        <p:grpSp>
          <p:nvGrpSpPr>
            <p:cNvPr id="173" name="Google Shape;173;p25"/>
            <p:cNvGrpSpPr/>
            <p:nvPr/>
          </p:nvGrpSpPr>
          <p:grpSpPr>
            <a:xfrm>
              <a:off x="0" y="0"/>
              <a:ext cx="5492750" cy="2195512"/>
              <a:chOff x="0" y="0"/>
              <a:chExt cx="5492750" cy="2195512"/>
            </a:xfrm>
          </p:grpSpPr>
          <p:grpSp>
            <p:nvGrpSpPr>
              <p:cNvPr id="174" name="Google Shape;174;p25"/>
              <p:cNvGrpSpPr/>
              <p:nvPr/>
            </p:nvGrpSpPr>
            <p:grpSpPr>
              <a:xfrm>
                <a:off x="0" y="0"/>
                <a:ext cx="920750" cy="731837"/>
                <a:chOff x="0" y="0"/>
                <a:chExt cx="920750" cy="731837"/>
              </a:xfrm>
            </p:grpSpPr>
            <p:sp>
              <p:nvSpPr>
                <p:cNvPr id="175" name="Google Shape;175;p25"/>
                <p:cNvSpPr txBox="1"/>
                <p:nvPr/>
              </p:nvSpPr>
              <p:spPr>
                <a:xfrm>
                  <a:off x="68262" y="0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lt1"/>
                    </a:buClr>
                    <a:buSzPts val="2800"/>
                  </a:pPr>
                  <a:r>
                    <a:rPr lang="en-US" sz="2800" b="1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</a:t>
                  </a:r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76" name="Google Shape;176;p25"/>
                <p:cNvSpPr txBox="1"/>
                <p:nvPr/>
              </p:nvSpPr>
              <p:spPr>
                <a:xfrm>
                  <a:off x="0" y="0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77" name="Google Shape;177;p25"/>
              <p:cNvGrpSpPr/>
              <p:nvPr/>
            </p:nvGrpSpPr>
            <p:grpSpPr>
              <a:xfrm>
                <a:off x="920750" y="0"/>
                <a:ext cx="920750" cy="731837"/>
                <a:chOff x="920750" y="0"/>
                <a:chExt cx="920750" cy="731837"/>
              </a:xfrm>
            </p:grpSpPr>
            <p:sp>
              <p:nvSpPr>
                <p:cNvPr id="178" name="Google Shape;178;p25"/>
                <p:cNvSpPr txBox="1"/>
                <p:nvPr/>
              </p:nvSpPr>
              <p:spPr>
                <a:xfrm>
                  <a:off x="989012" y="0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lt1"/>
                    </a:buClr>
                    <a:buSzPts val="2800"/>
                  </a:pPr>
                  <a:r>
                    <a:rPr lang="en-US" sz="2800" b="1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79" name="Google Shape;179;p25"/>
                <p:cNvSpPr txBox="1"/>
                <p:nvPr/>
              </p:nvSpPr>
              <p:spPr>
                <a:xfrm>
                  <a:off x="920750" y="0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80" name="Google Shape;180;p25"/>
              <p:cNvGrpSpPr/>
              <p:nvPr/>
            </p:nvGrpSpPr>
            <p:grpSpPr>
              <a:xfrm>
                <a:off x="1841500" y="0"/>
                <a:ext cx="920750" cy="731837"/>
                <a:chOff x="1841500" y="0"/>
                <a:chExt cx="920750" cy="731837"/>
              </a:xfrm>
            </p:grpSpPr>
            <p:sp>
              <p:nvSpPr>
                <p:cNvPr id="181" name="Google Shape;181;p25"/>
                <p:cNvSpPr txBox="1"/>
                <p:nvPr/>
              </p:nvSpPr>
              <p:spPr>
                <a:xfrm>
                  <a:off x="1909762" y="0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lt1"/>
                    </a:buClr>
                    <a:buSzPts val="2800"/>
                  </a:pPr>
                  <a:r>
                    <a:rPr lang="en-US" sz="2800" b="1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82" name="Google Shape;182;p25"/>
                <p:cNvSpPr txBox="1"/>
                <p:nvPr/>
              </p:nvSpPr>
              <p:spPr>
                <a:xfrm>
                  <a:off x="1841500" y="0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83" name="Google Shape;183;p25"/>
              <p:cNvGrpSpPr/>
              <p:nvPr/>
            </p:nvGrpSpPr>
            <p:grpSpPr>
              <a:xfrm>
                <a:off x="2762250" y="0"/>
                <a:ext cx="920750" cy="731837"/>
                <a:chOff x="2762250" y="0"/>
                <a:chExt cx="920750" cy="731837"/>
              </a:xfrm>
            </p:grpSpPr>
            <p:sp>
              <p:nvSpPr>
                <p:cNvPr id="184" name="Google Shape;184;p25"/>
                <p:cNvSpPr txBox="1"/>
                <p:nvPr/>
              </p:nvSpPr>
              <p:spPr>
                <a:xfrm>
                  <a:off x="2830512" y="0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lt1"/>
                    </a:buClr>
                    <a:buSzPts val="2800"/>
                  </a:pPr>
                  <a:r>
                    <a:rPr lang="en-US" sz="2800" b="1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D</a:t>
                  </a:r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85" name="Google Shape;185;p25"/>
                <p:cNvSpPr txBox="1"/>
                <p:nvPr/>
              </p:nvSpPr>
              <p:spPr>
                <a:xfrm>
                  <a:off x="2762250" y="0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86" name="Google Shape;186;p25"/>
              <p:cNvGrpSpPr/>
              <p:nvPr/>
            </p:nvGrpSpPr>
            <p:grpSpPr>
              <a:xfrm>
                <a:off x="3683000" y="0"/>
                <a:ext cx="920750" cy="731837"/>
                <a:chOff x="3683000" y="0"/>
                <a:chExt cx="920750" cy="731837"/>
              </a:xfrm>
            </p:grpSpPr>
            <p:sp>
              <p:nvSpPr>
                <p:cNvPr id="187" name="Google Shape;187;p25"/>
                <p:cNvSpPr txBox="1"/>
                <p:nvPr/>
              </p:nvSpPr>
              <p:spPr>
                <a:xfrm>
                  <a:off x="3751262" y="0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lt1"/>
                    </a:buClr>
                    <a:buSzPts val="2800"/>
                  </a:pPr>
                  <a:r>
                    <a:rPr lang="en-US" sz="2800" b="1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</a:t>
                  </a:r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88" name="Google Shape;188;p25"/>
                <p:cNvSpPr txBox="1"/>
                <p:nvPr/>
              </p:nvSpPr>
              <p:spPr>
                <a:xfrm>
                  <a:off x="3683000" y="0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89" name="Google Shape;189;p25"/>
              <p:cNvGrpSpPr/>
              <p:nvPr/>
            </p:nvGrpSpPr>
            <p:grpSpPr>
              <a:xfrm>
                <a:off x="4603750" y="0"/>
                <a:ext cx="889000" cy="731837"/>
                <a:chOff x="4603750" y="0"/>
                <a:chExt cx="889000" cy="731837"/>
              </a:xfrm>
            </p:grpSpPr>
            <p:sp>
              <p:nvSpPr>
                <p:cNvPr id="190" name="Google Shape;190;p25"/>
                <p:cNvSpPr txBox="1"/>
                <p:nvPr/>
              </p:nvSpPr>
              <p:spPr>
                <a:xfrm>
                  <a:off x="4672012" y="0"/>
                  <a:ext cx="75247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f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1" name="Google Shape;191;p25"/>
                <p:cNvSpPr txBox="1"/>
                <p:nvPr/>
              </p:nvSpPr>
              <p:spPr>
                <a:xfrm>
                  <a:off x="4603750" y="0"/>
                  <a:ext cx="88900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92" name="Google Shape;192;p25"/>
              <p:cNvGrpSpPr/>
              <p:nvPr/>
            </p:nvGrpSpPr>
            <p:grpSpPr>
              <a:xfrm>
                <a:off x="0" y="731837"/>
                <a:ext cx="920750" cy="731837"/>
                <a:chOff x="0" y="731837"/>
                <a:chExt cx="920750" cy="731837"/>
              </a:xfrm>
            </p:grpSpPr>
            <p:sp>
              <p:nvSpPr>
                <p:cNvPr id="193" name="Google Shape;193;p25"/>
                <p:cNvSpPr txBox="1"/>
                <p:nvPr/>
              </p:nvSpPr>
              <p:spPr>
                <a:xfrm>
                  <a:off x="68262" y="731837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14</a:t>
                  </a:r>
                  <a:endParaRPr/>
                </a:p>
              </p:txBody>
            </p:sp>
            <p:sp>
              <p:nvSpPr>
                <p:cNvPr id="194" name="Google Shape;194;p25"/>
                <p:cNvSpPr txBox="1"/>
                <p:nvPr/>
              </p:nvSpPr>
              <p:spPr>
                <a:xfrm>
                  <a:off x="0" y="731837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95" name="Google Shape;195;p25"/>
              <p:cNvGrpSpPr/>
              <p:nvPr/>
            </p:nvGrpSpPr>
            <p:grpSpPr>
              <a:xfrm>
                <a:off x="920750" y="731837"/>
                <a:ext cx="920750" cy="731837"/>
                <a:chOff x="920750" y="731837"/>
                <a:chExt cx="920750" cy="731837"/>
              </a:xfrm>
            </p:grpSpPr>
            <p:sp>
              <p:nvSpPr>
                <p:cNvPr id="196" name="Google Shape;196;p25"/>
                <p:cNvSpPr txBox="1"/>
                <p:nvPr/>
              </p:nvSpPr>
              <p:spPr>
                <a:xfrm>
                  <a:off x="989012" y="731837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12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7" name="Google Shape;197;p25"/>
                <p:cNvSpPr txBox="1"/>
                <p:nvPr/>
              </p:nvSpPr>
              <p:spPr>
                <a:xfrm>
                  <a:off x="920750" y="731837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98" name="Google Shape;198;p25"/>
              <p:cNvGrpSpPr/>
              <p:nvPr/>
            </p:nvGrpSpPr>
            <p:grpSpPr>
              <a:xfrm>
                <a:off x="1841500" y="731837"/>
                <a:ext cx="920750" cy="731837"/>
                <a:chOff x="1841500" y="731837"/>
                <a:chExt cx="920750" cy="731837"/>
              </a:xfrm>
            </p:grpSpPr>
            <p:sp>
              <p:nvSpPr>
                <p:cNvPr id="199" name="Google Shape;199;p25"/>
                <p:cNvSpPr txBox="1"/>
                <p:nvPr/>
              </p:nvSpPr>
              <p:spPr>
                <a:xfrm>
                  <a:off x="1909762" y="731837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9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0" name="Google Shape;200;p25"/>
                <p:cNvSpPr txBox="1"/>
                <p:nvPr/>
              </p:nvSpPr>
              <p:spPr>
                <a:xfrm>
                  <a:off x="1841500" y="731837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1" name="Google Shape;201;p25"/>
              <p:cNvGrpSpPr/>
              <p:nvPr/>
            </p:nvGrpSpPr>
            <p:grpSpPr>
              <a:xfrm>
                <a:off x="2762250" y="731837"/>
                <a:ext cx="920750" cy="731837"/>
                <a:chOff x="2762250" y="731837"/>
                <a:chExt cx="920750" cy="731837"/>
              </a:xfrm>
            </p:grpSpPr>
            <p:sp>
              <p:nvSpPr>
                <p:cNvPr id="202" name="Google Shape;202;p25"/>
                <p:cNvSpPr txBox="1"/>
                <p:nvPr/>
              </p:nvSpPr>
              <p:spPr>
                <a:xfrm>
                  <a:off x="2830512" y="731837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5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3" name="Google Shape;203;p25"/>
                <p:cNvSpPr txBox="1"/>
                <p:nvPr/>
              </p:nvSpPr>
              <p:spPr>
                <a:xfrm>
                  <a:off x="2762250" y="731837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4" name="Google Shape;204;p25"/>
              <p:cNvGrpSpPr/>
              <p:nvPr/>
            </p:nvGrpSpPr>
            <p:grpSpPr>
              <a:xfrm>
                <a:off x="3683000" y="731837"/>
                <a:ext cx="920750" cy="731837"/>
                <a:chOff x="3683000" y="731837"/>
                <a:chExt cx="920750" cy="731837"/>
              </a:xfrm>
            </p:grpSpPr>
            <p:sp>
              <p:nvSpPr>
                <p:cNvPr id="205" name="Google Shape;205;p25"/>
                <p:cNvSpPr txBox="1"/>
                <p:nvPr/>
              </p:nvSpPr>
              <p:spPr>
                <a:xfrm>
                  <a:off x="3751262" y="731837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6" name="Google Shape;206;p25"/>
                <p:cNvSpPr txBox="1"/>
                <p:nvPr/>
              </p:nvSpPr>
              <p:spPr>
                <a:xfrm>
                  <a:off x="3683000" y="731837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07" name="Google Shape;207;p25"/>
              <p:cNvGrpSpPr/>
              <p:nvPr/>
            </p:nvGrpSpPr>
            <p:grpSpPr>
              <a:xfrm>
                <a:off x="4603750" y="731837"/>
                <a:ext cx="889000" cy="731837"/>
                <a:chOff x="4603750" y="731837"/>
                <a:chExt cx="889000" cy="731837"/>
              </a:xfrm>
            </p:grpSpPr>
            <p:sp>
              <p:nvSpPr>
                <p:cNvPr id="208" name="Google Shape;208;p25"/>
                <p:cNvSpPr txBox="1"/>
                <p:nvPr/>
              </p:nvSpPr>
              <p:spPr>
                <a:xfrm>
                  <a:off x="4672012" y="731837"/>
                  <a:ext cx="75247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9" name="Google Shape;209;p25"/>
                <p:cNvSpPr txBox="1"/>
                <p:nvPr/>
              </p:nvSpPr>
              <p:spPr>
                <a:xfrm>
                  <a:off x="4603750" y="731837"/>
                  <a:ext cx="88900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10" name="Google Shape;210;p25"/>
              <p:cNvGrpSpPr/>
              <p:nvPr/>
            </p:nvGrpSpPr>
            <p:grpSpPr>
              <a:xfrm>
                <a:off x="0" y="1463675"/>
                <a:ext cx="920750" cy="731837"/>
                <a:chOff x="0" y="1463675"/>
                <a:chExt cx="920750" cy="731837"/>
              </a:xfrm>
            </p:grpSpPr>
            <p:sp>
              <p:nvSpPr>
                <p:cNvPr id="211" name="Google Shape;211;p25"/>
                <p:cNvSpPr txBox="1"/>
                <p:nvPr/>
              </p:nvSpPr>
              <p:spPr>
                <a:xfrm>
                  <a:off x="68262" y="1463675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12" name="Google Shape;212;p25"/>
                <p:cNvSpPr txBox="1"/>
                <p:nvPr/>
              </p:nvSpPr>
              <p:spPr>
                <a:xfrm>
                  <a:off x="0" y="1463675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13" name="Google Shape;213;p25"/>
              <p:cNvGrpSpPr/>
              <p:nvPr/>
            </p:nvGrpSpPr>
            <p:grpSpPr>
              <a:xfrm>
                <a:off x="920750" y="1463675"/>
                <a:ext cx="920750" cy="731837"/>
                <a:chOff x="920750" y="1463675"/>
                <a:chExt cx="920750" cy="731837"/>
              </a:xfrm>
            </p:grpSpPr>
            <p:sp>
              <p:nvSpPr>
                <p:cNvPr id="214" name="Google Shape;214;p25"/>
                <p:cNvSpPr txBox="1"/>
                <p:nvPr/>
              </p:nvSpPr>
              <p:spPr>
                <a:xfrm>
                  <a:off x="989012" y="1463675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15" name="Google Shape;215;p25"/>
                <p:cNvSpPr txBox="1"/>
                <p:nvPr/>
              </p:nvSpPr>
              <p:spPr>
                <a:xfrm>
                  <a:off x="920750" y="1463675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16" name="Google Shape;216;p25"/>
              <p:cNvGrpSpPr/>
              <p:nvPr/>
            </p:nvGrpSpPr>
            <p:grpSpPr>
              <a:xfrm>
                <a:off x="1841500" y="1463675"/>
                <a:ext cx="920750" cy="731837"/>
                <a:chOff x="1841500" y="1463675"/>
                <a:chExt cx="920750" cy="731837"/>
              </a:xfrm>
            </p:grpSpPr>
            <p:sp>
              <p:nvSpPr>
                <p:cNvPr id="217" name="Google Shape;217;p25"/>
                <p:cNvSpPr txBox="1"/>
                <p:nvPr/>
              </p:nvSpPr>
              <p:spPr>
                <a:xfrm>
                  <a:off x="1909762" y="1463675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4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18" name="Google Shape;218;p25"/>
                <p:cNvSpPr txBox="1"/>
                <p:nvPr/>
              </p:nvSpPr>
              <p:spPr>
                <a:xfrm>
                  <a:off x="1841500" y="1463675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19" name="Google Shape;219;p25"/>
              <p:cNvGrpSpPr/>
              <p:nvPr/>
            </p:nvGrpSpPr>
            <p:grpSpPr>
              <a:xfrm>
                <a:off x="2762250" y="1463675"/>
                <a:ext cx="920750" cy="731837"/>
                <a:chOff x="2762250" y="1463675"/>
                <a:chExt cx="920750" cy="731837"/>
              </a:xfrm>
            </p:grpSpPr>
            <p:sp>
              <p:nvSpPr>
                <p:cNvPr id="220" name="Google Shape;220;p25"/>
                <p:cNvSpPr txBox="1"/>
                <p:nvPr/>
              </p:nvSpPr>
              <p:spPr>
                <a:xfrm>
                  <a:off x="2830512" y="1463675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6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21" name="Google Shape;221;p25"/>
                <p:cNvSpPr txBox="1"/>
                <p:nvPr/>
              </p:nvSpPr>
              <p:spPr>
                <a:xfrm>
                  <a:off x="2762250" y="1463675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22" name="Google Shape;222;p25"/>
              <p:cNvGrpSpPr/>
              <p:nvPr/>
            </p:nvGrpSpPr>
            <p:grpSpPr>
              <a:xfrm>
                <a:off x="3683000" y="1463675"/>
                <a:ext cx="920750" cy="731837"/>
                <a:chOff x="3683000" y="1463675"/>
                <a:chExt cx="920750" cy="731837"/>
              </a:xfrm>
            </p:grpSpPr>
            <p:sp>
              <p:nvSpPr>
                <p:cNvPr id="223" name="Google Shape;223;p25"/>
                <p:cNvSpPr txBox="1"/>
                <p:nvPr/>
              </p:nvSpPr>
              <p:spPr>
                <a:xfrm>
                  <a:off x="3751262" y="1463675"/>
                  <a:ext cx="78422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8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24" name="Google Shape;224;p25"/>
                <p:cNvSpPr txBox="1"/>
                <p:nvPr/>
              </p:nvSpPr>
              <p:spPr>
                <a:xfrm>
                  <a:off x="3683000" y="1463675"/>
                  <a:ext cx="92075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25" name="Google Shape;225;p25"/>
              <p:cNvGrpSpPr/>
              <p:nvPr/>
            </p:nvGrpSpPr>
            <p:grpSpPr>
              <a:xfrm>
                <a:off x="4603750" y="1463675"/>
                <a:ext cx="889000" cy="731837"/>
                <a:chOff x="4603750" y="1463675"/>
                <a:chExt cx="889000" cy="731837"/>
              </a:xfrm>
            </p:grpSpPr>
            <p:sp>
              <p:nvSpPr>
                <p:cNvPr id="226" name="Google Shape;226;p25"/>
                <p:cNvSpPr txBox="1"/>
                <p:nvPr/>
              </p:nvSpPr>
              <p:spPr>
                <a:xfrm>
                  <a:off x="4672012" y="1463675"/>
                  <a:ext cx="752475" cy="7318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2800"/>
                  </a:pPr>
                  <a:r>
                    <a:rPr lang="en-US" sz="2800" b="1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10</a:t>
                  </a:r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endParaRPr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27" name="Google Shape;227;p25"/>
                <p:cNvSpPr txBox="1"/>
                <p:nvPr/>
              </p:nvSpPr>
              <p:spPr>
                <a:xfrm>
                  <a:off x="4603750" y="1463675"/>
                  <a:ext cx="889000" cy="73183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endParaRPr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28" name="Google Shape;228;p25"/>
            <p:cNvSpPr txBox="1"/>
            <p:nvPr/>
          </p:nvSpPr>
          <p:spPr>
            <a:xfrm>
              <a:off x="-4762" y="-4762"/>
              <a:ext cx="5502275" cy="2205037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9" name="Google Shape;229;p25"/>
          <p:cNvSpPr txBox="1"/>
          <p:nvPr/>
        </p:nvSpPr>
        <p:spPr>
          <a:xfrm>
            <a:off x="3048000" y="1447800"/>
            <a:ext cx="142240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600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Bikes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2209800" y="1930400"/>
            <a:ext cx="187960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600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2425701" y="6121400"/>
            <a:ext cx="76612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1981200" y="5410200"/>
            <a:ext cx="8001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GRAPH IT: Put bikes on y-axis and computers on x-axis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828800" y="0"/>
            <a:ext cx="883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99"/>
              </a:buClr>
              <a:buSzPts val="3600"/>
            </a:pPr>
            <a:r>
              <a:rPr lang="en-US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“Possibilities” Table 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1828800" y="2819401"/>
            <a:ext cx="8458200" cy="228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ctr">
              <a:buClr>
                <a:srgbClr val="000099"/>
              </a:buClr>
              <a:buSzPts val="3600"/>
            </a:pPr>
            <a:r>
              <a:rPr lang="en-US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point represents a specific combination of goods that can be produced given full employment of resources.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372600" y="762000"/>
            <a:ext cx="1295400" cy="1981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/>
          <p:nvPr/>
        </p:nvSpPr>
        <p:spPr>
          <a:xfrm>
            <a:off x="3962400" y="2438400"/>
            <a:ext cx="2743200" cy="335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14166" y="5681"/>
                  <a:pt x="28333" y="11363"/>
                  <a:pt x="40000" y="19090"/>
                </a:cubicBezTo>
                <a:cubicBezTo>
                  <a:pt x="51666" y="26818"/>
                  <a:pt x="60555" y="36818"/>
                  <a:pt x="70000" y="46363"/>
                </a:cubicBezTo>
                <a:cubicBezTo>
                  <a:pt x="79444" y="55909"/>
                  <a:pt x="88333" y="64090"/>
                  <a:pt x="96666" y="76363"/>
                </a:cubicBezTo>
                <a:cubicBezTo>
                  <a:pt x="105000" y="88636"/>
                  <a:pt x="116111" y="112727"/>
                  <a:pt x="120000" y="120000"/>
                </a:cubicBezTo>
              </a:path>
            </a:pathLst>
          </a:cu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2" name="Google Shape;252;p27"/>
          <p:cNvGrpSpPr/>
          <p:nvPr/>
        </p:nvGrpSpPr>
        <p:grpSpPr>
          <a:xfrm>
            <a:off x="3948113" y="1981201"/>
            <a:ext cx="4873625" cy="3887787"/>
            <a:chOff x="2786062" y="1463675"/>
            <a:chExt cx="4873625" cy="4405312"/>
          </a:xfrm>
        </p:grpSpPr>
        <p:cxnSp>
          <p:nvCxnSpPr>
            <p:cNvPr id="253" name="Google Shape;253;p27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" name="Google Shape;254;p27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5" name="Google Shape;255;p27"/>
          <p:cNvSpPr txBox="1"/>
          <p:nvPr/>
        </p:nvSpPr>
        <p:spPr>
          <a:xfrm rot="-5400000">
            <a:off x="2366100" y="3447150"/>
            <a:ext cx="1521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Bikes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5334000" y="6172200"/>
            <a:ext cx="26523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3335300" y="1524000"/>
            <a:ext cx="576300" cy="44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3941747" y="5961050"/>
            <a:ext cx="4557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0        2        4       6       8       10</a:t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4800600" y="2895600"/>
            <a:ext cx="157162" cy="157162"/>
          </a:xfrm>
          <a:prstGeom prst="ellipse">
            <a:avLst/>
          </a:prstGeom>
          <a:solidFill>
            <a:srgbClr val="CC0000"/>
          </a:solidFill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5491162" y="3630612"/>
            <a:ext cx="157162" cy="157162"/>
          </a:xfrm>
          <a:prstGeom prst="ellipse">
            <a:avLst/>
          </a:prstGeom>
          <a:solidFill>
            <a:srgbClr val="CC0000"/>
          </a:solidFill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6096000" y="4495800"/>
            <a:ext cx="157162" cy="157162"/>
          </a:xfrm>
          <a:prstGeom prst="ellipse">
            <a:avLst/>
          </a:prstGeom>
          <a:solidFill>
            <a:srgbClr val="CC0000"/>
          </a:solidFill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3886200" y="2362200"/>
            <a:ext cx="157162" cy="157162"/>
          </a:xfrm>
          <a:prstGeom prst="ellipse">
            <a:avLst/>
          </a:prstGeom>
          <a:solidFill>
            <a:srgbClr val="CC0000"/>
          </a:solidFill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6369050" y="3009900"/>
            <a:ext cx="195262" cy="195262"/>
          </a:xfrm>
          <a:prstGeom prst="ellipse">
            <a:avLst/>
          </a:prstGeom>
          <a:solidFill>
            <a:srgbClr val="CC000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3962401" y="2057400"/>
            <a:ext cx="3651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4876801" y="2514600"/>
            <a:ext cx="3651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5562601" y="3200400"/>
            <a:ext cx="3651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6172201" y="4114800"/>
            <a:ext cx="3651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6781801" y="5410200"/>
            <a:ext cx="3508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6670676" y="2944812"/>
            <a:ext cx="37782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3886200" y="4572001"/>
            <a:ext cx="25336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CC0000"/>
              </a:buClr>
              <a:buSzPts val="1800"/>
            </a:pPr>
            <a:r>
              <a:rPr lang="en-US" b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Inefficient/ Unemployment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4953000" y="1676400"/>
            <a:ext cx="39624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Impossible/Unattainable </a:t>
            </a:r>
            <a:endParaRPr/>
          </a:p>
          <a:p>
            <a:pPr algn="ctr"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(given current resources)</a:t>
            </a:r>
            <a:endParaRPr/>
          </a:p>
        </p:txBody>
      </p:sp>
      <p:cxnSp>
        <p:nvCxnSpPr>
          <p:cNvPr id="272" name="Google Shape;272;p27"/>
          <p:cNvCxnSpPr/>
          <p:nvPr/>
        </p:nvCxnSpPr>
        <p:spPr>
          <a:xfrm flipH="1">
            <a:off x="6486525" y="2436813"/>
            <a:ext cx="120650" cy="530225"/>
          </a:xfrm>
          <a:prstGeom prst="straightConnector1">
            <a:avLst/>
          </a:prstGeom>
          <a:noFill/>
          <a:ln w="50800" cap="flat" cmpd="sng">
            <a:solidFill>
              <a:srgbClr val="CC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3" name="Google Shape;273;p27"/>
          <p:cNvSpPr txBox="1"/>
          <p:nvPr/>
        </p:nvSpPr>
        <p:spPr>
          <a:xfrm>
            <a:off x="6096000" y="3810001"/>
            <a:ext cx="3384550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</a:t>
            </a:r>
            <a:endParaRPr/>
          </a:p>
        </p:txBody>
      </p:sp>
      <p:cxnSp>
        <p:nvCxnSpPr>
          <p:cNvPr id="274" name="Google Shape;274;p27"/>
          <p:cNvCxnSpPr/>
          <p:nvPr/>
        </p:nvCxnSpPr>
        <p:spPr>
          <a:xfrm flipH="1">
            <a:off x="6553200" y="4343400"/>
            <a:ext cx="887412" cy="925512"/>
          </a:xfrm>
          <a:prstGeom prst="straightConnector1">
            <a:avLst/>
          </a:prstGeom>
          <a:noFill/>
          <a:ln w="50800" cap="flat" cmpd="sng">
            <a:solidFill>
              <a:srgbClr val="CC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5" name="Google Shape;275;p27"/>
          <p:cNvSpPr txBox="1"/>
          <p:nvPr/>
        </p:nvSpPr>
        <p:spPr>
          <a:xfrm>
            <a:off x="1676400" y="76201"/>
            <a:ext cx="8782050" cy="66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3800"/>
            </a:pPr>
            <a:r>
              <a:rPr lang="en-US" sz="3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6629400" y="5715000"/>
            <a:ext cx="157162" cy="157162"/>
          </a:xfrm>
          <a:prstGeom prst="ellipse">
            <a:avLst/>
          </a:prstGeom>
          <a:solidFill>
            <a:srgbClr val="CC0000"/>
          </a:solidFill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1676400" y="762001"/>
            <a:ext cx="9144000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990000"/>
              </a:buClr>
              <a:buSzPts val="2800"/>
            </a:pPr>
            <a:r>
              <a:rPr lang="en-US" sz="28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the PPC graphically demonstrate scarcity, trade-offs, opportunity costs, and efficiency?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6</a:t>
            </a:fld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1524000" y="6475412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endParaRPr dirty="0"/>
          </a:p>
          <a:p>
            <a:pPr>
              <a:buClr>
                <a:schemeClr val="dk1"/>
              </a:buClr>
              <a:buSzPts val="1000"/>
            </a:pPr>
            <a:r>
              <a:rPr lang="en-US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ACDC Leadership </a:t>
            </a:r>
            <a:r>
              <a:rPr lang="is-IS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B4CB7153-30F1-FB43-CF4E-B9284435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>
            <a:extLst>
              <a:ext uri="{FF2B5EF4-FFF2-40B4-BE49-F238E27FC236}">
                <a16:creationId xmlns:a16="http://schemas.microsoft.com/office/drawing/2014/main" id="{84371854-BF12-8153-054A-9448C970BDA8}"/>
              </a:ext>
            </a:extLst>
          </p:cNvPr>
          <p:cNvSpPr txBox="1"/>
          <p:nvPr/>
        </p:nvSpPr>
        <p:spPr>
          <a:xfrm>
            <a:off x="1562101" y="2641600"/>
            <a:ext cx="39274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2.The opportunity cost of moving from b to d is…</a:t>
            </a:r>
            <a:endParaRPr/>
          </a:p>
        </p:txBody>
      </p:sp>
      <p:sp>
        <p:nvSpPr>
          <p:cNvPr id="286" name="Google Shape;286;p28">
            <a:extLst>
              <a:ext uri="{FF2B5EF4-FFF2-40B4-BE49-F238E27FC236}">
                <a16:creationId xmlns:a16="http://schemas.microsoft.com/office/drawing/2014/main" id="{69A30498-C8B1-B0A7-BC76-246B09BB00B2}"/>
              </a:ext>
            </a:extLst>
          </p:cNvPr>
          <p:cNvSpPr txBox="1"/>
          <p:nvPr/>
        </p:nvSpPr>
        <p:spPr>
          <a:xfrm>
            <a:off x="1562101" y="4394200"/>
            <a:ext cx="45624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4.The opportunity cost of moving from f to c is…</a:t>
            </a:r>
            <a:endParaRPr/>
          </a:p>
        </p:txBody>
      </p:sp>
      <p:sp>
        <p:nvSpPr>
          <p:cNvPr id="287" name="Google Shape;287;p28">
            <a:extLst>
              <a:ext uri="{FF2B5EF4-FFF2-40B4-BE49-F238E27FC236}">
                <a16:creationId xmlns:a16="http://schemas.microsoft.com/office/drawing/2014/main" id="{B0A5DA7E-EB4C-A54F-3A8E-9CD7F088ED08}"/>
              </a:ext>
            </a:extLst>
          </p:cNvPr>
          <p:cNvSpPr txBox="1"/>
          <p:nvPr/>
        </p:nvSpPr>
        <p:spPr>
          <a:xfrm>
            <a:off x="1562101" y="3505200"/>
            <a:ext cx="39528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3.The opportunity cost of moving from d to b is…</a:t>
            </a:r>
            <a:endParaRPr/>
          </a:p>
        </p:txBody>
      </p:sp>
      <p:pic>
        <p:nvPicPr>
          <p:cNvPr id="291" name="Google Shape;291;p28">
            <a:extLst>
              <a:ext uri="{FF2B5EF4-FFF2-40B4-BE49-F238E27FC236}">
                <a16:creationId xmlns:a16="http://schemas.microsoft.com/office/drawing/2014/main" id="{1D3B7030-A5E6-60C8-579C-3794A18F86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46257" b="7955"/>
          <a:stretch/>
        </p:blipFill>
        <p:spPr>
          <a:xfrm>
            <a:off x="6705601" y="1447801"/>
            <a:ext cx="3965575" cy="47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>
            <a:extLst>
              <a:ext uri="{FF2B5EF4-FFF2-40B4-BE49-F238E27FC236}">
                <a16:creationId xmlns:a16="http://schemas.microsoft.com/office/drawing/2014/main" id="{1E6D1C09-52E4-902D-156E-CEEAE044BB89}"/>
              </a:ext>
            </a:extLst>
          </p:cNvPr>
          <p:cNvSpPr txBox="1"/>
          <p:nvPr/>
        </p:nvSpPr>
        <p:spPr>
          <a:xfrm>
            <a:off x="1524001" y="5143500"/>
            <a:ext cx="49561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5.What can you say about point G?</a:t>
            </a:r>
            <a:endParaRPr/>
          </a:p>
        </p:txBody>
      </p:sp>
      <p:sp>
        <p:nvSpPr>
          <p:cNvPr id="294" name="Google Shape;294;p28">
            <a:extLst>
              <a:ext uri="{FF2B5EF4-FFF2-40B4-BE49-F238E27FC236}">
                <a16:creationId xmlns:a16="http://schemas.microsoft.com/office/drawing/2014/main" id="{17BBE035-CAC2-22D5-175C-497FF9134753}"/>
              </a:ext>
            </a:extLst>
          </p:cNvPr>
          <p:cNvSpPr txBox="1"/>
          <p:nvPr/>
        </p:nvSpPr>
        <p:spPr>
          <a:xfrm>
            <a:off x="1524000" y="1816101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1. The opportunity cost of moving from a to b is…</a:t>
            </a:r>
            <a:endParaRPr/>
          </a:p>
        </p:txBody>
      </p:sp>
      <p:sp>
        <p:nvSpPr>
          <p:cNvPr id="295" name="Google Shape;295;p28">
            <a:extLst>
              <a:ext uri="{FF2B5EF4-FFF2-40B4-BE49-F238E27FC236}">
                <a16:creationId xmlns:a16="http://schemas.microsoft.com/office/drawing/2014/main" id="{E9D128CE-5F17-175F-CB8C-AB80096A6FFC}"/>
              </a:ext>
            </a:extLst>
          </p:cNvPr>
          <p:cNvSpPr txBox="1"/>
          <p:nvPr/>
        </p:nvSpPr>
        <p:spPr>
          <a:xfrm>
            <a:off x="1803401" y="1295400"/>
            <a:ext cx="1539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accent2"/>
              </a:buClr>
              <a:buSzPts val="2400"/>
            </a:pPr>
            <a:r>
              <a:rPr lang="en-US" sz="24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sp>
        <p:nvSpPr>
          <p:cNvPr id="296" name="Google Shape;296;p28">
            <a:extLst>
              <a:ext uri="{FF2B5EF4-FFF2-40B4-BE49-F238E27FC236}">
                <a16:creationId xmlns:a16="http://schemas.microsoft.com/office/drawing/2014/main" id="{6E1A0369-45A0-B434-47A7-970E1A085FD0}"/>
              </a:ext>
            </a:extLst>
          </p:cNvPr>
          <p:cNvSpPr txBox="1"/>
          <p:nvPr/>
        </p:nvSpPr>
        <p:spPr>
          <a:xfrm>
            <a:off x="1676400" y="214312"/>
            <a:ext cx="87820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Cost</a:t>
            </a:r>
            <a:endParaRPr/>
          </a:p>
        </p:txBody>
      </p:sp>
      <p:sp>
        <p:nvSpPr>
          <p:cNvPr id="297" name="Google Shape;297;p28">
            <a:extLst>
              <a:ext uri="{FF2B5EF4-FFF2-40B4-BE49-F238E27FC236}">
                <a16:creationId xmlns:a16="http://schemas.microsoft.com/office/drawing/2014/main" id="{96242928-A21D-DCC9-6FF4-B1E2B99476BF}"/>
              </a:ext>
            </a:extLst>
          </p:cNvPr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411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/>
        </p:nvSpPr>
        <p:spPr>
          <a:xfrm>
            <a:off x="4876800" y="2209800"/>
            <a:ext cx="1365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2000"/>
            </a:pPr>
            <a:r>
              <a:rPr lang="en-US" sz="2000" b="1" i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2 Bikes</a:t>
            </a:r>
            <a:endParaRPr dirty="0"/>
          </a:p>
        </p:txBody>
      </p:sp>
      <p:sp>
        <p:nvSpPr>
          <p:cNvPr id="285" name="Google Shape;285;p28"/>
          <p:cNvSpPr txBox="1"/>
          <p:nvPr/>
        </p:nvSpPr>
        <p:spPr>
          <a:xfrm>
            <a:off x="1562101" y="2641600"/>
            <a:ext cx="39274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2.The opportunity cost of moving from b to d is…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1562101" y="4394200"/>
            <a:ext cx="45624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4.The opportunity cost of moving from f to c is…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562101" y="3505200"/>
            <a:ext cx="39528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3.The opportunity cost of moving from d to b is…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5029200" y="2971800"/>
            <a:ext cx="12720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2000"/>
            </a:pPr>
            <a:r>
              <a:rPr lang="en-US" sz="2000" b="1" i="1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7 Bikes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4953000" y="3810000"/>
            <a:ext cx="20076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2000"/>
            </a:pPr>
            <a:r>
              <a:rPr lang="en-US" sz="2000" b="1" i="1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4 Computer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4876800" y="4648200"/>
            <a:ext cx="19050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2000"/>
            </a:pPr>
            <a:r>
              <a:rPr lang="en-US" sz="2000" b="1" i="1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0 Computers</a:t>
            </a:r>
            <a:endParaRPr/>
          </a:p>
        </p:txBody>
      </p:sp>
      <p:pic>
        <p:nvPicPr>
          <p:cNvPr id="291" name="Google Shape;291;p28"/>
          <p:cNvPicPr preferRelativeResize="0"/>
          <p:nvPr/>
        </p:nvPicPr>
        <p:blipFill rotWithShape="1">
          <a:blip r:embed="rId3">
            <a:alphaModFix/>
          </a:blip>
          <a:srcRect r="46257" b="7955"/>
          <a:stretch/>
        </p:blipFill>
        <p:spPr>
          <a:xfrm>
            <a:off x="6705601" y="1447801"/>
            <a:ext cx="3965575" cy="47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1524001" y="5143500"/>
            <a:ext cx="49561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5.What can you say about point G?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3022600" y="5470525"/>
            <a:ext cx="2463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2000"/>
            </a:pPr>
            <a:r>
              <a:rPr lang="en-US" sz="2000" b="1" i="1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Unattainable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1524000" y="1816101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buClr>
                <a:schemeClr val="accent2"/>
              </a:buClr>
              <a:buSzPts val="2000"/>
            </a:pPr>
            <a:r>
              <a:rPr lang="en-US" sz="20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1. The opportunity cost of moving from a to b is…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1803401" y="1295400"/>
            <a:ext cx="1539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accent2"/>
              </a:buClr>
              <a:buSzPts val="2400"/>
            </a:pPr>
            <a:r>
              <a:rPr lang="en-US" sz="24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1676400" y="214312"/>
            <a:ext cx="87820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Cost (Answers)</a:t>
            </a:r>
            <a:endParaRPr dirty="0"/>
          </a:p>
        </p:txBody>
      </p:sp>
      <p:sp>
        <p:nvSpPr>
          <p:cNvPr id="297" name="Google Shape;297;p28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/>
        </p:nvSpPr>
        <p:spPr>
          <a:xfrm>
            <a:off x="2057400" y="1752600"/>
            <a:ext cx="80772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		    0	       1	2	3	4</a:t>
            </a:r>
            <a:endParaRPr dirty="0"/>
          </a:p>
        </p:txBody>
      </p:sp>
      <p:sp>
        <p:nvSpPr>
          <p:cNvPr id="313" name="Google Shape;313;p30"/>
          <p:cNvSpPr txBox="1"/>
          <p:nvPr/>
        </p:nvSpPr>
        <p:spPr>
          <a:xfrm>
            <a:off x="2057400" y="1295400"/>
            <a:ext cx="78676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CALZONES	    4	       3	2	1	0</a:t>
            </a:r>
            <a:endParaRPr dirty="0"/>
          </a:p>
        </p:txBody>
      </p:sp>
      <p:sp>
        <p:nvSpPr>
          <p:cNvPr id="314" name="Google Shape;314;p30"/>
          <p:cNvSpPr txBox="1"/>
          <p:nvPr/>
        </p:nvSpPr>
        <p:spPr>
          <a:xfrm>
            <a:off x="1752600" y="2514601"/>
            <a:ext cx="8915400" cy="255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Clr>
                <a:srgbClr val="000099"/>
              </a:buClr>
              <a:buSzPts val="3200"/>
              <a:buFont typeface="Times New Roman"/>
              <a:buChar char="•"/>
            </a:pPr>
            <a:r>
              <a:rPr lang="en-US" sz="3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the Opportunity Cost of moving from a-b, b-c, c-d, and d-e.</a:t>
            </a:r>
            <a:endParaRPr sz="32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Clr>
                <a:srgbClr val="990000"/>
              </a:buClr>
              <a:buSzPts val="3200"/>
              <a:buFont typeface="Times New Roman"/>
              <a:buChar char="•"/>
            </a:pPr>
            <a:r>
              <a:rPr lang="en-US" sz="3200" b="1" u="sng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Opportunity Cos</a:t>
            </a: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Resources are easily adaptable for producing either good.</a:t>
            </a:r>
            <a:endParaRPr/>
          </a:p>
          <a:p>
            <a:pPr marL="457200" indent="-457200">
              <a:buClr>
                <a:srgbClr val="000099"/>
              </a:buClr>
              <a:buSzPts val="3200"/>
              <a:buFont typeface="Times New Roman"/>
              <a:buChar char="•"/>
            </a:pPr>
            <a:r>
              <a:rPr lang="en-US" sz="3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is a straight line PPC (not common).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3429000" y="762000"/>
            <a:ext cx="67056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1" dirty="0">
                <a:solidFill>
                  <a:srgbClr val="000099"/>
                </a:solidFill>
              </a:rPr>
              <a:t>A         </a:t>
            </a:r>
            <a:r>
              <a:rPr lang="en-US" sz="2800" b="1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 b="1" dirty="0">
                <a:solidFill>
                  <a:srgbClr val="000099"/>
                </a:solidFill>
              </a:rPr>
              <a:t>         </a:t>
            </a:r>
            <a:r>
              <a:rPr lang="en-US" sz="2800" b="1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800" b="1" dirty="0">
                <a:solidFill>
                  <a:srgbClr val="000099"/>
                </a:solidFill>
              </a:rPr>
              <a:t>       </a:t>
            </a:r>
            <a:r>
              <a:rPr lang="en-US" sz="2800" b="1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800" b="1" dirty="0">
                <a:solidFill>
                  <a:srgbClr val="000099"/>
                </a:solidFill>
              </a:rPr>
              <a:t>      </a:t>
            </a:r>
            <a:r>
              <a:rPr lang="en-US" sz="2800" b="1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dirty="0"/>
          </a:p>
        </p:txBody>
      </p:sp>
      <p:sp>
        <p:nvSpPr>
          <p:cNvPr id="317" name="Google Shape;317;p30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9</a:t>
            </a:fld>
            <a:endParaRPr/>
          </a:p>
        </p:txBody>
      </p:sp>
      <p:pic>
        <p:nvPicPr>
          <p:cNvPr id="318" name="Google Shape;318;p30" descr="cartoon_pizz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5029201"/>
            <a:ext cx="1828800" cy="166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 descr="calzone_photosculpture-p153041851095598963tro3_2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2400" y="5086350"/>
            <a:ext cx="17716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/>
          <p:nvPr/>
        </p:nvSpPr>
        <p:spPr>
          <a:xfrm>
            <a:off x="2509723" y="1128779"/>
            <a:ext cx="72390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	       20    19    16     10     0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2509723" y="1585979"/>
            <a:ext cx="7029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ROBOTS		0	1</a:t>
            </a:r>
            <a:r>
              <a:rPr lang="en-US" sz="3200" b="1" dirty="0">
                <a:solidFill>
                  <a:schemeClr val="dk1"/>
                </a:solidFill>
              </a:rPr>
              <a:t>     </a:t>
            </a: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2       3      4</a:t>
            </a:r>
            <a:endParaRPr dirty="0"/>
          </a:p>
        </p:txBody>
      </p:sp>
      <p:sp>
        <p:nvSpPr>
          <p:cNvPr id="327" name="Google Shape;327;p31"/>
          <p:cNvSpPr txBox="1"/>
          <p:nvPr/>
        </p:nvSpPr>
        <p:spPr>
          <a:xfrm>
            <a:off x="1752600" y="2133601"/>
            <a:ext cx="8915400" cy="426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lnSpc>
                <a:spcPct val="95000"/>
              </a:lnSpc>
              <a:buClr>
                <a:srgbClr val="000099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the Opportunity Cost of moving from a-b, b-c, c-d, and d-e.</a:t>
            </a:r>
            <a:endParaRPr dirty="0"/>
          </a:p>
          <a:p>
            <a:pPr marL="457200" indent="-457200">
              <a:lnSpc>
                <a:spcPct val="95000"/>
              </a:lnSpc>
              <a:buClr>
                <a:srgbClr val="990000"/>
              </a:buClr>
              <a:buSzPts val="3200"/>
              <a:buFont typeface="Times New Roman"/>
              <a:buChar char="•"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of Increasing Opportunity Cost</a:t>
            </a:r>
            <a:r>
              <a:rPr lang="en-US" sz="3200" b="1" u="sng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dirty="0"/>
          </a:p>
          <a:p>
            <a:pPr marL="914400" lvl="1" indent="-457200">
              <a:lnSpc>
                <a:spcPct val="95000"/>
              </a:lnSpc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you produce more of any good, the opportunity cost (forgone production of another good) will increase.</a:t>
            </a:r>
            <a:endParaRPr dirty="0"/>
          </a:p>
          <a:p>
            <a:pPr marL="914400" lvl="1" indent="-457200">
              <a:lnSpc>
                <a:spcPct val="95000"/>
              </a:lnSpc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 Resources are NOT easily adaptable to producing both goods.</a:t>
            </a:r>
            <a:endParaRPr dirty="0"/>
          </a:p>
          <a:p>
            <a:pPr marL="457200" indent="-457200">
              <a:lnSpc>
                <a:spcPct val="95000"/>
              </a:lnSpc>
              <a:buClr>
                <a:srgbClr val="000099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is a </a:t>
            </a:r>
            <a:r>
              <a:rPr lang="en-US" sz="3200" b="1" u="sng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bowed out</a:t>
            </a: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(Concave) PPC.</a:t>
            </a:r>
            <a:endParaRPr dirty="0"/>
          </a:p>
        </p:txBody>
      </p:sp>
      <p:sp>
        <p:nvSpPr>
          <p:cNvPr id="329" name="Google Shape;329;p31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245556-A807-DE46-B514-9B317AE958B6}"/>
              </a:ext>
            </a:extLst>
          </p:cNvPr>
          <p:cNvCxnSpPr>
            <a:cxnSpLocks/>
          </p:cNvCxnSpPr>
          <p:nvPr/>
        </p:nvCxnSpPr>
        <p:spPr>
          <a:xfrm>
            <a:off x="164680" y="1134744"/>
            <a:ext cx="118626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28E804-8041-A542-9A21-10940403CD84}"/>
              </a:ext>
            </a:extLst>
          </p:cNvPr>
          <p:cNvSpPr txBox="1"/>
          <p:nvPr/>
        </p:nvSpPr>
        <p:spPr>
          <a:xfrm>
            <a:off x="591667" y="314218"/>
            <a:ext cx="92754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Calibri" panose="020F0502020204030204" pitchFamily="34" charset="0"/>
                <a:cs typeface="Calibri" panose="020F0502020204030204" pitchFamily="34" charset="0"/>
              </a:rPr>
              <a:t>Opportunity Cost</a:t>
            </a: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B748AD4A-0B9E-1D48-BCF0-3229B7992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629" y="3471547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cs typeface="Arial" pitchFamily="34" charset="0"/>
              </a:rPr>
              <a:t>A</a:t>
            </a:r>
            <a:endParaRPr lang="en-US" sz="1400" i="1">
              <a:cs typeface="Arial" pitchFamily="34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E7AC7C2-9B94-8C4A-9C6B-A055C3671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4454" y="5765484"/>
            <a:ext cx="28212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cs typeface="Arial" pitchFamily="34" charset="0"/>
              </a:rPr>
              <a:t>PPC</a:t>
            </a:r>
            <a:endParaRPr lang="en-US" sz="1400" i="1" dirty="0">
              <a:cs typeface="Arial" pitchFamily="34" charset="0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69CA781-7E25-384D-8335-366084794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2416" y="2827022"/>
            <a:ext cx="134938" cy="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4C947A72-4847-3845-8508-F14339FC6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2416" y="3758884"/>
            <a:ext cx="134938" cy="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9A84093A-A01E-8C46-8147-F58FF60A1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2416" y="4222434"/>
            <a:ext cx="134938" cy="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4667FBED-33A6-CF46-A5FF-4A7D9C686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2416" y="4689159"/>
            <a:ext cx="134938" cy="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3739723C-9B6B-7442-9118-E2865F667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2416" y="5159059"/>
            <a:ext cx="134938" cy="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2DB36F4F-5306-9748-B95D-6B963F13E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2416" y="5622609"/>
            <a:ext cx="134938" cy="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91C78B51-CAF2-2546-8EEB-A7EBE42591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7129" y="5941697"/>
            <a:ext cx="0" cy="150812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9806BB99-F07E-5B44-8E42-5256744B92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7079" y="5941697"/>
            <a:ext cx="0" cy="150812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7546A431-4416-D34A-B6C2-7DE580021E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48616" y="5941697"/>
            <a:ext cx="0" cy="150812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D0E9A4D2-6E49-4B40-AE7A-F25E221BF4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21741" y="5941697"/>
            <a:ext cx="0" cy="150812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28E6CB29-7C1F-4746-B0C1-F4C6D06E38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1691" y="5941697"/>
            <a:ext cx="0" cy="150812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5CB21548-7D25-2540-B442-F2A31E3E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529" y="6121084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10</a:t>
            </a:r>
            <a:endParaRPr lang="en-US" sz="1400">
              <a:cs typeface="Arial" pitchFamily="34" charset="0"/>
            </a:endParaRPr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BFB7D836-89D4-2349-9F6D-D78484CEC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654" y="6121084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20</a:t>
            </a:r>
            <a:endParaRPr lang="en-US" sz="1400">
              <a:cs typeface="Arial" pitchFamily="34" charset="0"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C8E241CC-A5A1-0E46-B4F3-4EF37201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0191" y="6121084"/>
            <a:ext cx="1825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30</a:t>
            </a:r>
            <a:endParaRPr lang="en-US" sz="1400">
              <a:cs typeface="Arial" pitchFamily="34" charset="0"/>
            </a:endParaRPr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DEF88CA1-FAD4-A849-81C1-12ACA6182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3316" y="6121084"/>
            <a:ext cx="1825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40</a:t>
            </a:r>
            <a:endParaRPr lang="en-US" sz="1400">
              <a:cs typeface="Arial" pitchFamily="34" charset="0"/>
            </a:endParaRPr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D8C83306-9946-6A47-8B0E-18B4B5DE2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6441" y="6121084"/>
            <a:ext cx="1841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50</a:t>
            </a:r>
            <a:endParaRPr lang="en-US" sz="1400">
              <a:cs typeface="Arial" pitchFamily="34" charset="0"/>
            </a:endParaRP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BA2B15E5-A7AC-D84F-B9C7-D020B4CCF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266" y="6121084"/>
            <a:ext cx="920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0</a:t>
            </a:r>
            <a:endParaRPr lang="en-US" sz="1400">
              <a:cs typeface="Arial" pitchFamily="34" charset="0"/>
            </a:endParaRP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36C69FF9-13AD-0B44-8009-A3D883BD0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254" y="2701609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35</a:t>
            </a:r>
            <a:endParaRPr lang="en-US" sz="1400">
              <a:cs typeface="Arial" pitchFamily="34" charset="0"/>
            </a:endParaRPr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5A7DD569-3572-744D-A441-6C789ED35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254" y="3169922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30</a:t>
            </a:r>
            <a:endParaRPr lang="en-US" sz="1400">
              <a:cs typeface="Arial" pitchFamily="34" charset="0"/>
            </a:endParaRPr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3E13BC9B-F63B-E149-AD70-EDEA14DF3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254" y="3635059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25</a:t>
            </a:r>
            <a:endParaRPr lang="en-US" sz="1400">
              <a:cs typeface="Arial" pitchFamily="34" charset="0"/>
            </a:endParaRPr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79DCFCAA-538F-9D4C-8827-012993468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254" y="4098609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20</a:t>
            </a:r>
            <a:endParaRPr lang="en-US" sz="1400">
              <a:cs typeface="Arial" pitchFamily="34" charset="0"/>
            </a:endParaRPr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9ABD6EA4-48D2-3941-88E6-1137FE51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254" y="4568509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15</a:t>
            </a:r>
            <a:endParaRPr lang="en-US" sz="1400">
              <a:cs typeface="Arial" pitchFamily="34" charset="0"/>
            </a:endParaRPr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C36FB240-6C23-F248-8A7C-1EC883F9D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254" y="5035234"/>
            <a:ext cx="18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10</a:t>
            </a:r>
            <a:endParaRPr lang="en-US" sz="1400">
              <a:cs typeface="Arial" pitchFamily="34" charset="0"/>
            </a:endParaRPr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40C35E73-B4C4-1446-B6E4-1EB59A6AB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266" y="5498784"/>
            <a:ext cx="920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5</a:t>
            </a:r>
            <a:endParaRPr lang="en-US" sz="1400">
              <a:cs typeface="Arial" pitchFamily="34" charset="0"/>
            </a:endParaRPr>
          </a:p>
        </p:txBody>
      </p:sp>
      <p:sp>
        <p:nvSpPr>
          <p:cNvPr id="39" name="Freeform 40">
            <a:extLst>
              <a:ext uri="{FF2B5EF4-FFF2-40B4-BE49-F238E27FC236}">
                <a16:creationId xmlns:a16="http://schemas.microsoft.com/office/drawing/2014/main" id="{4DDA54F4-97E0-DF45-82AC-B30ABA1A378C}"/>
              </a:ext>
            </a:extLst>
          </p:cNvPr>
          <p:cNvSpPr>
            <a:spLocks/>
          </p:cNvSpPr>
          <p:nvPr/>
        </p:nvSpPr>
        <p:spPr bwMode="auto">
          <a:xfrm>
            <a:off x="6432416" y="3290572"/>
            <a:ext cx="3489325" cy="2801937"/>
          </a:xfrm>
          <a:custGeom>
            <a:avLst/>
            <a:gdLst>
              <a:gd name="T0" fmla="*/ 0 w 644"/>
              <a:gd name="T1" fmla="*/ 0 h 484"/>
              <a:gd name="T2" fmla="*/ 2147483647 w 644"/>
              <a:gd name="T3" fmla="*/ 2147483647 h 484"/>
              <a:gd name="T4" fmla="*/ 0 60000 65536"/>
              <a:gd name="T5" fmla="*/ 0 60000 65536"/>
              <a:gd name="T6" fmla="*/ 0 w 644"/>
              <a:gd name="T7" fmla="*/ 0 h 484"/>
              <a:gd name="T8" fmla="*/ 644 w 644"/>
              <a:gd name="T9" fmla="*/ 484 h 4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4" h="484">
                <a:moveTo>
                  <a:pt x="0" y="0"/>
                </a:moveTo>
                <a:cubicBezTo>
                  <a:pt x="226" y="52"/>
                  <a:pt x="644" y="97"/>
                  <a:pt x="644" y="484"/>
                </a:cubicBezTo>
              </a:path>
            </a:pathLst>
          </a:custGeom>
          <a:noFill/>
          <a:ln w="30163">
            <a:solidFill>
              <a:srgbClr val="0076A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Freeform 49">
            <a:extLst>
              <a:ext uri="{FF2B5EF4-FFF2-40B4-BE49-F238E27FC236}">
                <a16:creationId xmlns:a16="http://schemas.microsoft.com/office/drawing/2014/main" id="{AAD56E4B-34EB-F248-9F9A-CE322FF38A4C}"/>
              </a:ext>
            </a:extLst>
          </p:cNvPr>
          <p:cNvSpPr>
            <a:spLocks/>
          </p:cNvSpPr>
          <p:nvPr/>
        </p:nvSpPr>
        <p:spPr bwMode="auto">
          <a:xfrm>
            <a:off x="6432416" y="2101534"/>
            <a:ext cx="5072063" cy="3990975"/>
          </a:xfrm>
          <a:custGeom>
            <a:avLst/>
            <a:gdLst>
              <a:gd name="T0" fmla="*/ 2147483647 w 2212"/>
              <a:gd name="T1" fmla="*/ 2147483647 h 1628"/>
              <a:gd name="T2" fmla="*/ 0 w 2212"/>
              <a:gd name="T3" fmla="*/ 2147483647 h 1628"/>
              <a:gd name="T4" fmla="*/ 0 w 2212"/>
              <a:gd name="T5" fmla="*/ 0 h 1628"/>
              <a:gd name="T6" fmla="*/ 0 60000 65536"/>
              <a:gd name="T7" fmla="*/ 0 60000 65536"/>
              <a:gd name="T8" fmla="*/ 0 60000 65536"/>
              <a:gd name="T9" fmla="*/ 0 w 2212"/>
              <a:gd name="T10" fmla="*/ 0 h 1628"/>
              <a:gd name="T11" fmla="*/ 2212 w 2212"/>
              <a:gd name="T12" fmla="*/ 1628 h 1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" h="1628">
                <a:moveTo>
                  <a:pt x="2212" y="1628"/>
                </a:moveTo>
                <a:lnTo>
                  <a:pt x="0" y="1628"/>
                </a:lnTo>
                <a:lnTo>
                  <a:pt x="0" y="0"/>
                </a:lnTo>
              </a:path>
            </a:pathLst>
          </a:cu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50">
            <a:extLst>
              <a:ext uri="{FF2B5EF4-FFF2-40B4-BE49-F238E27FC236}">
                <a16:creationId xmlns:a16="http://schemas.microsoft.com/office/drawing/2014/main" id="{E2A63742-F834-D144-BEA2-F34F7AEC7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8191" y="2925447"/>
            <a:ext cx="477838" cy="50165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51">
            <a:extLst>
              <a:ext uri="{FF2B5EF4-FFF2-40B4-BE49-F238E27FC236}">
                <a16:creationId xmlns:a16="http://schemas.microsoft.com/office/drawing/2014/main" id="{A8CA82FB-C4E6-4948-BE4D-4EF1D125B4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538" y="3515997"/>
            <a:ext cx="222877" cy="225424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Oval 52">
            <a:extLst>
              <a:ext uri="{FF2B5EF4-FFF2-40B4-BE49-F238E27FC236}">
                <a16:creationId xmlns:a16="http://schemas.microsoft.com/office/drawing/2014/main" id="{37AF6725-305E-EB4E-A8AC-A5CAF3535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341" y="3695384"/>
            <a:ext cx="117475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53">
            <a:extLst>
              <a:ext uri="{FF2B5EF4-FFF2-40B4-BE49-F238E27FC236}">
                <a16:creationId xmlns:a16="http://schemas.microsoft.com/office/drawing/2014/main" id="{B915C668-56EF-AF4F-948E-EB6535F214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6354" y="2954022"/>
            <a:ext cx="0" cy="304690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" name="Group 91">
            <a:extLst>
              <a:ext uri="{FF2B5EF4-FFF2-40B4-BE49-F238E27FC236}">
                <a16:creationId xmlns:a16="http://schemas.microsoft.com/office/drawing/2014/main" id="{086DA4E8-D1D9-594F-93F7-4ED61EE5FB27}"/>
              </a:ext>
            </a:extLst>
          </p:cNvPr>
          <p:cNvGrpSpPr>
            <a:grpSpLocks/>
          </p:cNvGrpSpPr>
          <p:nvPr/>
        </p:nvGrpSpPr>
        <p:grpSpPr bwMode="auto">
          <a:xfrm>
            <a:off x="6746741" y="2403159"/>
            <a:ext cx="1517650" cy="557213"/>
            <a:chOff x="2746153" y="2198862"/>
            <a:chExt cx="1517254" cy="555866"/>
          </a:xfrm>
        </p:grpSpPr>
        <p:sp>
          <p:nvSpPr>
            <p:cNvPr id="47" name="Freeform 54">
              <a:extLst>
                <a:ext uri="{FF2B5EF4-FFF2-40B4-BE49-F238E27FC236}">
                  <a16:creationId xmlns:a16="http://schemas.microsoft.com/office/drawing/2014/main" id="{A844ACF8-16C3-A949-94CB-11E4A7B80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153" y="2198862"/>
              <a:ext cx="1517254" cy="555866"/>
            </a:xfrm>
            <a:custGeom>
              <a:avLst/>
              <a:gdLst>
                <a:gd name="T0" fmla="*/ 2147483647 w 280"/>
                <a:gd name="T1" fmla="*/ 2147483647 h 96"/>
                <a:gd name="T2" fmla="*/ 2147483647 w 280"/>
                <a:gd name="T3" fmla="*/ 2147483647 h 96"/>
                <a:gd name="T4" fmla="*/ 622326080 w 280"/>
                <a:gd name="T5" fmla="*/ 2147483647 h 96"/>
                <a:gd name="T6" fmla="*/ 0 w 280"/>
                <a:gd name="T7" fmla="*/ 2147483647 h 96"/>
                <a:gd name="T8" fmla="*/ 0 w 280"/>
                <a:gd name="T9" fmla="*/ 710582321 h 96"/>
                <a:gd name="T10" fmla="*/ 622326080 w 280"/>
                <a:gd name="T11" fmla="*/ 0 h 96"/>
                <a:gd name="T12" fmla="*/ 2147483647 w 280"/>
                <a:gd name="T13" fmla="*/ 0 h 96"/>
                <a:gd name="T14" fmla="*/ 2147483647 w 280"/>
                <a:gd name="T15" fmla="*/ 710582321 h 96"/>
                <a:gd name="T16" fmla="*/ 2147483647 w 280"/>
                <a:gd name="T17" fmla="*/ 2147483647 h 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0" h="96">
                  <a:moveTo>
                    <a:pt x="280" y="80"/>
                  </a:moveTo>
                  <a:cubicBezTo>
                    <a:pt x="280" y="88"/>
                    <a:pt x="273" y="96"/>
                    <a:pt x="264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7" y="96"/>
                    <a:pt x="0" y="88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3" y="0"/>
                    <a:pt x="280" y="7"/>
                    <a:pt x="280" y="16"/>
                  </a:cubicBezTo>
                  <a:lnTo>
                    <a:pt x="280" y="8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48" name="Rectangle 57">
              <a:extLst>
                <a:ext uri="{FF2B5EF4-FFF2-40B4-BE49-F238E27FC236}">
                  <a16:creationId xmlns:a16="http://schemas.microsoft.com/office/drawing/2014/main" id="{A07BBBFC-08FD-B041-A025-DE664614A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6843" y="2257218"/>
              <a:ext cx="138345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cs typeface="Arial" pitchFamily="34" charset="0"/>
                </a:rPr>
                <a:t>Producing the </a:t>
              </a:r>
              <a:r>
                <a:rPr lang="en-US" sz="1400" b="1" dirty="0">
                  <a:solidFill>
                    <a:srgbClr val="000000"/>
                  </a:solidFill>
                  <a:cs typeface="Arial" pitchFamily="34" charset="0"/>
                </a:rPr>
                <a:t>first</a:t>
              </a:r>
              <a:r>
                <a:rPr lang="en-US" sz="1400" dirty="0">
                  <a:solidFill>
                    <a:srgbClr val="000000"/>
                  </a:solidFill>
                  <a:cs typeface="Arial" pitchFamily="34" charset="0"/>
                </a:rPr>
                <a:t> </a:t>
              </a:r>
            </a:p>
            <a:p>
              <a:r>
                <a:rPr lang="en-US" sz="1400" dirty="0">
                  <a:solidFill>
                    <a:srgbClr val="000000"/>
                  </a:solidFill>
                </a:rPr>
                <a:t>20 fish . . .</a:t>
              </a:r>
              <a:endParaRPr lang="en-US" sz="1400" dirty="0">
                <a:cs typeface="Arial" pitchFamily="34" charset="0"/>
              </a:endParaRPr>
            </a:p>
          </p:txBody>
        </p:sp>
      </p:grpSp>
      <p:sp>
        <p:nvSpPr>
          <p:cNvPr id="49" name="Line 59">
            <a:extLst>
              <a:ext uri="{FF2B5EF4-FFF2-40B4-BE49-F238E27FC236}">
                <a16:creationId xmlns:a16="http://schemas.microsoft.com/office/drawing/2014/main" id="{30E3C424-74C8-1340-AD1A-99B3E8669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53490" y="4593910"/>
            <a:ext cx="282129" cy="1587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" name="Group 94">
            <a:extLst>
              <a:ext uri="{FF2B5EF4-FFF2-40B4-BE49-F238E27FC236}">
                <a16:creationId xmlns:a16="http://schemas.microsoft.com/office/drawing/2014/main" id="{F6BD3FFE-C6ED-9140-837E-C2E52C08888D}"/>
              </a:ext>
            </a:extLst>
          </p:cNvPr>
          <p:cNvGrpSpPr>
            <a:grpSpLocks/>
          </p:cNvGrpSpPr>
          <p:nvPr/>
        </p:nvGrpSpPr>
        <p:grpSpPr bwMode="auto">
          <a:xfrm>
            <a:off x="10228129" y="4360547"/>
            <a:ext cx="1655762" cy="519112"/>
            <a:chOff x="6051009" y="4155271"/>
            <a:chExt cx="1655187" cy="519968"/>
          </a:xfrm>
        </p:grpSpPr>
        <p:sp>
          <p:nvSpPr>
            <p:cNvPr id="51" name="Freeform 60">
              <a:extLst>
                <a:ext uri="{FF2B5EF4-FFF2-40B4-BE49-F238E27FC236}">
                  <a16:creationId xmlns:a16="http://schemas.microsoft.com/office/drawing/2014/main" id="{29A757B5-EA1A-B14A-AA65-86D8C88AB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1009" y="4155271"/>
              <a:ext cx="1655187" cy="519968"/>
            </a:xfrm>
            <a:custGeom>
              <a:avLst/>
              <a:gdLst>
                <a:gd name="T0" fmla="*/ 2147483647 w 227"/>
                <a:gd name="T1" fmla="*/ 1931991340 h 129"/>
                <a:gd name="T2" fmla="*/ 2147483647 w 227"/>
                <a:gd name="T3" fmla="*/ 2147483647 h 129"/>
                <a:gd name="T4" fmla="*/ 1126828480 w 227"/>
                <a:gd name="T5" fmla="*/ 2147483647 h 129"/>
                <a:gd name="T6" fmla="*/ 0 w 227"/>
                <a:gd name="T7" fmla="*/ 1931991340 h 129"/>
                <a:gd name="T8" fmla="*/ 0 w 227"/>
                <a:gd name="T9" fmla="*/ 273555637 h 129"/>
                <a:gd name="T10" fmla="*/ 1126828480 w 227"/>
                <a:gd name="T11" fmla="*/ 0 h 129"/>
                <a:gd name="T12" fmla="*/ 2147483647 w 227"/>
                <a:gd name="T13" fmla="*/ 0 h 129"/>
                <a:gd name="T14" fmla="*/ 2147483647 w 227"/>
                <a:gd name="T15" fmla="*/ 273555637 h 129"/>
                <a:gd name="T16" fmla="*/ 2147483647 w 227"/>
                <a:gd name="T17" fmla="*/ 193199134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129">
                  <a:moveTo>
                    <a:pt x="227" y="113"/>
                  </a:moveTo>
                  <a:cubicBezTo>
                    <a:pt x="227" y="122"/>
                    <a:pt x="220" y="129"/>
                    <a:pt x="211" y="129"/>
                  </a:cubicBezTo>
                  <a:cubicBezTo>
                    <a:pt x="16" y="129"/>
                    <a:pt x="16" y="129"/>
                    <a:pt x="16" y="129"/>
                  </a:cubicBezTo>
                  <a:cubicBezTo>
                    <a:pt x="7" y="129"/>
                    <a:pt x="0" y="122"/>
                    <a:pt x="0" y="1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220" y="0"/>
                    <a:pt x="227" y="8"/>
                    <a:pt x="227" y="16"/>
                  </a:cubicBezTo>
                  <a:lnTo>
                    <a:pt x="227" y="113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52" name="Rectangle 62">
              <a:extLst>
                <a:ext uri="{FF2B5EF4-FFF2-40B4-BE49-F238E27FC236}">
                  <a16:creationId xmlns:a16="http://schemas.microsoft.com/office/drawing/2014/main" id="{69129338-4671-234C-96B2-5C89613FB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180" y="4191983"/>
              <a:ext cx="146360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cs typeface="Arial" pitchFamily="34" charset="0"/>
                </a:rPr>
                <a:t>…requires </a:t>
              </a:r>
              <a:r>
                <a:rPr lang="en-US" sz="1400" dirty="0">
                  <a:solidFill>
                    <a:srgbClr val="000000"/>
                  </a:solidFill>
                </a:rPr>
                <a:t>giving up </a:t>
              </a:r>
            </a:p>
            <a:p>
              <a:r>
                <a:rPr lang="en-US" sz="1400" b="1" i="1" dirty="0">
                  <a:solidFill>
                    <a:srgbClr val="000000"/>
                  </a:solidFill>
                </a:rPr>
                <a:t>25</a:t>
              </a:r>
              <a:r>
                <a:rPr lang="en-US" sz="1400" dirty="0">
                  <a:solidFill>
                    <a:srgbClr val="000000"/>
                  </a:solidFill>
                </a:rPr>
                <a:t> coconuts.</a:t>
              </a:r>
            </a:p>
          </p:txBody>
        </p:sp>
      </p:grpSp>
      <p:grpSp>
        <p:nvGrpSpPr>
          <p:cNvPr id="53" name="Group 92">
            <a:extLst>
              <a:ext uri="{FF2B5EF4-FFF2-40B4-BE49-F238E27FC236}">
                <a16:creationId xmlns:a16="http://schemas.microsoft.com/office/drawing/2014/main" id="{088BD3A7-F25F-064F-971D-9714DA209E06}"/>
              </a:ext>
            </a:extLst>
          </p:cNvPr>
          <p:cNvGrpSpPr>
            <a:grpSpLocks/>
          </p:cNvGrpSpPr>
          <p:nvPr/>
        </p:nvGrpSpPr>
        <p:grpSpPr bwMode="auto">
          <a:xfrm>
            <a:off x="8475529" y="2398397"/>
            <a:ext cx="1598612" cy="555625"/>
            <a:chOff x="4474444" y="2193345"/>
            <a:chExt cx="1598634" cy="555866"/>
          </a:xfrm>
        </p:grpSpPr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CFDE7380-C8E7-1448-BE9C-6B22AAD76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444" y="2193345"/>
              <a:ext cx="1598634" cy="555866"/>
            </a:xfrm>
            <a:custGeom>
              <a:avLst/>
              <a:gdLst>
                <a:gd name="T0" fmla="*/ 2147483647 w 295"/>
                <a:gd name="T1" fmla="*/ 2147483647 h 96"/>
                <a:gd name="T2" fmla="*/ 2147483647 w 295"/>
                <a:gd name="T3" fmla="*/ 2147483647 h 96"/>
                <a:gd name="T4" fmla="*/ 622401689 w 295"/>
                <a:gd name="T5" fmla="*/ 2147483647 h 96"/>
                <a:gd name="T6" fmla="*/ 0 w 295"/>
                <a:gd name="T7" fmla="*/ 2147483647 h 96"/>
                <a:gd name="T8" fmla="*/ 0 w 295"/>
                <a:gd name="T9" fmla="*/ 710582321 h 96"/>
                <a:gd name="T10" fmla="*/ 622401689 w 295"/>
                <a:gd name="T11" fmla="*/ 0 h 96"/>
                <a:gd name="T12" fmla="*/ 2147483647 w 295"/>
                <a:gd name="T13" fmla="*/ 0 h 96"/>
                <a:gd name="T14" fmla="*/ 2147483647 w 295"/>
                <a:gd name="T15" fmla="*/ 710582321 h 96"/>
                <a:gd name="T16" fmla="*/ 2147483647 w 295"/>
                <a:gd name="T17" fmla="*/ 2147483647 h 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5" h="96">
                  <a:moveTo>
                    <a:pt x="295" y="80"/>
                  </a:moveTo>
                  <a:cubicBezTo>
                    <a:pt x="295" y="89"/>
                    <a:pt x="288" y="96"/>
                    <a:pt x="279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8" y="96"/>
                    <a:pt x="0" y="89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8" y="0"/>
                    <a:pt x="16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88" y="0"/>
                    <a:pt x="295" y="8"/>
                    <a:pt x="295" y="16"/>
                  </a:cubicBezTo>
                  <a:lnTo>
                    <a:pt x="295" y="8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55" name="Rectangle 66">
              <a:extLst>
                <a:ext uri="{FF2B5EF4-FFF2-40B4-BE49-F238E27FC236}">
                  <a16:creationId xmlns:a16="http://schemas.microsoft.com/office/drawing/2014/main" id="{37D1F485-7A14-494B-8DB3-C09C710E5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6877" y="2242470"/>
              <a:ext cx="154396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cs typeface="Arial" pitchFamily="34" charset="0"/>
                </a:rPr>
                <a:t>…requires giving </a:t>
              </a:r>
              <a:r>
                <a:rPr lang="en-US" sz="1400" dirty="0">
                  <a:solidFill>
                    <a:srgbClr val="000000"/>
                  </a:solidFill>
                </a:rPr>
                <a:t>up only </a:t>
              </a:r>
              <a:r>
                <a:rPr lang="en-US" sz="1400" b="1" i="1" dirty="0">
                  <a:solidFill>
                    <a:srgbClr val="000000"/>
                  </a:solidFill>
                </a:rPr>
                <a:t>5</a:t>
              </a:r>
              <a:r>
                <a:rPr lang="en-US" sz="1400" dirty="0">
                  <a:solidFill>
                    <a:srgbClr val="000000"/>
                  </a:solidFill>
                </a:rPr>
                <a:t> coconuts</a:t>
              </a:r>
              <a:endParaRPr lang="en-US" sz="1400" dirty="0">
                <a:cs typeface="Arial" pitchFamily="34" charset="0"/>
              </a:endParaRPr>
            </a:p>
          </p:txBody>
        </p:sp>
      </p:grpSp>
      <p:grpSp>
        <p:nvGrpSpPr>
          <p:cNvPr id="56" name="Group 93">
            <a:extLst>
              <a:ext uri="{FF2B5EF4-FFF2-40B4-BE49-F238E27FC236}">
                <a16:creationId xmlns:a16="http://schemas.microsoft.com/office/drawing/2014/main" id="{4C8B4F81-7405-5344-972E-85B8DAA1F835}"/>
              </a:ext>
            </a:extLst>
          </p:cNvPr>
          <p:cNvGrpSpPr>
            <a:grpSpLocks/>
          </p:cNvGrpSpPr>
          <p:nvPr/>
        </p:nvGrpSpPr>
        <p:grpSpPr bwMode="auto">
          <a:xfrm>
            <a:off x="9326429" y="3065147"/>
            <a:ext cx="1389062" cy="554037"/>
            <a:chOff x="5325484" y="2859557"/>
            <a:chExt cx="1389655" cy="554488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CA99D05-EBFE-244B-A6DF-276605EC8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484" y="2859557"/>
              <a:ext cx="1389655" cy="554488"/>
            </a:xfrm>
            <a:custGeom>
              <a:avLst/>
              <a:gdLst>
                <a:gd name="T0" fmla="*/ 2147483647 w 271"/>
                <a:gd name="T1" fmla="*/ 2147483647 h 96"/>
                <a:gd name="T2" fmla="*/ 2147483647 w 271"/>
                <a:gd name="T3" fmla="*/ 2147483647 h 96"/>
                <a:gd name="T4" fmla="*/ 363797100 w 271"/>
                <a:gd name="T5" fmla="*/ 2147483647 h 96"/>
                <a:gd name="T6" fmla="*/ 0 w 271"/>
                <a:gd name="T7" fmla="*/ 2147483647 h 96"/>
                <a:gd name="T8" fmla="*/ 0 w 271"/>
                <a:gd name="T9" fmla="*/ 707064662 h 96"/>
                <a:gd name="T10" fmla="*/ 363797100 w 271"/>
                <a:gd name="T11" fmla="*/ 0 h 96"/>
                <a:gd name="T12" fmla="*/ 2147483647 w 271"/>
                <a:gd name="T13" fmla="*/ 0 h 96"/>
                <a:gd name="T14" fmla="*/ 2147483647 w 271"/>
                <a:gd name="T15" fmla="*/ 707064662 h 96"/>
                <a:gd name="T16" fmla="*/ 2147483647 w 271"/>
                <a:gd name="T17" fmla="*/ 2147483647 h 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1" h="96">
                  <a:moveTo>
                    <a:pt x="271" y="80"/>
                  </a:moveTo>
                  <a:cubicBezTo>
                    <a:pt x="271" y="89"/>
                    <a:pt x="264" y="96"/>
                    <a:pt x="25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7" y="96"/>
                    <a:pt x="0" y="89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64" y="0"/>
                    <a:pt x="271" y="8"/>
                    <a:pt x="271" y="16"/>
                  </a:cubicBezTo>
                  <a:lnTo>
                    <a:pt x="271" y="8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58" name="Rectangle 68">
              <a:extLst>
                <a:ext uri="{FF2B5EF4-FFF2-40B4-BE49-F238E27FC236}">
                  <a16:creationId xmlns:a16="http://schemas.microsoft.com/office/drawing/2014/main" id="{9F8CDDB4-9553-3043-8342-FFD768ACE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8934" y="2919293"/>
              <a:ext cx="116621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cs typeface="Arial" pitchFamily="34" charset="0"/>
                </a:rPr>
                <a:t>But producing </a:t>
              </a:r>
            </a:p>
            <a:p>
              <a:r>
                <a:rPr lang="en-US" sz="1400" dirty="0">
                  <a:solidFill>
                    <a:srgbClr val="000000"/>
                  </a:solidFill>
                  <a:cs typeface="Arial" pitchFamily="34" charset="0"/>
                </a:rPr>
                <a:t>20 </a:t>
              </a:r>
              <a:r>
                <a:rPr lang="en-US" sz="1400" b="1" dirty="0">
                  <a:solidFill>
                    <a:srgbClr val="000000"/>
                  </a:solidFill>
                </a:rPr>
                <a:t>more</a:t>
              </a:r>
              <a:r>
                <a:rPr lang="en-US" sz="1400" dirty="0">
                  <a:solidFill>
                    <a:srgbClr val="000000"/>
                  </a:solidFill>
                </a:rPr>
                <a:t> fish . . .</a:t>
              </a:r>
              <a:endParaRPr lang="en-US" sz="1400" dirty="0">
                <a:cs typeface="Arial" pitchFamily="34" charset="0"/>
              </a:endParaRPr>
            </a:p>
          </p:txBody>
        </p:sp>
      </p:grpSp>
      <p:sp>
        <p:nvSpPr>
          <p:cNvPr id="59" name="Oval 70">
            <a:extLst>
              <a:ext uri="{FF2B5EF4-FFF2-40B4-BE49-F238E27FC236}">
                <a16:creationId xmlns:a16="http://schemas.microsoft.com/office/drawing/2014/main" id="{F17BD386-ED06-B348-8B5C-7220B8708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679" y="3746184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Oval 71">
            <a:extLst>
              <a:ext uri="{FF2B5EF4-FFF2-40B4-BE49-F238E27FC236}">
                <a16:creationId xmlns:a16="http://schemas.microsoft.com/office/drawing/2014/main" id="{1077A73C-FB05-9B4D-A53C-B3EECFC34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104" y="3746184"/>
            <a:ext cx="20637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Oval 72">
            <a:extLst>
              <a:ext uri="{FF2B5EF4-FFF2-40B4-BE49-F238E27FC236}">
                <a16:creationId xmlns:a16="http://schemas.microsoft.com/office/drawing/2014/main" id="{675399E5-5F83-FC4B-BADA-6B24631B7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116" y="3746184"/>
            <a:ext cx="20638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Oval 73">
            <a:extLst>
              <a:ext uri="{FF2B5EF4-FFF2-40B4-BE49-F238E27FC236}">
                <a16:creationId xmlns:a16="http://schemas.microsoft.com/office/drawing/2014/main" id="{76CEE99E-F7A2-7B46-9D80-DA2CC7710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129" y="3746184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Oval 74">
            <a:extLst>
              <a:ext uri="{FF2B5EF4-FFF2-40B4-BE49-F238E27FC236}">
                <a16:creationId xmlns:a16="http://schemas.microsoft.com/office/drawing/2014/main" id="{B8DF8783-1850-684C-932D-32FCBB50E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554" y="3746184"/>
            <a:ext cx="20637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Oval 75">
            <a:extLst>
              <a:ext uri="{FF2B5EF4-FFF2-40B4-BE49-F238E27FC236}">
                <a16:creationId xmlns:a16="http://schemas.microsoft.com/office/drawing/2014/main" id="{83890BB8-FF59-0D43-BE48-BEFF1E3ED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741" y="3746184"/>
            <a:ext cx="20638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Oval 76">
            <a:extLst>
              <a:ext uri="{FF2B5EF4-FFF2-40B4-BE49-F238E27FC236}">
                <a16:creationId xmlns:a16="http://schemas.microsoft.com/office/drawing/2014/main" id="{35B69059-5657-B548-AD41-50C871083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579" y="3746184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Oval 77">
            <a:extLst>
              <a:ext uri="{FF2B5EF4-FFF2-40B4-BE49-F238E27FC236}">
                <a16:creationId xmlns:a16="http://schemas.microsoft.com/office/drawing/2014/main" id="{2BE27714-4C5E-3C4F-9A45-201D4433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416" y="3746184"/>
            <a:ext cx="20638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Oval 78">
            <a:extLst>
              <a:ext uri="{FF2B5EF4-FFF2-40B4-BE49-F238E27FC236}">
                <a16:creationId xmlns:a16="http://schemas.microsoft.com/office/drawing/2014/main" id="{608AE6C4-B96E-5B41-A8D4-30AF7D30B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6191" y="3746184"/>
            <a:ext cx="20638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Oval 79">
            <a:extLst>
              <a:ext uri="{FF2B5EF4-FFF2-40B4-BE49-F238E27FC236}">
                <a16:creationId xmlns:a16="http://schemas.microsoft.com/office/drawing/2014/main" id="{75E79717-66C1-1049-94C0-89925B618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441" y="3746184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Oval 80">
            <a:extLst>
              <a:ext uri="{FF2B5EF4-FFF2-40B4-BE49-F238E27FC236}">
                <a16:creationId xmlns:a16="http://schemas.microsoft.com/office/drawing/2014/main" id="{72E4BA7D-A269-F147-BB2F-0DB488B42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629" y="3746184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Oval 81">
            <a:extLst>
              <a:ext uri="{FF2B5EF4-FFF2-40B4-BE49-F238E27FC236}">
                <a16:creationId xmlns:a16="http://schemas.microsoft.com/office/drawing/2014/main" id="{CF7D9F64-6663-E345-A67D-176DA7BC0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054" y="3746184"/>
            <a:ext cx="20637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Oval 82">
            <a:extLst>
              <a:ext uri="{FF2B5EF4-FFF2-40B4-BE49-F238E27FC236}">
                <a16:creationId xmlns:a16="http://schemas.microsoft.com/office/drawing/2014/main" id="{5B75E72A-C649-594F-B764-B98CCDB8E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9891" y="3746184"/>
            <a:ext cx="23813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Oval 83">
            <a:extLst>
              <a:ext uri="{FF2B5EF4-FFF2-40B4-BE49-F238E27FC236}">
                <a16:creationId xmlns:a16="http://schemas.microsoft.com/office/drawing/2014/main" id="{6617E67F-F587-8B45-A3C5-1212E172B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3079" y="3746184"/>
            <a:ext cx="20637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Oval 84">
            <a:extLst>
              <a:ext uri="{FF2B5EF4-FFF2-40B4-BE49-F238E27FC236}">
                <a16:creationId xmlns:a16="http://schemas.microsoft.com/office/drawing/2014/main" id="{55D88D0D-9760-5142-81A5-E45267155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504" y="3746184"/>
            <a:ext cx="20637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Oval 85">
            <a:extLst>
              <a:ext uri="{FF2B5EF4-FFF2-40B4-BE49-F238E27FC236}">
                <a16:creationId xmlns:a16="http://schemas.microsoft.com/office/drawing/2014/main" id="{7C26C059-F653-BC45-BF33-DD89FAA8B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743259"/>
            <a:ext cx="22225" cy="254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Oval 86">
            <a:extLst>
              <a:ext uri="{FF2B5EF4-FFF2-40B4-BE49-F238E27FC236}">
                <a16:creationId xmlns:a16="http://schemas.microsoft.com/office/drawing/2014/main" id="{2BE7044C-9ABD-DE45-8C22-CDCB8052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641659"/>
            <a:ext cx="22225" cy="2063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Oval 87">
            <a:extLst>
              <a:ext uri="{FF2B5EF4-FFF2-40B4-BE49-F238E27FC236}">
                <a16:creationId xmlns:a16="http://schemas.microsoft.com/office/drawing/2014/main" id="{8D82C5ED-D863-8B48-8304-46FB561D7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849622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Oval 88">
            <a:extLst>
              <a:ext uri="{FF2B5EF4-FFF2-40B4-BE49-F238E27FC236}">
                <a16:creationId xmlns:a16="http://schemas.microsoft.com/office/drawing/2014/main" id="{CE0CA4D9-A988-8843-B31F-2D90808DC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535297"/>
            <a:ext cx="22225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Oval 89">
            <a:extLst>
              <a:ext uri="{FF2B5EF4-FFF2-40B4-BE49-F238E27FC236}">
                <a16:creationId xmlns:a16="http://schemas.microsoft.com/office/drawing/2014/main" id="{3966548E-2749-C546-835A-CB04CF631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432109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Oval 90">
            <a:extLst>
              <a:ext uri="{FF2B5EF4-FFF2-40B4-BE49-F238E27FC236}">
                <a16:creationId xmlns:a16="http://schemas.microsoft.com/office/drawing/2014/main" id="{94BB2347-526F-AD48-AD1C-D9DC437F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325747"/>
            <a:ext cx="22225" cy="254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Oval 91">
            <a:extLst>
              <a:ext uri="{FF2B5EF4-FFF2-40B4-BE49-F238E27FC236}">
                <a16:creationId xmlns:a16="http://schemas.microsoft.com/office/drawing/2014/main" id="{96722247-65CD-E44D-94FF-8DD446566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224147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Oval 92">
            <a:extLst>
              <a:ext uri="{FF2B5EF4-FFF2-40B4-BE49-F238E27FC236}">
                <a16:creationId xmlns:a16="http://schemas.microsoft.com/office/drawing/2014/main" id="{50754100-D22E-7A44-A43A-E61BC2A33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117784"/>
            <a:ext cx="22225" cy="254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Oval 93">
            <a:extLst>
              <a:ext uri="{FF2B5EF4-FFF2-40B4-BE49-F238E27FC236}">
                <a16:creationId xmlns:a16="http://schemas.microsoft.com/office/drawing/2014/main" id="{F8ACDE3B-67FA-6A4D-B638-061077CDB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5016184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Oval 94">
            <a:extLst>
              <a:ext uri="{FF2B5EF4-FFF2-40B4-BE49-F238E27FC236}">
                <a16:creationId xmlns:a16="http://schemas.microsoft.com/office/drawing/2014/main" id="{7DC52D8B-118A-9A4B-8431-CCE526401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909822"/>
            <a:ext cx="22225" cy="254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Oval 95">
            <a:extLst>
              <a:ext uri="{FF2B5EF4-FFF2-40B4-BE49-F238E27FC236}">
                <a16:creationId xmlns:a16="http://schemas.microsoft.com/office/drawing/2014/main" id="{51C93381-8495-9941-A578-D1A99464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811397"/>
            <a:ext cx="22225" cy="254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Oval 96">
            <a:extLst>
              <a:ext uri="{FF2B5EF4-FFF2-40B4-BE49-F238E27FC236}">
                <a16:creationId xmlns:a16="http://schemas.microsoft.com/office/drawing/2014/main" id="{B7012445-2A36-4341-BD20-D3D83B49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709797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Oval 97">
            <a:extLst>
              <a:ext uri="{FF2B5EF4-FFF2-40B4-BE49-F238E27FC236}">
                <a16:creationId xmlns:a16="http://schemas.microsoft.com/office/drawing/2014/main" id="{A9DD78BB-66F1-D842-AFEF-C4E368153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603434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Oval 98">
            <a:extLst>
              <a:ext uri="{FF2B5EF4-FFF2-40B4-BE49-F238E27FC236}">
                <a16:creationId xmlns:a16="http://schemas.microsoft.com/office/drawing/2014/main" id="{199DAE89-193B-7849-96E4-098FA7B98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498659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Oval 99">
            <a:extLst>
              <a:ext uri="{FF2B5EF4-FFF2-40B4-BE49-F238E27FC236}">
                <a16:creationId xmlns:a16="http://schemas.microsoft.com/office/drawing/2014/main" id="{A65375C0-DF1C-B246-863F-4BCB6E5D7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395472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Oval 100">
            <a:extLst>
              <a:ext uri="{FF2B5EF4-FFF2-40B4-BE49-F238E27FC236}">
                <a16:creationId xmlns:a16="http://schemas.microsoft.com/office/drawing/2014/main" id="{2AFB79AD-D2E7-064D-B1C0-268B59AB0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290697"/>
            <a:ext cx="22225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Oval 101">
            <a:extLst>
              <a:ext uri="{FF2B5EF4-FFF2-40B4-BE49-F238E27FC236}">
                <a16:creationId xmlns:a16="http://schemas.microsoft.com/office/drawing/2014/main" id="{FD5B5E37-7483-C64A-A2A3-F6303064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187509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Oval 102">
            <a:extLst>
              <a:ext uri="{FF2B5EF4-FFF2-40B4-BE49-F238E27FC236}">
                <a16:creationId xmlns:a16="http://schemas.microsoft.com/office/drawing/2014/main" id="{B6EEF2D2-1F81-0E4A-96F1-481A04CE0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4082734"/>
            <a:ext cx="22225" cy="238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Oval 103">
            <a:extLst>
              <a:ext uri="{FF2B5EF4-FFF2-40B4-BE49-F238E27FC236}">
                <a16:creationId xmlns:a16="http://schemas.microsoft.com/office/drawing/2014/main" id="{CECFDF52-6D44-F742-A73B-41D8AC832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3979547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Oval 104">
            <a:extLst>
              <a:ext uri="{FF2B5EF4-FFF2-40B4-BE49-F238E27FC236}">
                <a16:creationId xmlns:a16="http://schemas.microsoft.com/office/drawing/2014/main" id="{960698A2-3873-054B-B09B-AFDF2947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966" y="3874772"/>
            <a:ext cx="22225" cy="222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Rectangle 105">
            <a:extLst>
              <a:ext uri="{FF2B5EF4-FFF2-40B4-BE49-F238E27FC236}">
                <a16:creationId xmlns:a16="http://schemas.microsoft.com/office/drawing/2014/main" id="{0AF01A11-F19A-7946-A42D-A9D10DC61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849" y="2041282"/>
            <a:ext cx="10564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1600" b="1" dirty="0">
                <a:solidFill>
                  <a:srgbClr val="000000"/>
                </a:solidFill>
                <a:cs typeface="Arial" pitchFamily="34" charset="0"/>
              </a:rPr>
              <a:t>Quantity</a:t>
            </a:r>
          </a:p>
          <a:p>
            <a:pPr algn="r"/>
            <a:r>
              <a:rPr lang="en-US" sz="1600" b="1" dirty="0">
                <a:solidFill>
                  <a:srgbClr val="000000"/>
                </a:solidFill>
                <a:cs typeface="Arial" pitchFamily="34" charset="0"/>
              </a:rPr>
              <a:t>of coconuts</a:t>
            </a:r>
            <a:endParaRPr lang="en-US" sz="1600" b="1" dirty="0">
              <a:cs typeface="Arial" pitchFamily="34" charset="0"/>
            </a:endParaRPr>
          </a:p>
        </p:txBody>
      </p:sp>
      <p:sp>
        <p:nvSpPr>
          <p:cNvPr id="95" name="Rectangle 106">
            <a:extLst>
              <a:ext uri="{FF2B5EF4-FFF2-40B4-BE49-F238E27FC236}">
                <a16:creationId xmlns:a16="http://schemas.microsoft.com/office/drawing/2014/main" id="{464FF092-6FB9-1948-979C-CA19A45FD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7329" y="6279455"/>
            <a:ext cx="13271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cs typeface="Arial" pitchFamily="34" charset="0"/>
              </a:rPr>
              <a:t>Quantity of fish</a:t>
            </a:r>
            <a:endParaRPr lang="en-US" sz="1600" b="1" dirty="0">
              <a:cs typeface="Arial" pitchFamily="34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36F0746-FE6A-CC48-B41C-DEFEC72206A7}"/>
              </a:ext>
            </a:extLst>
          </p:cNvPr>
          <p:cNvCxnSpPr/>
          <p:nvPr/>
        </p:nvCxnSpPr>
        <p:spPr>
          <a:xfrm>
            <a:off x="6429241" y="3269934"/>
            <a:ext cx="1720850" cy="158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9D88F94-CAA4-DF45-9A84-07A946BE25B0}"/>
              </a:ext>
            </a:extLst>
          </p:cNvPr>
          <p:cNvCxnSpPr/>
          <p:nvPr/>
        </p:nvCxnSpPr>
        <p:spPr>
          <a:xfrm>
            <a:off x="8229466" y="3744597"/>
            <a:ext cx="1720850" cy="158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38C6EB2-D13B-3C4E-9C5E-A57B5CE8249D}"/>
              </a:ext>
            </a:extLst>
          </p:cNvPr>
          <p:cNvCxnSpPr/>
          <p:nvPr/>
        </p:nvCxnSpPr>
        <p:spPr>
          <a:xfrm rot="5400000">
            <a:off x="8858116" y="4843147"/>
            <a:ext cx="2195513" cy="158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8C14123-8EE4-394F-AADC-95BD5EC58922}"/>
              </a:ext>
            </a:extLst>
          </p:cNvPr>
          <p:cNvCxnSpPr/>
          <p:nvPr/>
        </p:nvCxnSpPr>
        <p:spPr>
          <a:xfrm rot="5400000">
            <a:off x="7960384" y="3478691"/>
            <a:ext cx="42386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BA6550-C7EB-3049-987D-52BB2FA0B7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366" y="1671663"/>
            <a:ext cx="6756952" cy="394232"/>
          </a:xfrm>
          <a:prstGeom prst="rect">
            <a:avLst/>
          </a:prstGeom>
        </p:spPr>
      </p:pic>
      <p:sp>
        <p:nvSpPr>
          <p:cNvPr id="100" name="Rectangle 3">
            <a:extLst>
              <a:ext uri="{FF2B5EF4-FFF2-40B4-BE49-F238E27FC236}">
                <a16:creationId xmlns:a16="http://schemas.microsoft.com/office/drawing/2014/main" id="{A0D8BE17-908E-E649-987C-7AF16218E8D7}"/>
              </a:ext>
            </a:extLst>
          </p:cNvPr>
          <p:cNvSpPr txBox="1">
            <a:spLocks noChangeArrowheads="1"/>
          </p:cNvSpPr>
          <p:nvPr/>
        </p:nvSpPr>
        <p:spPr>
          <a:xfrm>
            <a:off x="797608" y="1671663"/>
            <a:ext cx="4251660" cy="22082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0"/>
          <a:lstStyle/>
          <a:p>
            <a:r>
              <a:rPr lang="en-US" sz="3200" dirty="0"/>
              <a:t>This </a:t>
            </a:r>
            <a:r>
              <a:rPr lang="en-US" sz="3200" b="1" dirty="0"/>
              <a:t>PPC</a:t>
            </a:r>
            <a:r>
              <a:rPr lang="en-US" sz="3200" b="1" i="1" dirty="0"/>
              <a:t> </a:t>
            </a:r>
            <a:r>
              <a:rPr lang="en-US" sz="3200" dirty="0"/>
              <a:t>shows the </a:t>
            </a:r>
            <a:r>
              <a:rPr lang="en-US" sz="3200" b="1" i="1" dirty="0"/>
              <a:t>increasing</a:t>
            </a:r>
            <a:r>
              <a:rPr lang="en-US" sz="3200" b="1" dirty="0"/>
              <a:t> </a:t>
            </a:r>
            <a:r>
              <a:rPr lang="en-US" sz="3200" b="1" i="1" dirty="0"/>
              <a:t>opportunity cost </a:t>
            </a:r>
            <a:r>
              <a:rPr lang="en-US" sz="3200" dirty="0"/>
              <a:t>of producing fish in terms of coconuts lost.</a:t>
            </a: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4C1E0264-9AF7-524B-BFA4-A65E4D019056}"/>
              </a:ext>
            </a:extLst>
          </p:cNvPr>
          <p:cNvSpPr txBox="1">
            <a:spLocks noChangeArrowheads="1"/>
          </p:cNvSpPr>
          <p:nvPr/>
        </p:nvSpPr>
        <p:spPr>
          <a:xfrm>
            <a:off x="792347" y="4290697"/>
            <a:ext cx="4251660" cy="22082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0"/>
          <a:lstStyle/>
          <a:p>
            <a:r>
              <a:rPr lang="en-US" sz="3200" dirty="0"/>
              <a:t>The concave or </a:t>
            </a:r>
            <a:r>
              <a:rPr lang="en-US" sz="3200" b="1" dirty="0"/>
              <a:t>bowed-out</a:t>
            </a:r>
            <a:r>
              <a:rPr lang="en-US" sz="3200" dirty="0"/>
              <a:t> shape of the </a:t>
            </a:r>
            <a:r>
              <a:rPr lang="en-US" sz="3200" b="1" dirty="0"/>
              <a:t>PPC</a:t>
            </a:r>
            <a:r>
              <a:rPr lang="en-US" sz="3200" b="1" i="1" dirty="0"/>
              <a:t> </a:t>
            </a:r>
            <a:r>
              <a:rPr lang="en-US" sz="3200" dirty="0"/>
              <a:t>reflects an increasing opportunity cost. </a:t>
            </a:r>
          </a:p>
        </p:txBody>
      </p:sp>
    </p:spTree>
    <p:extLst>
      <p:ext uri="{BB962C8B-B14F-4D97-AF65-F5344CB8AC3E}">
        <p14:creationId xmlns:p14="http://schemas.microsoft.com/office/powerpoint/2010/main" val="278742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5" grpId="0" animBg="1"/>
      <p:bldP spid="49" grpId="0" animBg="1"/>
      <p:bldP spid="10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 txBox="1"/>
          <p:nvPr/>
        </p:nvSpPr>
        <p:spPr>
          <a:xfrm>
            <a:off x="3352800" y="1543050"/>
            <a:ext cx="697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39"/>
          <p:cNvSpPr txBox="1"/>
          <p:nvPr/>
        </p:nvSpPr>
        <p:spPr>
          <a:xfrm>
            <a:off x="1524000" y="2667001"/>
            <a:ext cx="8915400" cy="19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ctr">
              <a:buClr>
                <a:schemeClr val="dk1"/>
              </a:buClr>
              <a:buSzPts val="6000"/>
            </a:pPr>
            <a:r>
              <a:rPr lang="en-US" sz="6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Shifting the Production Possibilities Curve</a:t>
            </a:r>
            <a:endParaRPr/>
          </a:p>
        </p:txBody>
      </p:sp>
      <p:sp>
        <p:nvSpPr>
          <p:cNvPr id="444" name="Google Shape;444;p39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1" descr="http://www.youtube.com/yt/brand/media/image/YouTube-icon-full_colo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1" y="6144137"/>
            <a:ext cx="820737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67651" y="983039"/>
            <a:ext cx="7903675" cy="44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/>
        </p:nvSpPr>
        <p:spPr>
          <a:xfrm>
            <a:off x="1866900" y="774700"/>
            <a:ext cx="8458200" cy="277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Key Assumptions Revisited</a:t>
            </a:r>
            <a:endParaRPr/>
          </a:p>
          <a:p>
            <a:pPr marL="457200" indent="-457200">
              <a:buClr>
                <a:srgbClr val="000099"/>
              </a:buClr>
              <a:buSzPts val="3200"/>
              <a:buFont typeface="Times New Roman"/>
              <a:buChar char="•"/>
            </a:pPr>
            <a:r>
              <a:rPr lang="en-US" sz="3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two goods can be produced </a:t>
            </a:r>
            <a:endParaRPr/>
          </a:p>
          <a:p>
            <a:pPr marL="457200" indent="-457200">
              <a:buClr>
                <a:srgbClr val="000099"/>
              </a:buClr>
              <a:buSzPts val="3200"/>
              <a:buFont typeface="Times New Roman"/>
              <a:buChar char="•"/>
            </a:pPr>
            <a:r>
              <a:rPr lang="en-US" sz="3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employment of resources</a:t>
            </a:r>
            <a:endParaRPr/>
          </a:p>
          <a:p>
            <a:pPr marL="457200" indent="-457200">
              <a:buClr>
                <a:srgbClr val="009900"/>
              </a:buClr>
              <a:buSzPts val="4000"/>
              <a:buFont typeface="Times New Roman"/>
              <a:buChar char="•"/>
            </a:pPr>
            <a:r>
              <a:rPr lang="en-US" sz="40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Resources (4 Factors)</a:t>
            </a:r>
            <a:endParaRPr/>
          </a:p>
          <a:p>
            <a:pPr marL="457200" indent="-457200">
              <a:buClr>
                <a:srgbClr val="009900"/>
              </a:buClr>
              <a:buSzPts val="4000"/>
              <a:buFont typeface="Times New Roman"/>
              <a:buChar char="•"/>
            </a:pPr>
            <a:r>
              <a:rPr lang="en-US" sz="40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Technology</a:t>
            </a:r>
            <a:endParaRPr/>
          </a:p>
        </p:txBody>
      </p:sp>
      <p:sp>
        <p:nvSpPr>
          <p:cNvPr id="468" name="Google Shape;468;p42"/>
          <p:cNvSpPr txBox="1"/>
          <p:nvPr/>
        </p:nvSpPr>
        <p:spPr>
          <a:xfrm>
            <a:off x="1866900" y="3733800"/>
            <a:ext cx="8591550" cy="292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ctr">
              <a:buClr>
                <a:schemeClr val="dk1"/>
              </a:buClr>
              <a:buSzPts val="3600"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there is a change?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ctr">
              <a:buClr>
                <a:srgbClr val="990000"/>
              </a:buClr>
              <a:buSzPts val="4800"/>
            </a:pPr>
            <a:r>
              <a:rPr lang="en-US" sz="48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Shifters of the PPC</a:t>
            </a:r>
            <a:endParaRPr dirty="0"/>
          </a:p>
          <a:p>
            <a:pPr marL="914400" lvl="1" indent="-457200">
              <a:buClr>
                <a:srgbClr val="000099"/>
              </a:buClr>
              <a:buSzPts val="3400"/>
            </a:pPr>
            <a:r>
              <a:rPr lang="en-US" sz="34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Change in resource quantity or quality </a:t>
            </a:r>
            <a:r>
              <a:rPr lang="en-US" sz="24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914400" lvl="1" indent="-457200">
              <a:buClr>
                <a:srgbClr val="000099"/>
              </a:buClr>
              <a:buSzPts val="3400"/>
            </a:pPr>
            <a:r>
              <a:rPr lang="en-US" sz="34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Change in Technology</a:t>
            </a:r>
            <a:endParaRPr sz="24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457200">
              <a:buClr>
                <a:srgbClr val="000099"/>
              </a:buClr>
              <a:buSzPts val="3400"/>
            </a:pPr>
            <a:r>
              <a:rPr lang="en-US" sz="34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Change in Trade </a:t>
            </a:r>
            <a:r>
              <a:rPr lang="en-US" sz="28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(allows more consumption)</a:t>
            </a:r>
            <a:endParaRPr sz="1100" dirty="0"/>
          </a:p>
        </p:txBody>
      </p:sp>
      <p:sp>
        <p:nvSpPr>
          <p:cNvPr id="469" name="Google Shape;469;p42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14</a:t>
            </a:fld>
            <a:endParaRPr/>
          </a:p>
        </p:txBody>
      </p:sp>
      <p:sp>
        <p:nvSpPr>
          <p:cNvPr id="470" name="Google Shape;470;p42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"/>
          <p:cNvSpPr/>
          <p:nvPr/>
        </p:nvSpPr>
        <p:spPr>
          <a:xfrm>
            <a:off x="3810001" y="2667000"/>
            <a:ext cx="2206625" cy="3084512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7" name="Google Shape;477;p43"/>
          <p:cNvGrpSpPr/>
          <p:nvPr/>
        </p:nvGrpSpPr>
        <p:grpSpPr>
          <a:xfrm>
            <a:off x="3797301" y="1381125"/>
            <a:ext cx="4873625" cy="4405312"/>
            <a:chOff x="2786062" y="1463675"/>
            <a:chExt cx="4873625" cy="4405312"/>
          </a:xfrm>
        </p:grpSpPr>
        <p:cxnSp>
          <p:nvCxnSpPr>
            <p:cNvPr id="478" name="Google Shape;478;p43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9" name="Google Shape;479;p43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80" name="Google Shape;480;p43"/>
          <p:cNvSpPr txBox="1"/>
          <p:nvPr/>
        </p:nvSpPr>
        <p:spPr>
          <a:xfrm rot="-5400000">
            <a:off x="2239169" y="3164681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481" name="Google Shape;481;p43"/>
          <p:cNvSpPr txBox="1"/>
          <p:nvPr/>
        </p:nvSpPr>
        <p:spPr>
          <a:xfrm>
            <a:off x="5410200" y="5867400"/>
            <a:ext cx="16662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</a:t>
            </a:r>
            <a:endParaRPr/>
          </a:p>
        </p:txBody>
      </p:sp>
      <p:sp>
        <p:nvSpPr>
          <p:cNvPr id="482" name="Google Shape;482;p43"/>
          <p:cNvSpPr txBox="1"/>
          <p:nvPr/>
        </p:nvSpPr>
        <p:spPr>
          <a:xfrm>
            <a:off x="5562600" y="990601"/>
            <a:ext cx="4760912" cy="2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990000"/>
              </a:buClr>
              <a:buSzPts val="4000"/>
            </a:pPr>
            <a:r>
              <a:rPr lang="en-US" sz="40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if there is an increase in </a:t>
            </a:r>
            <a:r>
              <a:rPr lang="en-US" sz="36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population?</a:t>
            </a:r>
            <a:endParaRPr/>
          </a:p>
          <a:p>
            <a:endParaRPr sz="36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43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15</a:t>
            </a:fld>
            <a:endParaRPr/>
          </a:p>
        </p:txBody>
      </p:sp>
      <p:sp>
        <p:nvSpPr>
          <p:cNvPr id="484" name="Google Shape;484;p43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4"/>
          <p:cNvSpPr/>
          <p:nvPr/>
        </p:nvSpPr>
        <p:spPr>
          <a:xfrm>
            <a:off x="3810000" y="1828800"/>
            <a:ext cx="3200400" cy="3962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44"/>
          <p:cNvSpPr/>
          <p:nvPr/>
        </p:nvSpPr>
        <p:spPr>
          <a:xfrm>
            <a:off x="3810001" y="2667000"/>
            <a:ext cx="2206625" cy="3084512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2" name="Google Shape;492;p44"/>
          <p:cNvGrpSpPr/>
          <p:nvPr/>
        </p:nvGrpSpPr>
        <p:grpSpPr>
          <a:xfrm>
            <a:off x="3797301" y="1381125"/>
            <a:ext cx="4873625" cy="4405312"/>
            <a:chOff x="2786062" y="1463675"/>
            <a:chExt cx="4873625" cy="4405312"/>
          </a:xfrm>
        </p:grpSpPr>
        <p:cxnSp>
          <p:nvCxnSpPr>
            <p:cNvPr id="493" name="Google Shape;493;p44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4" name="Google Shape;494;p44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95" name="Google Shape;495;p44"/>
          <p:cNvSpPr txBox="1"/>
          <p:nvPr/>
        </p:nvSpPr>
        <p:spPr>
          <a:xfrm rot="-5400000">
            <a:off x="2239169" y="3164681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496" name="Google Shape;496;p44"/>
          <p:cNvSpPr txBox="1"/>
          <p:nvPr/>
        </p:nvSpPr>
        <p:spPr>
          <a:xfrm>
            <a:off x="5410200" y="5791200"/>
            <a:ext cx="17025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</a:t>
            </a:r>
            <a:endParaRPr/>
          </a:p>
        </p:txBody>
      </p:sp>
      <p:sp>
        <p:nvSpPr>
          <p:cNvPr id="497" name="Google Shape;497;p44"/>
          <p:cNvSpPr txBox="1"/>
          <p:nvPr/>
        </p:nvSpPr>
        <p:spPr>
          <a:xfrm>
            <a:off x="5562600" y="990601"/>
            <a:ext cx="4760912" cy="2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990000"/>
              </a:buClr>
              <a:buSzPts val="4000"/>
            </a:pPr>
            <a:r>
              <a:rPr lang="en-US" sz="40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if there is an increase in </a:t>
            </a:r>
            <a:r>
              <a:rPr lang="en-US" sz="36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population?</a:t>
            </a:r>
            <a:endParaRPr/>
          </a:p>
          <a:p>
            <a:endParaRPr sz="36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44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16</a:t>
            </a:fld>
            <a:endParaRPr/>
          </a:p>
        </p:txBody>
      </p:sp>
      <p:sp>
        <p:nvSpPr>
          <p:cNvPr id="499" name="Google Shape;499;p44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  <p:sp>
        <p:nvSpPr>
          <p:cNvPr id="500" name="Google Shape;500;p44"/>
          <p:cNvSpPr/>
          <p:nvPr/>
        </p:nvSpPr>
        <p:spPr>
          <a:xfrm rot="-2340000">
            <a:off x="5489575" y="3121025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"/>
          <p:cNvSpPr/>
          <p:nvPr/>
        </p:nvSpPr>
        <p:spPr>
          <a:xfrm>
            <a:off x="3810001" y="2667000"/>
            <a:ext cx="2206625" cy="3084512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7" name="Google Shape;507;p45"/>
          <p:cNvGrpSpPr/>
          <p:nvPr/>
        </p:nvGrpSpPr>
        <p:grpSpPr>
          <a:xfrm>
            <a:off x="3797301" y="1381125"/>
            <a:ext cx="4873625" cy="4405312"/>
            <a:chOff x="2786062" y="1463675"/>
            <a:chExt cx="4873625" cy="4405312"/>
          </a:xfrm>
        </p:grpSpPr>
        <p:cxnSp>
          <p:nvCxnSpPr>
            <p:cNvPr id="508" name="Google Shape;508;p45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9" name="Google Shape;509;p45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10" name="Google Shape;510;p45"/>
          <p:cNvSpPr txBox="1"/>
          <p:nvPr/>
        </p:nvSpPr>
        <p:spPr>
          <a:xfrm rot="-5400000">
            <a:off x="2239169" y="3164681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511" name="Google Shape;511;p45"/>
          <p:cNvSpPr txBox="1"/>
          <p:nvPr/>
        </p:nvSpPr>
        <p:spPr>
          <a:xfrm>
            <a:off x="5410200" y="5791200"/>
            <a:ext cx="16662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</a:t>
            </a:r>
            <a:endParaRPr/>
          </a:p>
        </p:txBody>
      </p:sp>
      <p:sp>
        <p:nvSpPr>
          <p:cNvPr id="512" name="Google Shape;512;p45"/>
          <p:cNvSpPr txBox="1"/>
          <p:nvPr/>
        </p:nvSpPr>
        <p:spPr>
          <a:xfrm>
            <a:off x="5181600" y="1066801"/>
            <a:ext cx="5294312" cy="222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990000"/>
              </a:buClr>
              <a:buSzPts val="3600"/>
            </a:pPr>
            <a:r>
              <a:rPr lang="en-US" sz="36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there is a technology improvement in pizza ovens?</a:t>
            </a:r>
            <a:r>
              <a:rPr lang="en-US" sz="20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32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45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17</a:t>
            </a:fld>
            <a:endParaRPr/>
          </a:p>
        </p:txBody>
      </p:sp>
      <p:sp>
        <p:nvSpPr>
          <p:cNvPr id="514" name="Google Shape;514;p45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/>
          <p:nvPr/>
        </p:nvSpPr>
        <p:spPr>
          <a:xfrm>
            <a:off x="3886200" y="2667000"/>
            <a:ext cx="3429000" cy="3084512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3810001" y="2667000"/>
            <a:ext cx="2206625" cy="3084512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22" name="Google Shape;522;p46"/>
          <p:cNvGrpSpPr/>
          <p:nvPr/>
        </p:nvGrpSpPr>
        <p:grpSpPr>
          <a:xfrm>
            <a:off x="3797301" y="1381125"/>
            <a:ext cx="4873625" cy="4405312"/>
            <a:chOff x="2786062" y="1463675"/>
            <a:chExt cx="4873625" cy="4405312"/>
          </a:xfrm>
        </p:grpSpPr>
        <p:cxnSp>
          <p:nvCxnSpPr>
            <p:cNvPr id="523" name="Google Shape;523;p46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4" name="Google Shape;524;p46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5" name="Google Shape;525;p46"/>
          <p:cNvSpPr txBox="1"/>
          <p:nvPr/>
        </p:nvSpPr>
        <p:spPr>
          <a:xfrm rot="-5400000">
            <a:off x="2239169" y="3164681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526" name="Google Shape;526;p46"/>
          <p:cNvSpPr txBox="1"/>
          <p:nvPr/>
        </p:nvSpPr>
        <p:spPr>
          <a:xfrm>
            <a:off x="5410200" y="5791200"/>
            <a:ext cx="1606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</a:t>
            </a:r>
            <a:endParaRPr/>
          </a:p>
        </p:txBody>
      </p:sp>
      <p:sp>
        <p:nvSpPr>
          <p:cNvPr id="527" name="Google Shape;527;p46"/>
          <p:cNvSpPr txBox="1"/>
          <p:nvPr/>
        </p:nvSpPr>
        <p:spPr>
          <a:xfrm>
            <a:off x="5181600" y="1066801"/>
            <a:ext cx="5294312" cy="222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990000"/>
              </a:buClr>
              <a:buSzPts val="3600"/>
            </a:pPr>
            <a:r>
              <a:rPr lang="en-US" sz="36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there is a technology improvement in pizza ovens?</a:t>
            </a:r>
            <a:r>
              <a:rPr lang="en-US" sz="20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32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46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18</a:t>
            </a:fld>
            <a:endParaRPr/>
          </a:p>
        </p:txBody>
      </p:sp>
      <p:sp>
        <p:nvSpPr>
          <p:cNvPr id="529" name="Google Shape;529;p46"/>
          <p:cNvSpPr txBox="1"/>
          <p:nvPr/>
        </p:nvSpPr>
        <p:spPr>
          <a:xfrm>
            <a:off x="1676400" y="76200"/>
            <a:ext cx="878205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000"/>
            </a:pPr>
            <a:r>
              <a:rPr lang="en-US" sz="4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Possibilities</a:t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 rot="-779790">
            <a:off x="6081707" y="4516474"/>
            <a:ext cx="685664" cy="317434"/>
          </a:xfrm>
          <a:prstGeom prst="rightArrow">
            <a:avLst>
              <a:gd name="adj1" fmla="val 13024"/>
              <a:gd name="adj2" fmla="val 71146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BA17-A756-413D-9955-DA5A32FD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Consumer vs. Capital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93CC-A34B-4D19-BB36-0016D8AE2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Consumer Goods:  </a:t>
            </a:r>
            <a:r>
              <a:rPr lang="en-US" dirty="0"/>
              <a:t>Goods and Services used by consumers that are made by Capital Goods</a:t>
            </a:r>
          </a:p>
          <a:p>
            <a:r>
              <a:rPr lang="en-US" b="1" dirty="0"/>
              <a:t>Capital Goods:  </a:t>
            </a:r>
            <a:r>
              <a:rPr lang="en-US" dirty="0"/>
              <a:t>Goods used to make consumer goods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have an increase in Capital goods, you will have an increase in Consumer goods</a:t>
            </a:r>
          </a:p>
        </p:txBody>
      </p:sp>
    </p:spTree>
    <p:extLst>
      <p:ext uri="{BB962C8B-B14F-4D97-AF65-F5344CB8AC3E}">
        <p14:creationId xmlns:p14="http://schemas.microsoft.com/office/powerpoint/2010/main" val="3794309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7"/>
          <p:cNvSpPr/>
          <p:nvPr/>
        </p:nvSpPr>
        <p:spPr>
          <a:xfrm>
            <a:off x="7086600" y="3124201"/>
            <a:ext cx="2057400" cy="2308225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  <a:lnTo>
                  <a:pt x="0" y="120000"/>
                </a:lnTo>
                <a:lnTo>
                  <a:pt x="-5" y="0"/>
                </a:lnTo>
                <a:close/>
              </a:path>
            </a:pathLst>
          </a:custGeom>
          <a:noFill/>
          <a:ln w="50800" cap="rnd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2481263" y="3192462"/>
            <a:ext cx="1304925" cy="225425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  <a:lnTo>
                  <a:pt x="0" y="120000"/>
                </a:lnTo>
                <a:lnTo>
                  <a:pt x="-5" y="0"/>
                </a:lnTo>
                <a:close/>
              </a:path>
            </a:pathLst>
          </a:custGeom>
          <a:noFill/>
          <a:ln w="50800" cap="rnd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47"/>
          <p:cNvSpPr txBox="1"/>
          <p:nvPr/>
        </p:nvSpPr>
        <p:spPr>
          <a:xfrm>
            <a:off x="1752601" y="1600201"/>
            <a:ext cx="4173537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Panama – Favors Consumer Goods</a:t>
            </a:r>
            <a:endParaRPr/>
          </a:p>
        </p:txBody>
      </p:sp>
      <p:sp>
        <p:nvSpPr>
          <p:cNvPr id="539" name="Google Shape;539;p47"/>
          <p:cNvSpPr txBox="1"/>
          <p:nvPr/>
        </p:nvSpPr>
        <p:spPr>
          <a:xfrm>
            <a:off x="6400801" y="1600201"/>
            <a:ext cx="4084637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Mexico – Favors Capital Goods</a:t>
            </a:r>
            <a:endParaRPr/>
          </a:p>
        </p:txBody>
      </p:sp>
      <p:sp>
        <p:nvSpPr>
          <p:cNvPr id="540" name="Google Shape;540;p47"/>
          <p:cNvSpPr/>
          <p:nvPr/>
        </p:nvSpPr>
        <p:spPr>
          <a:xfrm>
            <a:off x="2500313" y="3530601"/>
            <a:ext cx="852487" cy="1925637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  <a:lnTo>
                  <a:pt x="0" y="120000"/>
                </a:lnTo>
                <a:lnTo>
                  <a:pt x="-5" y="0"/>
                </a:lnTo>
                <a:close/>
              </a:path>
            </a:pathLst>
          </a:custGeom>
          <a:noFill/>
          <a:ln w="5715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41" name="Google Shape;541;p47"/>
          <p:cNvGrpSpPr/>
          <p:nvPr/>
        </p:nvGrpSpPr>
        <p:grpSpPr>
          <a:xfrm>
            <a:off x="2446337" y="3132137"/>
            <a:ext cx="2692400" cy="2343150"/>
            <a:chOff x="2147887" y="3517900"/>
            <a:chExt cx="2692400" cy="2343150"/>
          </a:xfrm>
        </p:grpSpPr>
        <p:cxnSp>
          <p:nvCxnSpPr>
            <p:cNvPr id="542" name="Google Shape;542;p47"/>
            <p:cNvCxnSpPr/>
            <p:nvPr/>
          </p:nvCxnSpPr>
          <p:spPr>
            <a:xfrm>
              <a:off x="2179637" y="3517900"/>
              <a:ext cx="0" cy="2343150"/>
            </a:xfrm>
            <a:prstGeom prst="straightConnector1">
              <a:avLst/>
            </a:prstGeom>
            <a:noFill/>
            <a:ln w="508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3" name="Google Shape;543;p47"/>
            <p:cNvCxnSpPr/>
            <p:nvPr/>
          </p:nvCxnSpPr>
          <p:spPr>
            <a:xfrm>
              <a:off x="2147887" y="5846762"/>
              <a:ext cx="2692400" cy="0"/>
            </a:xfrm>
            <a:prstGeom prst="straightConnector1">
              <a:avLst/>
            </a:prstGeom>
            <a:noFill/>
            <a:ln w="508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44" name="Google Shape;544;p47"/>
          <p:cNvSpPr txBox="1"/>
          <p:nvPr/>
        </p:nvSpPr>
        <p:spPr>
          <a:xfrm>
            <a:off x="2882900" y="5486400"/>
            <a:ext cx="24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goods</a:t>
            </a:r>
            <a:endParaRPr/>
          </a:p>
        </p:txBody>
      </p:sp>
      <p:sp>
        <p:nvSpPr>
          <p:cNvPr id="545" name="Google Shape;545;p47"/>
          <p:cNvSpPr txBox="1"/>
          <p:nvPr/>
        </p:nvSpPr>
        <p:spPr>
          <a:xfrm rot="-5400000">
            <a:off x="1226000" y="3954123"/>
            <a:ext cx="2031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Goods</a:t>
            </a:r>
            <a:endParaRPr/>
          </a:p>
        </p:txBody>
      </p:sp>
      <p:sp>
        <p:nvSpPr>
          <p:cNvPr id="546" name="Google Shape;546;p47"/>
          <p:cNvSpPr txBox="1"/>
          <p:nvPr/>
        </p:nvSpPr>
        <p:spPr>
          <a:xfrm>
            <a:off x="3346451" y="2870200"/>
            <a:ext cx="113347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2000"/>
            </a:pPr>
            <a:r>
              <a:rPr lang="en-US" sz="2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</a:t>
            </a:r>
            <a:endParaRPr/>
          </a:p>
          <a:p>
            <a:pPr algn="ctr">
              <a:buClr>
                <a:srgbClr val="000099"/>
              </a:buClr>
              <a:buSzPts val="2000"/>
            </a:pPr>
            <a:r>
              <a:rPr lang="en-US" sz="2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PPC</a:t>
            </a:r>
            <a:endParaRPr/>
          </a:p>
        </p:txBody>
      </p:sp>
      <p:sp>
        <p:nvSpPr>
          <p:cNvPr id="547" name="Google Shape;547;p47"/>
          <p:cNvSpPr txBox="1"/>
          <p:nvPr/>
        </p:nvSpPr>
        <p:spPr>
          <a:xfrm>
            <a:off x="4149726" y="3717925"/>
            <a:ext cx="992187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CC0000"/>
              </a:buClr>
              <a:buSzPts val="2000"/>
            </a:pPr>
            <a:r>
              <a:rPr lang="en-US" sz="2000" b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</a:t>
            </a:r>
            <a:endParaRPr/>
          </a:p>
          <a:p>
            <a:pPr algn="ctr">
              <a:buClr>
                <a:srgbClr val="CC0000"/>
              </a:buClr>
              <a:buSzPts val="2000"/>
            </a:pPr>
            <a:r>
              <a:rPr lang="en-US" sz="2000" b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PPC</a:t>
            </a:r>
            <a:endParaRPr/>
          </a:p>
        </p:txBody>
      </p:sp>
      <p:cxnSp>
        <p:nvCxnSpPr>
          <p:cNvPr id="548" name="Google Shape;548;p47"/>
          <p:cNvCxnSpPr/>
          <p:nvPr/>
        </p:nvCxnSpPr>
        <p:spPr>
          <a:xfrm flipH="1">
            <a:off x="3606801" y="4117976"/>
            <a:ext cx="528637" cy="12382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9" name="Google Shape;549;p47"/>
          <p:cNvCxnSpPr/>
          <p:nvPr/>
        </p:nvCxnSpPr>
        <p:spPr>
          <a:xfrm flipH="1">
            <a:off x="2817813" y="3282950"/>
            <a:ext cx="498475" cy="34925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0" name="Google Shape;550;p47"/>
          <p:cNvSpPr/>
          <p:nvPr/>
        </p:nvSpPr>
        <p:spPr>
          <a:xfrm>
            <a:off x="7096126" y="3484563"/>
            <a:ext cx="922337" cy="1976437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722"/>
                  <a:pt x="120000" y="120000"/>
                </a:cubicBezTo>
                <a:lnTo>
                  <a:pt x="0" y="120000"/>
                </a:lnTo>
                <a:lnTo>
                  <a:pt x="-5" y="0"/>
                </a:lnTo>
                <a:close/>
              </a:path>
            </a:pathLst>
          </a:custGeom>
          <a:noFill/>
          <a:ln w="5715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51" name="Google Shape;551;p47"/>
          <p:cNvGrpSpPr/>
          <p:nvPr/>
        </p:nvGrpSpPr>
        <p:grpSpPr>
          <a:xfrm>
            <a:off x="7037387" y="3138487"/>
            <a:ext cx="2692400" cy="2343150"/>
            <a:chOff x="5845175" y="3527425"/>
            <a:chExt cx="2692400" cy="2343150"/>
          </a:xfrm>
        </p:grpSpPr>
        <p:cxnSp>
          <p:nvCxnSpPr>
            <p:cNvPr id="552" name="Google Shape;552;p47"/>
            <p:cNvCxnSpPr/>
            <p:nvPr/>
          </p:nvCxnSpPr>
          <p:spPr>
            <a:xfrm>
              <a:off x="5876925" y="3527425"/>
              <a:ext cx="0" cy="2343150"/>
            </a:xfrm>
            <a:prstGeom prst="straightConnector1">
              <a:avLst/>
            </a:prstGeom>
            <a:noFill/>
            <a:ln w="508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3" name="Google Shape;553;p47"/>
            <p:cNvCxnSpPr/>
            <p:nvPr/>
          </p:nvCxnSpPr>
          <p:spPr>
            <a:xfrm>
              <a:off x="5845175" y="5856287"/>
              <a:ext cx="2692400" cy="0"/>
            </a:xfrm>
            <a:prstGeom prst="straightConnector1">
              <a:avLst/>
            </a:prstGeom>
            <a:noFill/>
            <a:ln w="508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54" name="Google Shape;554;p47"/>
          <p:cNvSpPr txBox="1"/>
          <p:nvPr/>
        </p:nvSpPr>
        <p:spPr>
          <a:xfrm>
            <a:off x="7378700" y="5486400"/>
            <a:ext cx="2408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goods</a:t>
            </a:r>
            <a:endParaRPr/>
          </a:p>
        </p:txBody>
      </p:sp>
      <p:sp>
        <p:nvSpPr>
          <p:cNvPr id="555" name="Google Shape;555;p47"/>
          <p:cNvSpPr txBox="1"/>
          <p:nvPr/>
        </p:nvSpPr>
        <p:spPr>
          <a:xfrm rot="-5400000">
            <a:off x="5748475" y="3972148"/>
            <a:ext cx="204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Goods</a:t>
            </a:r>
            <a:endParaRPr/>
          </a:p>
        </p:txBody>
      </p:sp>
      <p:sp>
        <p:nvSpPr>
          <p:cNvPr id="556" name="Google Shape;556;p47"/>
          <p:cNvSpPr txBox="1"/>
          <p:nvPr/>
        </p:nvSpPr>
        <p:spPr>
          <a:xfrm>
            <a:off x="9180513" y="3048000"/>
            <a:ext cx="992187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CC0000"/>
              </a:buClr>
              <a:buSzPts val="2000"/>
            </a:pPr>
            <a:r>
              <a:rPr lang="en-US" sz="2000" b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</a:t>
            </a:r>
            <a:endParaRPr/>
          </a:p>
          <a:p>
            <a:pPr algn="ctr">
              <a:buClr>
                <a:srgbClr val="CC0000"/>
              </a:buClr>
              <a:buSzPts val="2000"/>
            </a:pPr>
            <a:r>
              <a:rPr lang="en-US" sz="2000" b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PPC</a:t>
            </a:r>
            <a:endParaRPr/>
          </a:p>
        </p:txBody>
      </p:sp>
      <p:cxnSp>
        <p:nvCxnSpPr>
          <p:cNvPr id="557" name="Google Shape;557;p47"/>
          <p:cNvCxnSpPr/>
          <p:nvPr/>
        </p:nvCxnSpPr>
        <p:spPr>
          <a:xfrm flipH="1">
            <a:off x="8763001" y="3810001"/>
            <a:ext cx="528637" cy="12382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8" name="Google Shape;558;p47"/>
          <p:cNvSpPr txBox="1"/>
          <p:nvPr/>
        </p:nvSpPr>
        <p:spPr>
          <a:xfrm>
            <a:off x="9217026" y="4343400"/>
            <a:ext cx="1133475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2000"/>
            </a:pPr>
            <a:r>
              <a:rPr lang="en-US" sz="2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</a:t>
            </a:r>
            <a:endParaRPr/>
          </a:p>
          <a:p>
            <a:pPr algn="ctr">
              <a:buClr>
                <a:srgbClr val="000099"/>
              </a:buClr>
              <a:buSzPts val="2000"/>
            </a:pPr>
            <a:r>
              <a:rPr lang="en-US" sz="20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PPC</a:t>
            </a:r>
            <a:endParaRPr/>
          </a:p>
        </p:txBody>
      </p:sp>
      <p:cxnSp>
        <p:nvCxnSpPr>
          <p:cNvPr id="559" name="Google Shape;559;p47"/>
          <p:cNvCxnSpPr/>
          <p:nvPr/>
        </p:nvCxnSpPr>
        <p:spPr>
          <a:xfrm flipH="1">
            <a:off x="8020050" y="4800601"/>
            <a:ext cx="1276350" cy="269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60" name="Google Shape;560;p47"/>
          <p:cNvSpPr txBox="1"/>
          <p:nvPr/>
        </p:nvSpPr>
        <p:spPr>
          <a:xfrm>
            <a:off x="1905000" y="0"/>
            <a:ext cx="85534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Goods and Future Growth</a:t>
            </a:r>
            <a:endParaRPr/>
          </a:p>
        </p:txBody>
      </p:sp>
      <p:cxnSp>
        <p:nvCxnSpPr>
          <p:cNvPr id="561" name="Google Shape;561;p47"/>
          <p:cNvCxnSpPr/>
          <p:nvPr/>
        </p:nvCxnSpPr>
        <p:spPr>
          <a:xfrm rot="10800000">
            <a:off x="2501901" y="4875212"/>
            <a:ext cx="79533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2" name="Google Shape;562;p47"/>
          <p:cNvCxnSpPr/>
          <p:nvPr/>
        </p:nvCxnSpPr>
        <p:spPr>
          <a:xfrm>
            <a:off x="3282950" y="4891087"/>
            <a:ext cx="0" cy="53975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3" name="Google Shape;563;p47"/>
          <p:cNvSpPr/>
          <p:nvPr/>
        </p:nvSpPr>
        <p:spPr>
          <a:xfrm>
            <a:off x="3248026" y="4813301"/>
            <a:ext cx="142875" cy="142875"/>
          </a:xfrm>
          <a:prstGeom prst="ellipse">
            <a:avLst/>
          </a:prstGeom>
          <a:solidFill>
            <a:srgbClr val="FFCC00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4" name="Google Shape;564;p47"/>
          <p:cNvCxnSpPr/>
          <p:nvPr/>
        </p:nvCxnSpPr>
        <p:spPr>
          <a:xfrm rot="10800000">
            <a:off x="7083425" y="3717925"/>
            <a:ext cx="40481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5" name="Google Shape;565;p47"/>
          <p:cNvCxnSpPr/>
          <p:nvPr/>
        </p:nvCxnSpPr>
        <p:spPr>
          <a:xfrm>
            <a:off x="7502525" y="3717926"/>
            <a:ext cx="0" cy="17240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6" name="Google Shape;566;p47"/>
          <p:cNvSpPr/>
          <p:nvPr/>
        </p:nvSpPr>
        <p:spPr>
          <a:xfrm>
            <a:off x="7424738" y="3640138"/>
            <a:ext cx="142875" cy="142875"/>
          </a:xfrm>
          <a:prstGeom prst="ellipse">
            <a:avLst/>
          </a:prstGeom>
          <a:solidFill>
            <a:srgbClr val="FFCC00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47"/>
          <p:cNvSpPr txBox="1"/>
          <p:nvPr/>
        </p:nvSpPr>
        <p:spPr>
          <a:xfrm>
            <a:off x="7696200" y="5867400"/>
            <a:ext cx="16065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3600"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Mexico</a:t>
            </a:r>
            <a:endParaRPr/>
          </a:p>
        </p:txBody>
      </p:sp>
      <p:sp>
        <p:nvSpPr>
          <p:cNvPr id="568" name="Google Shape;568;p47"/>
          <p:cNvSpPr txBox="1"/>
          <p:nvPr/>
        </p:nvSpPr>
        <p:spPr>
          <a:xfrm>
            <a:off x="2825750" y="5867400"/>
            <a:ext cx="17843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3600"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Panama</a:t>
            </a:r>
            <a:endParaRPr/>
          </a:p>
        </p:txBody>
      </p:sp>
      <p:sp>
        <p:nvSpPr>
          <p:cNvPr id="569" name="Google Shape;569;p47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20</a:t>
            </a:fld>
            <a:endParaRPr/>
          </a:p>
        </p:txBody>
      </p:sp>
      <p:sp>
        <p:nvSpPr>
          <p:cNvPr id="570" name="Google Shape;570;p47"/>
          <p:cNvSpPr txBox="1"/>
          <p:nvPr/>
        </p:nvSpPr>
        <p:spPr>
          <a:xfrm>
            <a:off x="1752600" y="685800"/>
            <a:ext cx="84582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2800"/>
            </a:pPr>
            <a:r>
              <a:rPr lang="en-US" sz="28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that produce more capital goods will have more growth in the future.</a:t>
            </a:r>
            <a:endParaRPr/>
          </a:p>
        </p:txBody>
      </p:sp>
      <p:sp>
        <p:nvSpPr>
          <p:cNvPr id="2" name="SMARTInkShape-1">
            <a:extLst>
              <a:ext uri="{FF2B5EF4-FFF2-40B4-BE49-F238E27FC236}">
                <a16:creationId xmlns:a16="http://schemas.microsoft.com/office/drawing/2014/main" id="{8393BF80-8500-0A00-634F-21643146492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44070" y="6560344"/>
            <a:ext cx="8931" cy="1"/>
          </a:xfrm>
          <a:custGeom>
            <a:avLst/>
            <a:gdLst/>
            <a:ahLst/>
            <a:cxnLst/>
            <a:rect l="0" t="0" r="0" b="0"/>
            <a:pathLst>
              <a:path w="8931" h="1">
                <a:moveTo>
                  <a:pt x="0" y="0"/>
                </a:moveTo>
                <a:lnTo>
                  <a:pt x="0" y="0"/>
                </a:lnTo>
                <a:lnTo>
                  <a:pt x="893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"/>
          <p:cNvSpPr txBox="1"/>
          <p:nvPr/>
        </p:nvSpPr>
        <p:spPr>
          <a:xfrm>
            <a:off x="1524000" y="0"/>
            <a:ext cx="883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indent="457200" algn="ctr">
              <a:buClr>
                <a:schemeClr val="accent2"/>
              </a:buClr>
              <a:buSzPts val="4000"/>
            </a:pPr>
            <a:r>
              <a:rPr lang="en-US"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PPC Practice</a:t>
            </a:r>
            <a:endParaRPr/>
          </a:p>
        </p:txBody>
      </p:sp>
      <p:sp>
        <p:nvSpPr>
          <p:cNvPr id="577" name="Google Shape;577;p48"/>
          <p:cNvSpPr txBox="1"/>
          <p:nvPr/>
        </p:nvSpPr>
        <p:spPr>
          <a:xfrm>
            <a:off x="1905000" y="609600"/>
            <a:ext cx="8458200" cy="58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0" indent="-457200"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a PPC showing changes for each of the following:</a:t>
            </a:r>
            <a:endParaRPr/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rgbClr val="000099"/>
              </a:buClr>
              <a:buSzPts val="2800"/>
            </a:pPr>
            <a:r>
              <a:rPr lang="en-US" sz="2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Pizza and Computers (3)</a:t>
            </a:r>
            <a:endParaRPr/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rgbClr val="000099"/>
              </a:buClr>
              <a:buSzPts val="2800"/>
            </a:pPr>
            <a:r>
              <a:rPr lang="en-US" sz="2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New computer making technology</a:t>
            </a:r>
            <a:endParaRPr/>
          </a:p>
          <a:p>
            <a:pPr marL="457200" indent="-457200" algn="ctr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Decrease in the demand for pizza </a:t>
            </a:r>
            <a:endParaRPr/>
          </a:p>
          <a:p>
            <a:pPr marL="457200" indent="-457200" algn="ctr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3. Mad cow disease kills 85% of cows</a:t>
            </a:r>
            <a:endParaRPr/>
          </a:p>
          <a:p>
            <a:pPr marL="2286000" lvl="4" indent="-457200" algn="ctr">
              <a:lnSpc>
                <a:spcPct val="90000"/>
              </a:lnSpc>
              <a:spcBef>
                <a:spcPts val="180"/>
              </a:spcBef>
              <a:buClr>
                <a:schemeClr val="dk1"/>
              </a:buClr>
              <a:buSzPts val="900"/>
            </a:pPr>
            <a:endParaRPr sz="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rgbClr val="000099"/>
              </a:buClr>
              <a:buSzPts val="2800"/>
            </a:pPr>
            <a:r>
              <a:rPr lang="en-US" sz="2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goods and Capital Goods (4)</a:t>
            </a:r>
            <a:endParaRPr/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4. Destruction of power plants leads to severe 		electricity shortage </a:t>
            </a:r>
            <a:endParaRPr/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5. Faster computer hardware</a:t>
            </a:r>
            <a:endParaRPr/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6. Many workers unemployed</a:t>
            </a:r>
            <a:endParaRPr/>
          </a:p>
          <a:p>
            <a:pPr marL="457200" indent="-457200">
              <a:lnSpc>
                <a:spcPct val="9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7. Significant increases in education</a:t>
            </a:r>
            <a:endParaRPr/>
          </a:p>
        </p:txBody>
      </p:sp>
      <p:sp>
        <p:nvSpPr>
          <p:cNvPr id="578" name="Google Shape;578;p48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9"/>
          <p:cNvSpPr/>
          <p:nvPr/>
        </p:nvSpPr>
        <p:spPr>
          <a:xfrm>
            <a:off x="3436937" y="1828800"/>
            <a:ext cx="2659062" cy="38862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49"/>
          <p:cNvSpPr/>
          <p:nvPr/>
        </p:nvSpPr>
        <p:spPr>
          <a:xfrm>
            <a:off x="3449637" y="2971800"/>
            <a:ext cx="2646362" cy="2819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49"/>
          <p:cNvSpPr txBox="1"/>
          <p:nvPr/>
        </p:nvSpPr>
        <p:spPr>
          <a:xfrm>
            <a:off x="2514600" y="609601"/>
            <a:ext cx="7123112" cy="180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computer making technology</a:t>
            </a:r>
            <a:endParaRPr/>
          </a:p>
          <a:p>
            <a:endParaRPr sz="4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8" name="Google Shape;588;p49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589" name="Google Shape;589;p49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0" name="Google Shape;590;p49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91" name="Google Shape;591;p49"/>
          <p:cNvSpPr txBox="1"/>
          <p:nvPr/>
        </p:nvSpPr>
        <p:spPr>
          <a:xfrm rot="-5400000">
            <a:off x="1442245" y="3493293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592" name="Google Shape;592;p49"/>
          <p:cNvSpPr txBox="1"/>
          <p:nvPr/>
        </p:nvSpPr>
        <p:spPr>
          <a:xfrm>
            <a:off x="4949825" y="6075362"/>
            <a:ext cx="1535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 </a:t>
            </a:r>
            <a:endParaRPr/>
          </a:p>
        </p:txBody>
      </p:sp>
      <p:sp>
        <p:nvSpPr>
          <p:cNvPr id="593" name="Google Shape;593;p49"/>
          <p:cNvSpPr/>
          <p:nvPr/>
        </p:nvSpPr>
        <p:spPr>
          <a:xfrm rot="-3900000">
            <a:off x="3810000" y="2438400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94" name="Google Shape;594;p49"/>
          <p:cNvSpPr txBox="1"/>
          <p:nvPr/>
        </p:nvSpPr>
        <p:spPr>
          <a:xfrm rot="1500000">
            <a:off x="4021010" y="2381716"/>
            <a:ext cx="34287" cy="44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49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#1</a:t>
            </a:r>
            <a:endParaRPr/>
          </a:p>
        </p:txBody>
      </p:sp>
      <p:sp>
        <p:nvSpPr>
          <p:cNvPr id="596" name="Google Shape;596;p49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22</a:t>
            </a:fld>
            <a:endParaRPr/>
          </a:p>
        </p:txBody>
      </p:sp>
      <p:sp>
        <p:nvSpPr>
          <p:cNvPr id="597" name="Google Shape;597;p49"/>
          <p:cNvSpPr txBox="1"/>
          <p:nvPr/>
        </p:nvSpPr>
        <p:spPr>
          <a:xfrm>
            <a:off x="5867400" y="2514600"/>
            <a:ext cx="4419600" cy="107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shift only for computers. </a:t>
            </a:r>
            <a:endParaRPr/>
          </a:p>
        </p:txBody>
      </p:sp>
      <p:sp>
        <p:nvSpPr>
          <p:cNvPr id="4" name="SMARTInkShape-2">
            <a:extLst>
              <a:ext uri="{FF2B5EF4-FFF2-40B4-BE49-F238E27FC236}">
                <a16:creationId xmlns:a16="http://schemas.microsoft.com/office/drawing/2014/main" id="{023E8732-857B-116A-D90A-BCC644C933B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31977" y="1738313"/>
            <a:ext cx="13411" cy="37006"/>
          </a:xfrm>
          <a:custGeom>
            <a:avLst/>
            <a:gdLst/>
            <a:ahLst/>
            <a:cxnLst/>
            <a:rect l="0" t="0" r="0" b="0"/>
            <a:pathLst>
              <a:path w="13411" h="37006">
                <a:moveTo>
                  <a:pt x="0" y="0"/>
                </a:moveTo>
                <a:lnTo>
                  <a:pt x="0" y="0"/>
                </a:lnTo>
                <a:lnTo>
                  <a:pt x="13410" y="37005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"/>
          <p:cNvSpPr/>
          <p:nvPr/>
        </p:nvSpPr>
        <p:spPr>
          <a:xfrm>
            <a:off x="3449637" y="2971800"/>
            <a:ext cx="2646362" cy="2819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50"/>
          <p:cNvSpPr txBox="1"/>
          <p:nvPr/>
        </p:nvSpPr>
        <p:spPr>
          <a:xfrm>
            <a:off x="2590800" y="685800"/>
            <a:ext cx="6781800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600"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in the demand for pizza</a:t>
            </a:r>
            <a:endParaRPr/>
          </a:p>
        </p:txBody>
      </p:sp>
      <p:grpSp>
        <p:nvGrpSpPr>
          <p:cNvPr id="605" name="Google Shape;605;p50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606" name="Google Shape;606;p50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7" name="Google Shape;607;p50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8" name="Google Shape;608;p50"/>
          <p:cNvSpPr txBox="1"/>
          <p:nvPr/>
        </p:nvSpPr>
        <p:spPr>
          <a:xfrm rot="-5400000">
            <a:off x="1442245" y="3493293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609" name="Google Shape;609;p50"/>
          <p:cNvSpPr txBox="1"/>
          <p:nvPr/>
        </p:nvSpPr>
        <p:spPr>
          <a:xfrm>
            <a:off x="4949825" y="6075362"/>
            <a:ext cx="1535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 </a:t>
            </a:r>
            <a:endParaRPr/>
          </a:p>
        </p:txBody>
      </p:sp>
      <p:sp>
        <p:nvSpPr>
          <p:cNvPr id="610" name="Google Shape;610;p50"/>
          <p:cNvSpPr/>
          <p:nvPr/>
        </p:nvSpPr>
        <p:spPr>
          <a:xfrm rot="-8220000">
            <a:off x="5029200" y="3581400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50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#2</a:t>
            </a:r>
            <a:endParaRPr/>
          </a:p>
        </p:txBody>
      </p:sp>
      <p:sp>
        <p:nvSpPr>
          <p:cNvPr id="612" name="Google Shape;612;p50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23</a:t>
            </a:fld>
            <a:endParaRPr/>
          </a:p>
        </p:txBody>
      </p:sp>
      <p:sp>
        <p:nvSpPr>
          <p:cNvPr id="613" name="Google Shape;613;p50"/>
          <p:cNvSpPr/>
          <p:nvPr/>
        </p:nvSpPr>
        <p:spPr>
          <a:xfrm>
            <a:off x="5562600" y="4114800"/>
            <a:ext cx="152400" cy="152400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50"/>
          <p:cNvSpPr/>
          <p:nvPr/>
        </p:nvSpPr>
        <p:spPr>
          <a:xfrm>
            <a:off x="4724400" y="3276600"/>
            <a:ext cx="152400" cy="152400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50"/>
          <p:cNvSpPr txBox="1"/>
          <p:nvPr/>
        </p:nvSpPr>
        <p:spPr>
          <a:xfrm>
            <a:off x="5791200" y="1676400"/>
            <a:ext cx="4419600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curve doesn’t shift!</a:t>
            </a:r>
            <a:endParaRPr/>
          </a:p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change in demand doesn’t shift the curve.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1"/>
          <p:cNvSpPr/>
          <p:nvPr/>
        </p:nvSpPr>
        <p:spPr>
          <a:xfrm>
            <a:off x="3429000" y="2971800"/>
            <a:ext cx="2722562" cy="2819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51"/>
          <p:cNvSpPr/>
          <p:nvPr/>
        </p:nvSpPr>
        <p:spPr>
          <a:xfrm>
            <a:off x="3505200" y="2971800"/>
            <a:ext cx="2646362" cy="2819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chemeClr val="lt1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51"/>
          <p:cNvSpPr/>
          <p:nvPr/>
        </p:nvSpPr>
        <p:spPr>
          <a:xfrm>
            <a:off x="3505200" y="2971801"/>
            <a:ext cx="1600200" cy="2816225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51"/>
          <p:cNvSpPr txBox="1"/>
          <p:nvPr/>
        </p:nvSpPr>
        <p:spPr>
          <a:xfrm>
            <a:off x="1905000" y="685800"/>
            <a:ext cx="7885112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 cow disease kills 85% of cows</a:t>
            </a:r>
            <a:endParaRPr sz="6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6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25" name="Google Shape;625;p51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626" name="Google Shape;626;p51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" name="Google Shape;627;p51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28" name="Google Shape;628;p51"/>
          <p:cNvSpPr txBox="1"/>
          <p:nvPr/>
        </p:nvSpPr>
        <p:spPr>
          <a:xfrm rot="-5400000">
            <a:off x="1442245" y="3493293"/>
            <a:ext cx="234632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</a:t>
            </a:r>
            <a:endParaRPr/>
          </a:p>
        </p:txBody>
      </p:sp>
      <p:sp>
        <p:nvSpPr>
          <p:cNvPr id="629" name="Google Shape;629;p51"/>
          <p:cNvSpPr txBox="1"/>
          <p:nvPr/>
        </p:nvSpPr>
        <p:spPr>
          <a:xfrm>
            <a:off x="4949825" y="6075362"/>
            <a:ext cx="1535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Pizzas </a:t>
            </a:r>
            <a:endParaRPr/>
          </a:p>
        </p:txBody>
      </p:sp>
      <p:sp>
        <p:nvSpPr>
          <p:cNvPr id="630" name="Google Shape;630;p51"/>
          <p:cNvSpPr/>
          <p:nvPr/>
        </p:nvSpPr>
        <p:spPr>
          <a:xfrm rot="10320000">
            <a:off x="5334000" y="4953000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51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#3</a:t>
            </a:r>
            <a:endParaRPr/>
          </a:p>
        </p:txBody>
      </p:sp>
      <p:sp>
        <p:nvSpPr>
          <p:cNvPr id="632" name="Google Shape;632;p51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24</a:t>
            </a:fld>
            <a:endParaRPr/>
          </a:p>
        </p:txBody>
      </p:sp>
      <p:sp>
        <p:nvSpPr>
          <p:cNvPr id="633" name="Google Shape;633;p51"/>
          <p:cNvSpPr txBox="1"/>
          <p:nvPr/>
        </p:nvSpPr>
        <p:spPr>
          <a:xfrm>
            <a:off x="5867400" y="25146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shift inward only for Pizza.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2"/>
          <p:cNvSpPr/>
          <p:nvPr/>
        </p:nvSpPr>
        <p:spPr>
          <a:xfrm>
            <a:off x="3505200" y="2362200"/>
            <a:ext cx="3657600" cy="33528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99FF66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52"/>
          <p:cNvSpPr/>
          <p:nvPr/>
        </p:nvSpPr>
        <p:spPr>
          <a:xfrm>
            <a:off x="3505200" y="2362200"/>
            <a:ext cx="3657600" cy="33528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chemeClr val="lt1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3436937" y="2971800"/>
            <a:ext cx="2659062" cy="2792412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52"/>
          <p:cNvSpPr txBox="1"/>
          <p:nvPr/>
        </p:nvSpPr>
        <p:spPr>
          <a:xfrm>
            <a:off x="2438400" y="685801"/>
            <a:ext cx="7275512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Destruction of power plants</a:t>
            </a:r>
            <a:endParaRPr/>
          </a:p>
        </p:txBody>
      </p:sp>
      <p:grpSp>
        <p:nvGrpSpPr>
          <p:cNvPr id="643" name="Google Shape;643;p52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644" name="Google Shape;644;p52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5" name="Google Shape;645;p52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6" name="Google Shape;646;p52"/>
          <p:cNvSpPr txBox="1"/>
          <p:nvPr/>
        </p:nvSpPr>
        <p:spPr>
          <a:xfrm rot="-5400000">
            <a:off x="442119" y="3490118"/>
            <a:ext cx="4349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Goods (Guns)</a:t>
            </a:r>
            <a:endParaRPr/>
          </a:p>
        </p:txBody>
      </p:sp>
      <p:sp>
        <p:nvSpPr>
          <p:cNvPr id="647" name="Google Shape;647;p52"/>
          <p:cNvSpPr txBox="1"/>
          <p:nvPr/>
        </p:nvSpPr>
        <p:spPr>
          <a:xfrm>
            <a:off x="3084512" y="6075362"/>
            <a:ext cx="52768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Consumer Goods (Butter) </a:t>
            </a:r>
            <a:endParaRPr/>
          </a:p>
        </p:txBody>
      </p:sp>
      <p:sp>
        <p:nvSpPr>
          <p:cNvPr id="648" name="Google Shape;648;p52"/>
          <p:cNvSpPr/>
          <p:nvPr/>
        </p:nvSpPr>
        <p:spPr>
          <a:xfrm rot="8040000">
            <a:off x="5489575" y="3425825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49" name="Google Shape;649;p52"/>
          <p:cNvSpPr txBox="1"/>
          <p:nvPr/>
        </p:nvSpPr>
        <p:spPr>
          <a:xfrm rot="-8160000">
            <a:off x="5710162" y="3355207"/>
            <a:ext cx="34287" cy="44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0" name="Google Shape;650;p52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#4</a:t>
            </a:r>
            <a:endParaRPr/>
          </a:p>
        </p:txBody>
      </p:sp>
      <p:sp>
        <p:nvSpPr>
          <p:cNvPr id="651" name="Google Shape;651;p52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25</a:t>
            </a:fld>
            <a:endParaRPr/>
          </a:p>
        </p:txBody>
      </p:sp>
      <p:sp>
        <p:nvSpPr>
          <p:cNvPr id="652" name="Google Shape;652;p52"/>
          <p:cNvSpPr txBox="1"/>
          <p:nvPr/>
        </p:nvSpPr>
        <p:spPr>
          <a:xfrm>
            <a:off x="5867400" y="1905000"/>
            <a:ext cx="4419600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in resources = decrease production possibilities for both.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3"/>
          <p:cNvSpPr/>
          <p:nvPr/>
        </p:nvSpPr>
        <p:spPr>
          <a:xfrm>
            <a:off x="3505200" y="2362201"/>
            <a:ext cx="3657600" cy="3425825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3449637" y="2971800"/>
            <a:ext cx="2646362" cy="2819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53"/>
          <p:cNvSpPr txBox="1"/>
          <p:nvPr/>
        </p:nvSpPr>
        <p:spPr>
          <a:xfrm>
            <a:off x="2286000" y="609601"/>
            <a:ext cx="758031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computer hardware</a:t>
            </a:r>
            <a:endParaRPr/>
          </a:p>
        </p:txBody>
      </p:sp>
      <p:grpSp>
        <p:nvGrpSpPr>
          <p:cNvPr id="661" name="Google Shape;661;p53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662" name="Google Shape;662;p53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3" name="Google Shape;663;p53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64" name="Google Shape;664;p53"/>
          <p:cNvSpPr txBox="1"/>
          <p:nvPr/>
        </p:nvSpPr>
        <p:spPr>
          <a:xfrm rot="-5400000">
            <a:off x="442119" y="3490118"/>
            <a:ext cx="4349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Goods (Guns)</a:t>
            </a:r>
            <a:endParaRPr/>
          </a:p>
        </p:txBody>
      </p:sp>
      <p:sp>
        <p:nvSpPr>
          <p:cNvPr id="665" name="Google Shape;665;p53"/>
          <p:cNvSpPr txBox="1"/>
          <p:nvPr/>
        </p:nvSpPr>
        <p:spPr>
          <a:xfrm>
            <a:off x="3084512" y="6075362"/>
            <a:ext cx="52768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Consumer Goods (Butter) </a:t>
            </a:r>
            <a:endParaRPr/>
          </a:p>
        </p:txBody>
      </p:sp>
      <p:sp>
        <p:nvSpPr>
          <p:cNvPr id="666" name="Google Shape;666;p53"/>
          <p:cNvSpPr/>
          <p:nvPr/>
        </p:nvSpPr>
        <p:spPr>
          <a:xfrm rot="-3120000">
            <a:off x="5184775" y="3197225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7" name="Google Shape;667;p53"/>
          <p:cNvSpPr txBox="1"/>
          <p:nvPr/>
        </p:nvSpPr>
        <p:spPr>
          <a:xfrm rot="2280000">
            <a:off x="5394130" y="3139527"/>
            <a:ext cx="34287" cy="44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53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#5</a:t>
            </a:r>
            <a:endParaRPr/>
          </a:p>
        </p:txBody>
      </p:sp>
      <p:sp>
        <p:nvSpPr>
          <p:cNvPr id="669" name="Google Shape;669;p53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26</a:t>
            </a:fld>
            <a:endParaRPr/>
          </a:p>
        </p:txBody>
      </p:sp>
      <p:sp>
        <p:nvSpPr>
          <p:cNvPr id="670" name="Google Shape;670;p53"/>
          <p:cNvSpPr txBox="1"/>
          <p:nvPr/>
        </p:nvSpPr>
        <p:spPr>
          <a:xfrm>
            <a:off x="5867400" y="1447800"/>
            <a:ext cx="4419600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of a resource improves = shifting the curve outward.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4"/>
          <p:cNvSpPr/>
          <p:nvPr/>
        </p:nvSpPr>
        <p:spPr>
          <a:xfrm>
            <a:off x="3446463" y="2362201"/>
            <a:ext cx="3716337" cy="3425825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54"/>
          <p:cNvSpPr txBox="1"/>
          <p:nvPr/>
        </p:nvSpPr>
        <p:spPr>
          <a:xfrm>
            <a:off x="2286000" y="609601"/>
            <a:ext cx="758031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workers unemployed</a:t>
            </a:r>
            <a:endParaRPr/>
          </a:p>
        </p:txBody>
      </p:sp>
      <p:grpSp>
        <p:nvGrpSpPr>
          <p:cNvPr id="678" name="Google Shape;678;p54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679" name="Google Shape;679;p54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0" name="Google Shape;680;p54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81" name="Google Shape;681;p54"/>
          <p:cNvSpPr txBox="1"/>
          <p:nvPr/>
        </p:nvSpPr>
        <p:spPr>
          <a:xfrm rot="-5400000">
            <a:off x="442119" y="3490118"/>
            <a:ext cx="4349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Goods (Guns)</a:t>
            </a:r>
            <a:endParaRPr/>
          </a:p>
        </p:txBody>
      </p:sp>
      <p:sp>
        <p:nvSpPr>
          <p:cNvPr id="682" name="Google Shape;682;p54"/>
          <p:cNvSpPr txBox="1"/>
          <p:nvPr/>
        </p:nvSpPr>
        <p:spPr>
          <a:xfrm>
            <a:off x="3084512" y="6075362"/>
            <a:ext cx="52768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Consumer Goods (Butter) </a:t>
            </a:r>
            <a:endParaRPr/>
          </a:p>
        </p:txBody>
      </p:sp>
      <p:sp>
        <p:nvSpPr>
          <p:cNvPr id="683" name="Google Shape;683;p54"/>
          <p:cNvSpPr/>
          <p:nvPr/>
        </p:nvSpPr>
        <p:spPr>
          <a:xfrm rot="7980000">
            <a:off x="5222875" y="3540125"/>
            <a:ext cx="6921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84" name="Google Shape;684;p54"/>
          <p:cNvSpPr txBox="1"/>
          <p:nvPr/>
        </p:nvSpPr>
        <p:spPr>
          <a:xfrm rot="-8220000">
            <a:off x="5557653" y="3355104"/>
            <a:ext cx="34287" cy="67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54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#6</a:t>
            </a:r>
            <a:endParaRPr/>
          </a:p>
        </p:txBody>
      </p:sp>
      <p:sp>
        <p:nvSpPr>
          <p:cNvPr id="686" name="Google Shape;686;p54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27</a:t>
            </a:fld>
            <a:endParaRPr/>
          </a:p>
        </p:txBody>
      </p:sp>
      <p:sp>
        <p:nvSpPr>
          <p:cNvPr id="687" name="Google Shape;687;p54"/>
          <p:cNvSpPr/>
          <p:nvPr/>
        </p:nvSpPr>
        <p:spPr>
          <a:xfrm>
            <a:off x="5029200" y="4038600"/>
            <a:ext cx="152400" cy="152400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54"/>
          <p:cNvSpPr txBox="1"/>
          <p:nvPr/>
        </p:nvSpPr>
        <p:spPr>
          <a:xfrm>
            <a:off x="6019800" y="1600200"/>
            <a:ext cx="4419600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curve doesn’t shift!</a:t>
            </a:r>
            <a:endParaRPr/>
          </a:p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Unemployment is just a point inside the curve.</a:t>
            </a:r>
            <a:endParaRPr/>
          </a:p>
        </p:txBody>
      </p:sp>
      <p:sp>
        <p:nvSpPr>
          <p:cNvPr id="689" name="Google Shape;689;p54"/>
          <p:cNvSpPr/>
          <p:nvPr/>
        </p:nvSpPr>
        <p:spPr>
          <a:xfrm>
            <a:off x="5943600" y="3200400"/>
            <a:ext cx="152400" cy="152400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MARTInkShape-1">
            <a:extLst>
              <a:ext uri="{FF2B5EF4-FFF2-40B4-BE49-F238E27FC236}">
                <a16:creationId xmlns:a16="http://schemas.microsoft.com/office/drawing/2014/main" id="{748DBC20-9875-801C-A0F6-26BF4CB6AE3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37400" y="5673707"/>
            <a:ext cx="25401" cy="78511"/>
          </a:xfrm>
          <a:custGeom>
            <a:avLst/>
            <a:gdLst/>
            <a:ahLst/>
            <a:cxnLst/>
            <a:rect l="0" t="0" r="0" b="0"/>
            <a:pathLst>
              <a:path w="25401" h="78511">
                <a:moveTo>
                  <a:pt x="19050" y="0"/>
                </a:moveTo>
                <a:lnTo>
                  <a:pt x="19050" y="0"/>
                </a:lnTo>
                <a:lnTo>
                  <a:pt x="19050" y="14647"/>
                </a:lnTo>
                <a:lnTo>
                  <a:pt x="24517" y="21251"/>
                </a:lnTo>
                <a:lnTo>
                  <a:pt x="25139" y="28691"/>
                </a:lnTo>
                <a:lnTo>
                  <a:pt x="23402" y="34046"/>
                </a:lnTo>
                <a:lnTo>
                  <a:pt x="21951" y="36462"/>
                </a:lnTo>
                <a:lnTo>
                  <a:pt x="21690" y="38072"/>
                </a:lnTo>
                <a:lnTo>
                  <a:pt x="22221" y="39146"/>
                </a:lnTo>
                <a:lnTo>
                  <a:pt x="23281" y="39862"/>
                </a:lnTo>
                <a:lnTo>
                  <a:pt x="24458" y="44420"/>
                </a:lnTo>
                <a:lnTo>
                  <a:pt x="25400" y="73033"/>
                </a:lnTo>
                <a:lnTo>
                  <a:pt x="19933" y="78510"/>
                </a:lnTo>
                <a:lnTo>
                  <a:pt x="12570" y="75760"/>
                </a:lnTo>
                <a:lnTo>
                  <a:pt x="7233" y="70488"/>
                </a:lnTo>
                <a:lnTo>
                  <a:pt x="0" y="60343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5"/>
          <p:cNvSpPr/>
          <p:nvPr/>
        </p:nvSpPr>
        <p:spPr>
          <a:xfrm>
            <a:off x="3446463" y="2362201"/>
            <a:ext cx="3716337" cy="3425825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55"/>
          <p:cNvSpPr/>
          <p:nvPr/>
        </p:nvSpPr>
        <p:spPr>
          <a:xfrm>
            <a:off x="3449637" y="2971800"/>
            <a:ext cx="2646362" cy="2819400"/>
          </a:xfrm>
          <a:custGeom>
            <a:avLst/>
            <a:gdLst/>
            <a:ahLst/>
            <a:cxnLst/>
            <a:rect l="0" t="0" r="0" b="0"/>
            <a:pathLst>
              <a:path w="120000" h="120000" fill="none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</a:path>
              <a:path w="120000" h="120000" extrusionOk="0">
                <a:moveTo>
                  <a:pt x="-5" y="0"/>
                </a:moveTo>
                <a:cubicBezTo>
                  <a:pt x="66272" y="0"/>
                  <a:pt x="120000" y="53553"/>
                  <a:pt x="120000" y="119623"/>
                </a:cubicBezTo>
                <a:cubicBezTo>
                  <a:pt x="120000" y="119745"/>
                  <a:pt x="119994" y="119872"/>
                  <a:pt x="119994" y="119994"/>
                </a:cubicBezTo>
                <a:lnTo>
                  <a:pt x="0" y="119623"/>
                </a:lnTo>
                <a:lnTo>
                  <a:pt x="-5" y="0"/>
                </a:lnTo>
                <a:close/>
              </a:path>
            </a:pathLst>
          </a:custGeom>
          <a:solidFill>
            <a:srgbClr val="00B0F0"/>
          </a:solidFill>
          <a:ln w="76200" cap="rnd" cmpd="sng">
            <a:solidFill>
              <a:srgbClr val="0000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55"/>
          <p:cNvSpPr txBox="1"/>
          <p:nvPr/>
        </p:nvSpPr>
        <p:spPr>
          <a:xfrm>
            <a:off x="1905000" y="685801"/>
            <a:ext cx="8305800" cy="1309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increases in education</a:t>
            </a:r>
            <a:endParaRPr/>
          </a:p>
          <a:p>
            <a:endParaRPr sz="4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98" name="Google Shape;698;p55"/>
          <p:cNvGrpSpPr/>
          <p:nvPr/>
        </p:nvGrpSpPr>
        <p:grpSpPr>
          <a:xfrm>
            <a:off x="3436938" y="1382712"/>
            <a:ext cx="4873625" cy="4405312"/>
            <a:chOff x="2786062" y="1463675"/>
            <a:chExt cx="4873625" cy="4405312"/>
          </a:xfrm>
        </p:grpSpPr>
        <p:cxnSp>
          <p:nvCxnSpPr>
            <p:cNvPr id="699" name="Google Shape;699;p55"/>
            <p:cNvCxnSpPr/>
            <p:nvPr/>
          </p:nvCxnSpPr>
          <p:spPr>
            <a:xfrm>
              <a:off x="2795587" y="1463675"/>
              <a:ext cx="0" cy="4405312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0" name="Google Shape;700;p55"/>
            <p:cNvCxnSpPr/>
            <p:nvPr/>
          </p:nvCxnSpPr>
          <p:spPr>
            <a:xfrm>
              <a:off x="2786062" y="5845175"/>
              <a:ext cx="4873625" cy="0"/>
            </a:xfrm>
            <a:prstGeom prst="straightConnector1">
              <a:avLst/>
            </a:prstGeom>
            <a:noFill/>
            <a:ln w="508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1" name="Google Shape;701;p55"/>
          <p:cNvSpPr txBox="1"/>
          <p:nvPr/>
        </p:nvSpPr>
        <p:spPr>
          <a:xfrm rot="-5400000">
            <a:off x="442119" y="3490118"/>
            <a:ext cx="43497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Goods (Guns)</a:t>
            </a:r>
            <a:endParaRPr/>
          </a:p>
        </p:txBody>
      </p:sp>
      <p:sp>
        <p:nvSpPr>
          <p:cNvPr id="702" name="Google Shape;702;p55"/>
          <p:cNvSpPr txBox="1"/>
          <p:nvPr/>
        </p:nvSpPr>
        <p:spPr>
          <a:xfrm>
            <a:off x="3084512" y="6075362"/>
            <a:ext cx="52768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Consumer Goods (Butter) </a:t>
            </a:r>
            <a:endParaRPr/>
          </a:p>
        </p:txBody>
      </p:sp>
      <p:sp>
        <p:nvSpPr>
          <p:cNvPr id="703" name="Google Shape;703;p55"/>
          <p:cNvSpPr/>
          <p:nvPr/>
        </p:nvSpPr>
        <p:spPr>
          <a:xfrm rot="-2880000">
            <a:off x="5489575" y="3425825"/>
            <a:ext cx="463550" cy="317500"/>
          </a:xfrm>
          <a:prstGeom prst="rightArrow">
            <a:avLst>
              <a:gd name="adj1" fmla="val 10799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4" name="Google Shape;704;p55"/>
          <p:cNvSpPr txBox="1"/>
          <p:nvPr/>
        </p:nvSpPr>
        <p:spPr>
          <a:xfrm rot="2520000">
            <a:off x="5698472" y="3367743"/>
            <a:ext cx="34287" cy="44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55"/>
          <p:cNvSpPr txBox="1"/>
          <p:nvPr/>
        </p:nvSpPr>
        <p:spPr>
          <a:xfrm>
            <a:off x="2514600" y="0"/>
            <a:ext cx="70866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algn="ctr">
              <a:buClr>
                <a:srgbClr val="000099"/>
              </a:buClr>
              <a:buSzPts val="4200"/>
            </a:pPr>
            <a:r>
              <a:rPr lang="en-US" sz="42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#7</a:t>
            </a:r>
            <a:endParaRPr/>
          </a:p>
        </p:txBody>
      </p:sp>
      <p:sp>
        <p:nvSpPr>
          <p:cNvPr id="706" name="Google Shape;706;p55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28</a:t>
            </a:fld>
            <a:endParaRPr/>
          </a:p>
        </p:txBody>
      </p:sp>
      <p:sp>
        <p:nvSpPr>
          <p:cNvPr id="707" name="Google Shape;707;p55"/>
          <p:cNvSpPr txBox="1"/>
          <p:nvPr/>
        </p:nvSpPr>
        <p:spPr>
          <a:xfrm>
            <a:off x="6019800" y="1752600"/>
            <a:ext cx="4419600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quality of labor is improved. Curve shifts outward.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/>
        </p:nvSpPr>
        <p:spPr>
          <a:xfrm>
            <a:off x="1524000" y="457201"/>
            <a:ext cx="91440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Circular Flow Model</a:t>
            </a:r>
            <a:endParaRPr/>
          </a:p>
        </p:txBody>
      </p:sp>
      <p:sp>
        <p:nvSpPr>
          <p:cNvPr id="249" name="Google Shape;249;p38"/>
          <p:cNvSpPr txBox="1"/>
          <p:nvPr/>
        </p:nvSpPr>
        <p:spPr>
          <a:xfrm>
            <a:off x="1905000" y="2917826"/>
            <a:ext cx="8382000" cy="354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Product Market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dirty="0"/>
          </a:p>
          <a:p>
            <a:pPr>
              <a:buClr>
                <a:srgbClr val="003399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“place” where goods and services produced by businesses are sold to households.</a:t>
            </a:r>
            <a:endParaRPr dirty="0"/>
          </a:p>
          <a:p>
            <a:pPr>
              <a:buClr>
                <a:srgbClr val="990000"/>
              </a:buClr>
              <a:buSzPts val="3200"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Resource (Factor) Market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dirty="0"/>
          </a:p>
          <a:p>
            <a:pPr>
              <a:buClr>
                <a:srgbClr val="003399"/>
              </a:buClr>
              <a:buSzPts val="3200"/>
              <a:buFont typeface="Times New Roman"/>
              <a:buChar char="•"/>
            </a:pPr>
            <a:r>
              <a:rPr lang="en-US" sz="3200" b="1" dirty="0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“place” where resources (land, labor, capital, and entrepreneurship) are sold to businesses.</a:t>
            </a:r>
            <a:endParaRPr dirty="0"/>
          </a:p>
        </p:txBody>
      </p:sp>
      <p:sp>
        <p:nvSpPr>
          <p:cNvPr id="250" name="Google Shape;250;p38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29</a:t>
            </a:fld>
            <a:endParaRPr/>
          </a:p>
        </p:txBody>
      </p:sp>
      <p:pic>
        <p:nvPicPr>
          <p:cNvPr id="252" name="Google Shape;252;p38" descr="http://www.youtube.com/yt/brand/media/image/YouTube-icon-full_colo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67132" y="6169026"/>
            <a:ext cx="820737" cy="577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63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30</a:t>
            </a:fld>
            <a:endParaRPr/>
          </a:p>
        </p:txBody>
      </p:sp>
      <p:sp>
        <p:nvSpPr>
          <p:cNvPr id="267" name="Google Shape;267;p40"/>
          <p:cNvSpPr txBox="1"/>
          <p:nvPr/>
        </p:nvSpPr>
        <p:spPr>
          <a:xfrm>
            <a:off x="4511676" y="6319837"/>
            <a:ext cx="30130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3399"/>
              </a:buClr>
              <a:buSzPts val="3200"/>
            </a:pPr>
            <a:r>
              <a:rPr lang="en-US" sz="32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Market</a:t>
            </a:r>
            <a:endParaRPr/>
          </a:p>
        </p:txBody>
      </p:sp>
      <p:pic>
        <p:nvPicPr>
          <p:cNvPr id="268" name="Google Shape;268;p40" descr="factory-outlet-mall"/>
          <p:cNvPicPr preferRelativeResize="0"/>
          <p:nvPr/>
        </p:nvPicPr>
        <p:blipFill rotWithShape="1">
          <a:blip r:embed="rId68">
            <a:alphaModFix/>
          </a:blip>
          <a:srcRect t="27861"/>
          <a:stretch/>
        </p:blipFill>
        <p:spPr>
          <a:xfrm>
            <a:off x="5029200" y="5029201"/>
            <a:ext cx="1828800" cy="129063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69" name="Google Shape;269;p40" descr="factory_cartoon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1452563" y="2133600"/>
            <a:ext cx="1905000" cy="183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 descr="factory_worker_2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5181600" y="457201"/>
            <a:ext cx="1249362" cy="13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/>
        </p:nvSpPr>
        <p:spPr>
          <a:xfrm>
            <a:off x="4284663" y="0"/>
            <a:ext cx="3222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Market</a:t>
            </a:r>
            <a:endParaRPr/>
          </a:p>
        </p:txBody>
      </p:sp>
      <p:sp>
        <p:nvSpPr>
          <p:cNvPr id="272" name="Google Shape;272;p40"/>
          <p:cNvSpPr txBox="1"/>
          <p:nvPr/>
        </p:nvSpPr>
        <p:spPr>
          <a:xfrm>
            <a:off x="1524000" y="3657600"/>
            <a:ext cx="22158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</a:t>
            </a:r>
            <a:endParaRPr/>
          </a:p>
        </p:txBody>
      </p:sp>
      <p:sp>
        <p:nvSpPr>
          <p:cNvPr id="273" name="Google Shape;273;p40"/>
          <p:cNvSpPr txBox="1"/>
          <p:nvPr/>
        </p:nvSpPr>
        <p:spPr>
          <a:xfrm>
            <a:off x="8520099" y="3581400"/>
            <a:ext cx="22836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</a:t>
            </a:r>
            <a:endParaRPr/>
          </a:p>
        </p:txBody>
      </p:sp>
      <p:sp>
        <p:nvSpPr>
          <p:cNvPr id="274" name="Google Shape;274;p40"/>
          <p:cNvSpPr/>
          <p:nvPr/>
        </p:nvSpPr>
        <p:spPr>
          <a:xfrm>
            <a:off x="2314575" y="4319588"/>
            <a:ext cx="2544762" cy="15954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9934" y="85039"/>
                  <a:pt x="74771" y="108774"/>
                  <a:pt x="119999" y="120000"/>
                </a:cubicBezTo>
              </a:path>
            </a:pathLst>
          </a:custGeom>
          <a:noFill/>
          <a:ln w="76200" cap="flat" cmpd="sng">
            <a:solidFill>
              <a:srgbClr val="003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40"/>
          <p:cNvSpPr/>
          <p:nvPr/>
        </p:nvSpPr>
        <p:spPr>
          <a:xfrm rot="10800000" flipH="1">
            <a:off x="7091362" y="4254500"/>
            <a:ext cx="2559050" cy="15097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357"/>
                </a:moveTo>
                <a:cubicBezTo>
                  <a:pt x="88857" y="-10649"/>
                  <a:pt x="120021" y="59301"/>
                  <a:pt x="120000" y="120000"/>
                </a:cubicBezTo>
              </a:path>
            </a:pathLst>
          </a:custGeom>
          <a:noFill/>
          <a:ln w="76200" cap="flat" cmpd="sng">
            <a:solidFill>
              <a:srgbClr val="003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0"/>
          <p:cNvSpPr/>
          <p:nvPr/>
        </p:nvSpPr>
        <p:spPr>
          <a:xfrm rot="10800000">
            <a:off x="6583363" y="1090612"/>
            <a:ext cx="2579687" cy="11096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20913" y="100521"/>
                  <a:pt x="54207" y="147112"/>
                  <a:pt x="120000" y="103817"/>
                </a:cubicBezTo>
              </a:path>
            </a:pathLst>
          </a:custGeom>
          <a:noFill/>
          <a:ln w="762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40"/>
          <p:cNvSpPr/>
          <p:nvPr/>
        </p:nvSpPr>
        <p:spPr>
          <a:xfrm flipH="1">
            <a:off x="2619376" y="1154113"/>
            <a:ext cx="2459037" cy="9556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9006"/>
                </a:moveTo>
                <a:cubicBezTo>
                  <a:pt x="41352" y="-8970"/>
                  <a:pt x="102174" y="-12333"/>
                  <a:pt x="120000" y="119999"/>
                </a:cubicBezTo>
              </a:path>
            </a:pathLst>
          </a:custGeom>
          <a:noFill/>
          <a:ln w="762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40"/>
          <p:cNvSpPr/>
          <p:nvPr/>
        </p:nvSpPr>
        <p:spPr>
          <a:xfrm rot="10800000">
            <a:off x="2009776" y="4308475"/>
            <a:ext cx="2852737" cy="18542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72168" y="4843"/>
                  <a:pt x="120558" y="61345"/>
                  <a:pt x="119995" y="120000"/>
                </a:cubicBezTo>
              </a:path>
            </a:pathLst>
          </a:custGeom>
          <a:noFill/>
          <a:ln w="76200" cap="flat" cmpd="sng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40"/>
          <p:cNvSpPr/>
          <p:nvPr/>
        </p:nvSpPr>
        <p:spPr>
          <a:xfrm rot="10800000" flipH="1">
            <a:off x="2289176" y="774701"/>
            <a:ext cx="2740025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10637" y="55314"/>
                  <a:pt x="44570" y="159660"/>
                  <a:pt x="120000" y="104258"/>
                </a:cubicBezTo>
              </a:path>
            </a:pathLst>
          </a:custGeom>
          <a:noFill/>
          <a:ln w="76200" cap="flat" cmpd="sng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40"/>
          <p:cNvSpPr/>
          <p:nvPr/>
        </p:nvSpPr>
        <p:spPr>
          <a:xfrm>
            <a:off x="6492875" y="771525"/>
            <a:ext cx="2959100" cy="12239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5502"/>
                </a:moveTo>
                <a:cubicBezTo>
                  <a:pt x="40898" y="-20327"/>
                  <a:pt x="108089" y="2547"/>
                  <a:pt x="120000" y="120000"/>
                </a:cubicBezTo>
              </a:path>
            </a:pathLst>
          </a:custGeom>
          <a:noFill/>
          <a:ln w="76200" cap="flat" cmpd="sng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40"/>
          <p:cNvSpPr/>
          <p:nvPr/>
        </p:nvSpPr>
        <p:spPr>
          <a:xfrm flipH="1">
            <a:off x="7064376" y="4160837"/>
            <a:ext cx="3030537" cy="20256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cubicBezTo>
                  <a:pt x="6639" y="126611"/>
                  <a:pt x="87023" y="126173"/>
                  <a:pt x="120000" y="115887"/>
                </a:cubicBezTo>
              </a:path>
            </a:pathLst>
          </a:custGeom>
          <a:noFill/>
          <a:ln w="76200" cap="flat" cmpd="sng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40"/>
          <p:cNvSpPr txBox="1"/>
          <p:nvPr/>
        </p:nvSpPr>
        <p:spPr>
          <a:xfrm rot="2100000">
            <a:off x="2541588" y="4618038"/>
            <a:ext cx="1658937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3399"/>
              </a:buClr>
              <a:buSzPts val="2400"/>
            </a:pPr>
            <a:r>
              <a:rPr lang="en-US" sz="24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Goods and </a:t>
            </a:r>
            <a:endParaRPr/>
          </a:p>
          <a:p>
            <a:pPr algn="ctr">
              <a:buClr>
                <a:srgbClr val="003399"/>
              </a:buClr>
              <a:buSzPts val="2400"/>
            </a:pPr>
            <a:r>
              <a:rPr lang="en-US" sz="24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</a:t>
            </a:r>
            <a:endParaRPr/>
          </a:p>
        </p:txBody>
      </p:sp>
      <p:sp>
        <p:nvSpPr>
          <p:cNvPr id="283" name="Google Shape;283;p40"/>
          <p:cNvSpPr txBox="1"/>
          <p:nvPr/>
        </p:nvSpPr>
        <p:spPr>
          <a:xfrm rot="2100000">
            <a:off x="1435100" y="5535612"/>
            <a:ext cx="2368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$$$ Revenue $$$</a:t>
            </a:r>
            <a:endParaRPr/>
          </a:p>
        </p:txBody>
      </p:sp>
      <p:sp>
        <p:nvSpPr>
          <p:cNvPr id="284" name="Google Shape;284;p40"/>
          <p:cNvSpPr txBox="1"/>
          <p:nvPr/>
        </p:nvSpPr>
        <p:spPr>
          <a:xfrm rot="-1620000">
            <a:off x="8066088" y="5715000"/>
            <a:ext cx="2471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$$$ Spending $$$</a:t>
            </a:r>
            <a:endParaRPr/>
          </a:p>
        </p:txBody>
      </p:sp>
      <p:sp>
        <p:nvSpPr>
          <p:cNvPr id="285" name="Google Shape;285;p40"/>
          <p:cNvSpPr txBox="1"/>
          <p:nvPr/>
        </p:nvSpPr>
        <p:spPr>
          <a:xfrm rot="-2160000">
            <a:off x="7800976" y="4657726"/>
            <a:ext cx="1658937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3399"/>
              </a:buClr>
              <a:buSzPts val="2400"/>
            </a:pPr>
            <a:r>
              <a:rPr lang="en-US" sz="24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Goods and </a:t>
            </a:r>
            <a:endParaRPr/>
          </a:p>
          <a:p>
            <a:pPr algn="ctr">
              <a:buClr>
                <a:srgbClr val="003399"/>
              </a:buClr>
              <a:buSzPts val="2400"/>
            </a:pPr>
            <a:r>
              <a:rPr lang="en-US" sz="24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</a:t>
            </a:r>
            <a:endParaRPr/>
          </a:p>
        </p:txBody>
      </p:sp>
      <p:sp>
        <p:nvSpPr>
          <p:cNvPr id="286" name="Google Shape;286;p40"/>
          <p:cNvSpPr txBox="1"/>
          <p:nvPr/>
        </p:nvSpPr>
        <p:spPr>
          <a:xfrm rot="2220000">
            <a:off x="8912225" y="417513"/>
            <a:ext cx="1763712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</a:t>
            </a:r>
            <a:endParaRPr/>
          </a:p>
        </p:txBody>
      </p:sp>
      <p:sp>
        <p:nvSpPr>
          <p:cNvPr id="287" name="Google Shape;287;p40"/>
          <p:cNvSpPr txBox="1"/>
          <p:nvPr/>
        </p:nvSpPr>
        <p:spPr>
          <a:xfrm rot="-1979986">
            <a:off x="1376219" y="399750"/>
            <a:ext cx="2272161" cy="57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32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</a:t>
            </a:r>
            <a:endParaRPr/>
          </a:p>
        </p:txBody>
      </p:sp>
      <p:sp>
        <p:nvSpPr>
          <p:cNvPr id="288" name="Google Shape;288;p40"/>
          <p:cNvSpPr txBox="1"/>
          <p:nvPr/>
        </p:nvSpPr>
        <p:spPr>
          <a:xfrm rot="-1439851">
            <a:off x="8598106" y="5935754"/>
            <a:ext cx="2342039" cy="57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3399"/>
              </a:buClr>
              <a:buSzPts val="3200"/>
            </a:pPr>
            <a:r>
              <a:rPr lang="en-US" sz="32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</a:t>
            </a:r>
            <a:endParaRPr/>
          </a:p>
        </p:txBody>
      </p:sp>
      <p:sp>
        <p:nvSpPr>
          <p:cNvPr id="289" name="Google Shape;289;p40"/>
          <p:cNvSpPr txBox="1"/>
          <p:nvPr/>
        </p:nvSpPr>
        <p:spPr>
          <a:xfrm rot="2040000">
            <a:off x="1414463" y="5732463"/>
            <a:ext cx="1763712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3399"/>
              </a:buClr>
              <a:buSzPts val="3200"/>
            </a:pPr>
            <a:r>
              <a:rPr lang="en-US" sz="32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</a:t>
            </a:r>
            <a:endParaRPr/>
          </a:p>
        </p:txBody>
      </p:sp>
      <p:sp>
        <p:nvSpPr>
          <p:cNvPr id="290" name="Google Shape;290;p40"/>
          <p:cNvSpPr txBox="1"/>
          <p:nvPr/>
        </p:nvSpPr>
        <p:spPr>
          <a:xfrm rot="-1920000">
            <a:off x="1589088" y="931862"/>
            <a:ext cx="1963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$$$ Costs $$$</a:t>
            </a:r>
            <a:endParaRPr/>
          </a:p>
        </p:txBody>
      </p:sp>
      <p:sp>
        <p:nvSpPr>
          <p:cNvPr id="291" name="Google Shape;291;p40"/>
          <p:cNvSpPr txBox="1"/>
          <p:nvPr/>
        </p:nvSpPr>
        <p:spPr>
          <a:xfrm rot="-1140000">
            <a:off x="2906712" y="1287462"/>
            <a:ext cx="1504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2400"/>
            </a:pPr>
            <a:r>
              <a:rPr lang="en-US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endParaRPr/>
          </a:p>
        </p:txBody>
      </p:sp>
      <p:sp>
        <p:nvSpPr>
          <p:cNvPr id="292" name="Google Shape;292;p40"/>
          <p:cNvSpPr txBox="1"/>
          <p:nvPr/>
        </p:nvSpPr>
        <p:spPr>
          <a:xfrm rot="2280000">
            <a:off x="8185150" y="557213"/>
            <a:ext cx="2235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$$$ Income $$$</a:t>
            </a:r>
            <a:endParaRPr/>
          </a:p>
          <a:p>
            <a:pPr algn="ctr">
              <a:buClr>
                <a:srgbClr val="009900"/>
              </a:buClr>
              <a:buSzPts val="1800"/>
            </a:pPr>
            <a:r>
              <a:rPr lang="en-US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(Factor payments)</a:t>
            </a:r>
            <a:endParaRPr/>
          </a:p>
        </p:txBody>
      </p:sp>
      <p:sp>
        <p:nvSpPr>
          <p:cNvPr id="293" name="Google Shape;293;p40"/>
          <p:cNvSpPr txBox="1"/>
          <p:nvPr/>
        </p:nvSpPr>
        <p:spPr>
          <a:xfrm rot="2280000">
            <a:off x="7410450" y="1379538"/>
            <a:ext cx="1504950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990000"/>
              </a:buClr>
              <a:buSzPts val="2400"/>
            </a:pPr>
            <a:r>
              <a:rPr lang="en-US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endParaRPr/>
          </a:p>
          <a:p>
            <a:pPr algn="ctr">
              <a:buClr>
                <a:srgbClr val="990000"/>
              </a:buClr>
              <a:buSzPts val="1800"/>
            </a:pPr>
            <a:r>
              <a:rPr lang="en-US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(Factors of </a:t>
            </a:r>
            <a:endParaRPr/>
          </a:p>
          <a:p>
            <a:pPr algn="ctr">
              <a:buClr>
                <a:srgbClr val="990000"/>
              </a:buClr>
              <a:buSzPts val="1800"/>
            </a:pPr>
            <a:r>
              <a:rPr lang="en-US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Production)</a:t>
            </a:r>
            <a:endParaRPr/>
          </a:p>
        </p:txBody>
      </p:sp>
      <p:pic>
        <p:nvPicPr>
          <p:cNvPr id="294" name="Google Shape;294;p40" descr="http://images.clipartpanda.com/government-clipart-9TpEBRXTE.gif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5181600" y="2495550"/>
            <a:ext cx="1401762" cy="128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0" descr="Image result for house clip art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8812212" y="2187576"/>
            <a:ext cx="168910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0"/>
          <p:cNvSpPr txBox="1"/>
          <p:nvPr/>
        </p:nvSpPr>
        <p:spPr>
          <a:xfrm>
            <a:off x="4821237" y="3657600"/>
            <a:ext cx="239395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</a:t>
            </a:r>
            <a:endParaRPr/>
          </a:p>
        </p:txBody>
      </p:sp>
      <p:cxnSp>
        <p:nvCxnSpPr>
          <p:cNvPr id="297" name="Google Shape;297;p40"/>
          <p:cNvCxnSpPr/>
          <p:nvPr/>
        </p:nvCxnSpPr>
        <p:spPr>
          <a:xfrm rot="10800000" flipH="1">
            <a:off x="6921500" y="3495676"/>
            <a:ext cx="1828800" cy="33337"/>
          </a:xfrm>
          <a:prstGeom prst="straightConnector1">
            <a:avLst/>
          </a:prstGeom>
          <a:noFill/>
          <a:ln w="38100" cap="flat" cmpd="sng">
            <a:solidFill>
              <a:srgbClr val="003399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8" name="Google Shape;298;p40"/>
          <p:cNvCxnSpPr/>
          <p:nvPr/>
        </p:nvCxnSpPr>
        <p:spPr>
          <a:xfrm rot="10800000">
            <a:off x="3249613" y="3511550"/>
            <a:ext cx="1779587" cy="0"/>
          </a:xfrm>
          <a:prstGeom prst="straightConnector1">
            <a:avLst/>
          </a:prstGeom>
          <a:noFill/>
          <a:ln w="38100" cap="flat" cmpd="sng">
            <a:solidFill>
              <a:srgbClr val="003399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9" name="Google Shape;299;p40"/>
          <p:cNvCxnSpPr/>
          <p:nvPr/>
        </p:nvCxnSpPr>
        <p:spPr>
          <a:xfrm rot="10800000">
            <a:off x="5562600" y="4262438"/>
            <a:ext cx="0" cy="625475"/>
          </a:xfrm>
          <a:prstGeom prst="straightConnector1">
            <a:avLst/>
          </a:prstGeom>
          <a:noFill/>
          <a:ln w="38100" cap="flat" cmpd="sng">
            <a:solidFill>
              <a:srgbClr val="003399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0" name="Google Shape;300;p40"/>
          <p:cNvCxnSpPr/>
          <p:nvPr/>
        </p:nvCxnSpPr>
        <p:spPr>
          <a:xfrm rot="10800000">
            <a:off x="5562600" y="1820863"/>
            <a:ext cx="0" cy="625475"/>
          </a:xfrm>
          <a:prstGeom prst="straightConnector1">
            <a:avLst/>
          </a:prstGeom>
          <a:noFill/>
          <a:ln w="38100" cap="flat" cmpd="sng">
            <a:solidFill>
              <a:srgbClr val="0099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1" name="Google Shape;301;p40"/>
          <p:cNvCxnSpPr/>
          <p:nvPr/>
        </p:nvCxnSpPr>
        <p:spPr>
          <a:xfrm>
            <a:off x="6248401" y="4308475"/>
            <a:ext cx="3175" cy="609600"/>
          </a:xfrm>
          <a:prstGeom prst="straightConnector1">
            <a:avLst/>
          </a:prstGeom>
          <a:noFill/>
          <a:ln w="38100" cap="flat" cmpd="sng">
            <a:solidFill>
              <a:srgbClr val="0099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2" name="Google Shape;302;p40"/>
          <p:cNvCxnSpPr/>
          <p:nvPr/>
        </p:nvCxnSpPr>
        <p:spPr>
          <a:xfrm>
            <a:off x="6245226" y="1914525"/>
            <a:ext cx="3175" cy="608012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3" name="Google Shape;303;p40"/>
          <p:cNvSpPr txBox="1"/>
          <p:nvPr/>
        </p:nvSpPr>
        <p:spPr>
          <a:xfrm>
            <a:off x="7002462" y="3511550"/>
            <a:ext cx="16431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3399"/>
              </a:buClr>
              <a:buSzPts val="2000"/>
            </a:pPr>
            <a:r>
              <a:rPr lang="en-US" sz="20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Goods</a:t>
            </a:r>
            <a:endParaRPr/>
          </a:p>
        </p:txBody>
      </p:sp>
      <p:sp>
        <p:nvSpPr>
          <p:cNvPr id="304" name="Google Shape;304;p40"/>
          <p:cNvSpPr txBox="1"/>
          <p:nvPr/>
        </p:nvSpPr>
        <p:spPr>
          <a:xfrm>
            <a:off x="3436937" y="3511550"/>
            <a:ext cx="16430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3399"/>
              </a:buClr>
              <a:buSzPts val="2000"/>
            </a:pPr>
            <a:r>
              <a:rPr lang="en-US" sz="20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Goods</a:t>
            </a:r>
            <a:endParaRPr/>
          </a:p>
        </p:txBody>
      </p:sp>
      <p:sp>
        <p:nvSpPr>
          <p:cNvPr id="305" name="Google Shape;305;p40"/>
          <p:cNvSpPr txBox="1"/>
          <p:nvPr/>
        </p:nvSpPr>
        <p:spPr>
          <a:xfrm>
            <a:off x="6445250" y="4381500"/>
            <a:ext cx="6461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sp>
        <p:nvSpPr>
          <p:cNvPr id="306" name="Google Shape;306;p40"/>
          <p:cNvSpPr txBox="1"/>
          <p:nvPr/>
        </p:nvSpPr>
        <p:spPr>
          <a:xfrm>
            <a:off x="4851400" y="2035175"/>
            <a:ext cx="6461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cxnSp>
        <p:nvCxnSpPr>
          <p:cNvPr id="307" name="Google Shape;307;p40"/>
          <p:cNvCxnSpPr/>
          <p:nvPr/>
        </p:nvCxnSpPr>
        <p:spPr>
          <a:xfrm rot="10800000">
            <a:off x="3249613" y="3138487"/>
            <a:ext cx="1779587" cy="0"/>
          </a:xfrm>
          <a:prstGeom prst="straightConnector1">
            <a:avLst/>
          </a:prstGeom>
          <a:noFill/>
          <a:ln w="38100" cap="flat" cmpd="sng">
            <a:solidFill>
              <a:srgbClr val="0099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8" name="Google Shape;308;p40"/>
          <p:cNvCxnSpPr/>
          <p:nvPr/>
        </p:nvCxnSpPr>
        <p:spPr>
          <a:xfrm>
            <a:off x="3371850" y="2767013"/>
            <a:ext cx="1674812" cy="7937"/>
          </a:xfrm>
          <a:prstGeom prst="straightConnector1">
            <a:avLst/>
          </a:prstGeom>
          <a:noFill/>
          <a:ln w="38100" cap="flat" cmpd="sng">
            <a:solidFill>
              <a:srgbClr val="0099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9" name="Google Shape;309;p40"/>
          <p:cNvSpPr txBox="1"/>
          <p:nvPr/>
        </p:nvSpPr>
        <p:spPr>
          <a:xfrm>
            <a:off x="3714750" y="2305050"/>
            <a:ext cx="9255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Taxes</a:t>
            </a:r>
            <a:endParaRPr/>
          </a:p>
        </p:txBody>
      </p:sp>
      <p:cxnSp>
        <p:nvCxnSpPr>
          <p:cNvPr id="310" name="Google Shape;310;p40"/>
          <p:cNvCxnSpPr/>
          <p:nvPr/>
        </p:nvCxnSpPr>
        <p:spPr>
          <a:xfrm rot="10800000">
            <a:off x="6888163" y="2767012"/>
            <a:ext cx="1781175" cy="0"/>
          </a:xfrm>
          <a:prstGeom prst="straightConnector1">
            <a:avLst/>
          </a:prstGeom>
          <a:noFill/>
          <a:ln w="38100" cap="flat" cmpd="sng">
            <a:solidFill>
              <a:srgbClr val="0099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1" name="Google Shape;311;p40"/>
          <p:cNvCxnSpPr/>
          <p:nvPr/>
        </p:nvCxnSpPr>
        <p:spPr>
          <a:xfrm>
            <a:off x="6945313" y="3138488"/>
            <a:ext cx="1817687" cy="7937"/>
          </a:xfrm>
          <a:prstGeom prst="straightConnector1">
            <a:avLst/>
          </a:prstGeom>
          <a:noFill/>
          <a:ln w="38100" cap="flat" cmpd="sng">
            <a:solidFill>
              <a:srgbClr val="0099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2" name="Google Shape;312;p40"/>
          <p:cNvSpPr txBox="1"/>
          <p:nvPr/>
        </p:nvSpPr>
        <p:spPr>
          <a:xfrm>
            <a:off x="7338998" y="2305050"/>
            <a:ext cx="11082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9900"/>
              </a:buClr>
              <a:buSzPts val="2400"/>
            </a:pPr>
            <a:r>
              <a:rPr lang="en-US" sz="2400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Taxes</a:t>
            </a:r>
            <a:endParaRPr/>
          </a:p>
        </p:txBody>
      </p:sp>
      <p:sp>
        <p:nvSpPr>
          <p:cNvPr id="313" name="Google Shape;313;p40"/>
          <p:cNvSpPr txBox="1"/>
          <p:nvPr/>
        </p:nvSpPr>
        <p:spPr>
          <a:xfrm>
            <a:off x="6251575" y="2811462"/>
            <a:ext cx="20541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9900"/>
              </a:buClr>
              <a:buSzPts val="1800"/>
            </a:pPr>
            <a:r>
              <a:rPr lang="en-US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Payments</a:t>
            </a:r>
            <a:endParaRPr/>
          </a:p>
        </p:txBody>
      </p:sp>
      <p:sp>
        <p:nvSpPr>
          <p:cNvPr id="314" name="Google Shape;314;p40"/>
          <p:cNvSpPr txBox="1"/>
          <p:nvPr/>
        </p:nvSpPr>
        <p:spPr>
          <a:xfrm>
            <a:off x="3725863" y="2811463"/>
            <a:ext cx="11080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9900"/>
              </a:buClr>
              <a:buSzPts val="1800"/>
            </a:pPr>
            <a:r>
              <a:rPr lang="en-US" b="1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Subsidies</a:t>
            </a:r>
            <a:endParaRPr/>
          </a:p>
        </p:txBody>
      </p:sp>
      <p:grpSp>
        <p:nvGrpSpPr>
          <p:cNvPr id="446" name="SMARTInkShape-Group37">
            <a:extLst>
              <a:ext uri="{FF2B5EF4-FFF2-40B4-BE49-F238E27FC236}">
                <a16:creationId xmlns:a16="http://schemas.microsoft.com/office/drawing/2014/main" id="{408EEB06-4655-CC87-89F5-BB260DC26C01}"/>
              </a:ext>
            </a:extLst>
          </p:cNvPr>
          <p:cNvGrpSpPr/>
          <p:nvPr/>
        </p:nvGrpSpPr>
        <p:grpSpPr>
          <a:xfrm>
            <a:off x="6587133" y="3143534"/>
            <a:ext cx="2411002" cy="503368"/>
            <a:chOff x="6587133" y="3143534"/>
            <a:chExt cx="2411002" cy="503368"/>
          </a:xfrm>
        </p:grpSpPr>
        <p:sp>
          <p:nvSpPr>
            <p:cNvPr id="422" name="SMARTInkShape-69">
              <a:extLst>
                <a:ext uri="{FF2B5EF4-FFF2-40B4-BE49-F238E27FC236}">
                  <a16:creationId xmlns:a16="http://schemas.microsoft.com/office/drawing/2014/main" id="{A9FAF680-ADCA-3C82-1402-1CDA1C103C6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861227" y="3303984"/>
              <a:ext cx="29766" cy="142876"/>
            </a:xfrm>
            <a:custGeom>
              <a:avLst/>
              <a:gdLst/>
              <a:ahLst/>
              <a:cxnLst/>
              <a:rect l="0" t="0" r="0" b="0"/>
              <a:pathLst>
                <a:path w="29766" h="142876">
                  <a:moveTo>
                    <a:pt x="29765" y="0"/>
                  </a:moveTo>
                  <a:lnTo>
                    <a:pt x="29765" y="0"/>
                  </a:lnTo>
                  <a:lnTo>
                    <a:pt x="21583" y="14258"/>
                  </a:lnTo>
                  <a:lnTo>
                    <a:pt x="16313" y="58428"/>
                  </a:lnTo>
                  <a:lnTo>
                    <a:pt x="11163" y="100764"/>
                  </a:lnTo>
                  <a:lnTo>
                    <a:pt x="0" y="14287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SMARTInkShape-70">
              <a:extLst>
                <a:ext uri="{FF2B5EF4-FFF2-40B4-BE49-F238E27FC236}">
                  <a16:creationId xmlns:a16="http://schemas.microsoft.com/office/drawing/2014/main" id="{EDFBD54F-D100-ABEB-EF92-6AD608FB35CD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593336" y="3363516"/>
              <a:ext cx="65485" cy="70961"/>
            </a:xfrm>
            <a:custGeom>
              <a:avLst/>
              <a:gdLst/>
              <a:ahLst/>
              <a:cxnLst/>
              <a:rect l="0" t="0" r="0" b="0"/>
              <a:pathLst>
                <a:path w="65485" h="70961">
                  <a:moveTo>
                    <a:pt x="0" y="0"/>
                  </a:moveTo>
                  <a:lnTo>
                    <a:pt x="0" y="0"/>
                  </a:lnTo>
                  <a:lnTo>
                    <a:pt x="0" y="26022"/>
                  </a:lnTo>
                  <a:lnTo>
                    <a:pt x="13412" y="56565"/>
                  </a:lnTo>
                  <a:lnTo>
                    <a:pt x="19410" y="63284"/>
                  </a:lnTo>
                  <a:lnTo>
                    <a:pt x="25825" y="67813"/>
                  </a:lnTo>
                  <a:lnTo>
                    <a:pt x="34285" y="70960"/>
                  </a:lnTo>
                  <a:lnTo>
                    <a:pt x="41614" y="68135"/>
                  </a:lnTo>
                  <a:lnTo>
                    <a:pt x="46717" y="63135"/>
                  </a:lnTo>
                  <a:lnTo>
                    <a:pt x="49004" y="59949"/>
                  </a:lnTo>
                  <a:lnTo>
                    <a:pt x="51545" y="51117"/>
                  </a:lnTo>
                  <a:lnTo>
                    <a:pt x="52223" y="45984"/>
                  </a:lnTo>
                  <a:lnTo>
                    <a:pt x="53997" y="41901"/>
                  </a:lnTo>
                  <a:lnTo>
                    <a:pt x="61493" y="32332"/>
                  </a:lnTo>
                  <a:lnTo>
                    <a:pt x="65484" y="1190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SMARTInkShape-71">
              <a:extLst>
                <a:ext uri="{FF2B5EF4-FFF2-40B4-BE49-F238E27FC236}">
                  <a16:creationId xmlns:a16="http://schemas.microsoft.com/office/drawing/2014/main" id="{B66563EB-F0A2-CBA1-CC7B-05611FE7FAE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807648" y="3286125"/>
              <a:ext cx="29767" cy="23814"/>
            </a:xfrm>
            <a:custGeom>
              <a:avLst/>
              <a:gdLst/>
              <a:ahLst/>
              <a:cxnLst/>
              <a:rect l="0" t="0" r="0" b="0"/>
              <a:pathLst>
                <a:path w="29767" h="23814">
                  <a:moveTo>
                    <a:pt x="0" y="23813"/>
                  </a:moveTo>
                  <a:lnTo>
                    <a:pt x="0" y="23813"/>
                  </a:lnTo>
                  <a:lnTo>
                    <a:pt x="6321" y="20652"/>
                  </a:lnTo>
                  <a:lnTo>
                    <a:pt x="11187" y="15573"/>
                  </a:lnTo>
                  <a:lnTo>
                    <a:pt x="16217" y="9567"/>
                  </a:lnTo>
                  <a:lnTo>
                    <a:pt x="2976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SMARTInkShape-72">
              <a:extLst>
                <a:ext uri="{FF2B5EF4-FFF2-40B4-BE49-F238E27FC236}">
                  <a16:creationId xmlns:a16="http://schemas.microsoft.com/office/drawing/2014/main" id="{8EC14650-ED01-C433-B00D-11310FA797B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837414" y="3417610"/>
              <a:ext cx="160721" cy="229292"/>
            </a:xfrm>
            <a:custGeom>
              <a:avLst/>
              <a:gdLst/>
              <a:ahLst/>
              <a:cxnLst/>
              <a:rect l="0" t="0" r="0" b="0"/>
              <a:pathLst>
                <a:path w="160721" h="229292">
                  <a:moveTo>
                    <a:pt x="77391" y="11390"/>
                  </a:moveTo>
                  <a:lnTo>
                    <a:pt x="77391" y="11390"/>
                  </a:lnTo>
                  <a:lnTo>
                    <a:pt x="83711" y="14550"/>
                  </a:lnTo>
                  <a:lnTo>
                    <a:pt x="88578" y="19629"/>
                  </a:lnTo>
                  <a:lnTo>
                    <a:pt x="90802" y="22836"/>
                  </a:lnTo>
                  <a:lnTo>
                    <a:pt x="98565" y="28163"/>
                  </a:lnTo>
                  <a:lnTo>
                    <a:pt x="112327" y="33117"/>
                  </a:lnTo>
                  <a:lnTo>
                    <a:pt x="125669" y="34791"/>
                  </a:lnTo>
                  <a:lnTo>
                    <a:pt x="135719" y="31920"/>
                  </a:lnTo>
                  <a:lnTo>
                    <a:pt x="141458" y="26909"/>
                  </a:lnTo>
                  <a:lnTo>
                    <a:pt x="147372" y="19233"/>
                  </a:lnTo>
                  <a:lnTo>
                    <a:pt x="158952" y="12383"/>
                  </a:lnTo>
                  <a:lnTo>
                    <a:pt x="159941" y="8304"/>
                  </a:lnTo>
                  <a:lnTo>
                    <a:pt x="160688" y="0"/>
                  </a:lnTo>
                  <a:lnTo>
                    <a:pt x="160720" y="5957"/>
                  </a:lnTo>
                  <a:lnTo>
                    <a:pt x="159403" y="8430"/>
                  </a:lnTo>
                  <a:lnTo>
                    <a:pt x="152550" y="15731"/>
                  </a:lnTo>
                  <a:lnTo>
                    <a:pt x="149930" y="25317"/>
                  </a:lnTo>
                  <a:lnTo>
                    <a:pt x="148893" y="68129"/>
                  </a:lnTo>
                  <a:lnTo>
                    <a:pt x="144745" y="112593"/>
                  </a:lnTo>
                  <a:lnTo>
                    <a:pt x="141716" y="153742"/>
                  </a:lnTo>
                  <a:lnTo>
                    <a:pt x="126672" y="191261"/>
                  </a:lnTo>
                  <a:lnTo>
                    <a:pt x="120019" y="208190"/>
                  </a:lnTo>
                  <a:lnTo>
                    <a:pt x="109125" y="219683"/>
                  </a:lnTo>
                  <a:lnTo>
                    <a:pt x="96125" y="226335"/>
                  </a:lnTo>
                  <a:lnTo>
                    <a:pt x="83733" y="229291"/>
                  </a:lnTo>
                  <a:lnTo>
                    <a:pt x="41257" y="226632"/>
                  </a:lnTo>
                  <a:lnTo>
                    <a:pt x="29581" y="224793"/>
                  </a:lnTo>
                  <a:lnTo>
                    <a:pt x="0" y="21379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SMARTInkShape-73">
              <a:extLst>
                <a:ext uri="{FF2B5EF4-FFF2-40B4-BE49-F238E27FC236}">
                  <a16:creationId xmlns:a16="http://schemas.microsoft.com/office/drawing/2014/main" id="{ACF1F092-5CBA-4B57-38F1-304E86E61E4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164711" y="3340531"/>
              <a:ext cx="129768" cy="94362"/>
            </a:xfrm>
            <a:custGeom>
              <a:avLst/>
              <a:gdLst/>
              <a:ahLst/>
              <a:cxnLst/>
              <a:rect l="0" t="0" r="0" b="0"/>
              <a:pathLst>
                <a:path w="129768" h="94362">
                  <a:moveTo>
                    <a:pt x="125016" y="5125"/>
                  </a:moveTo>
                  <a:lnTo>
                    <a:pt x="125016" y="5125"/>
                  </a:lnTo>
                  <a:lnTo>
                    <a:pt x="118940" y="4464"/>
                  </a:lnTo>
                  <a:lnTo>
                    <a:pt x="97610" y="0"/>
                  </a:lnTo>
                  <a:lnTo>
                    <a:pt x="63203" y="4370"/>
                  </a:lnTo>
                  <a:lnTo>
                    <a:pt x="59334" y="5945"/>
                  </a:lnTo>
                  <a:lnTo>
                    <a:pt x="53270" y="11222"/>
                  </a:lnTo>
                  <a:lnTo>
                    <a:pt x="50133" y="16213"/>
                  </a:lnTo>
                  <a:lnTo>
                    <a:pt x="48120" y="21647"/>
                  </a:lnTo>
                  <a:lnTo>
                    <a:pt x="50932" y="28909"/>
                  </a:lnTo>
                  <a:lnTo>
                    <a:pt x="57694" y="33996"/>
                  </a:lnTo>
                  <a:lnTo>
                    <a:pt x="99422" y="53855"/>
                  </a:lnTo>
                  <a:lnTo>
                    <a:pt x="128174" y="79975"/>
                  </a:lnTo>
                  <a:lnTo>
                    <a:pt x="129767" y="83468"/>
                  </a:lnTo>
                  <a:lnTo>
                    <a:pt x="129507" y="86458"/>
                  </a:lnTo>
                  <a:lnTo>
                    <a:pt x="128009" y="89112"/>
                  </a:lnTo>
                  <a:lnTo>
                    <a:pt x="126350" y="90882"/>
                  </a:lnTo>
                  <a:lnTo>
                    <a:pt x="122742" y="92849"/>
                  </a:lnTo>
                  <a:lnTo>
                    <a:pt x="83317" y="94361"/>
                  </a:lnTo>
                  <a:lnTo>
                    <a:pt x="44559" y="93752"/>
                  </a:lnTo>
                  <a:lnTo>
                    <a:pt x="17555" y="87697"/>
                  </a:lnTo>
                  <a:lnTo>
                    <a:pt x="0" y="765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SMARTInkShape-74">
              <a:extLst>
                <a:ext uri="{FF2B5EF4-FFF2-40B4-BE49-F238E27FC236}">
                  <a16:creationId xmlns:a16="http://schemas.microsoft.com/office/drawing/2014/main" id="{AD7511AD-52F6-9862-A567-B14B1BEF6FA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480688" y="3363516"/>
              <a:ext cx="112649" cy="63710"/>
            </a:xfrm>
            <a:custGeom>
              <a:avLst/>
              <a:gdLst/>
              <a:ahLst/>
              <a:cxnLst/>
              <a:rect l="0" t="0" r="0" b="0"/>
              <a:pathLst>
                <a:path w="112649" h="63710">
                  <a:moveTo>
                    <a:pt x="41210" y="0"/>
                  </a:moveTo>
                  <a:lnTo>
                    <a:pt x="41210" y="0"/>
                  </a:lnTo>
                  <a:lnTo>
                    <a:pt x="35135" y="10166"/>
                  </a:lnTo>
                  <a:lnTo>
                    <a:pt x="17961" y="27070"/>
                  </a:lnTo>
                  <a:lnTo>
                    <a:pt x="7423" y="33156"/>
                  </a:lnTo>
                  <a:lnTo>
                    <a:pt x="4795" y="34010"/>
                  </a:lnTo>
                  <a:lnTo>
                    <a:pt x="3043" y="35902"/>
                  </a:lnTo>
                  <a:lnTo>
                    <a:pt x="1096" y="41533"/>
                  </a:lnTo>
                  <a:lnTo>
                    <a:pt x="0" y="48980"/>
                  </a:lnTo>
                  <a:lnTo>
                    <a:pt x="507" y="50512"/>
                  </a:lnTo>
                  <a:lnTo>
                    <a:pt x="1507" y="51534"/>
                  </a:lnTo>
                  <a:lnTo>
                    <a:pt x="5044" y="53992"/>
                  </a:lnTo>
                  <a:lnTo>
                    <a:pt x="11025" y="59495"/>
                  </a:lnTo>
                  <a:lnTo>
                    <a:pt x="21622" y="62822"/>
                  </a:lnTo>
                  <a:lnTo>
                    <a:pt x="28151" y="63709"/>
                  </a:lnTo>
                  <a:lnTo>
                    <a:pt x="40698" y="61167"/>
                  </a:lnTo>
                  <a:lnTo>
                    <a:pt x="58918" y="55826"/>
                  </a:lnTo>
                  <a:lnTo>
                    <a:pt x="82852" y="50862"/>
                  </a:lnTo>
                  <a:lnTo>
                    <a:pt x="97573" y="42263"/>
                  </a:lnTo>
                  <a:lnTo>
                    <a:pt x="112648" y="2976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SMARTInkShape-75">
              <a:extLst>
                <a:ext uri="{FF2B5EF4-FFF2-40B4-BE49-F238E27FC236}">
                  <a16:creationId xmlns:a16="http://schemas.microsoft.com/office/drawing/2014/main" id="{E0D9FEA2-B597-6532-D9E8-DB9BBF1AEC39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801695" y="3375422"/>
              <a:ext cx="125017" cy="23813"/>
            </a:xfrm>
            <a:custGeom>
              <a:avLst/>
              <a:gdLst/>
              <a:ahLst/>
              <a:cxnLst/>
              <a:rect l="0" t="0" r="0" b="0"/>
              <a:pathLst>
                <a:path w="125017" h="23813">
                  <a:moveTo>
                    <a:pt x="125016" y="23812"/>
                  </a:moveTo>
                  <a:lnTo>
                    <a:pt x="125016" y="23812"/>
                  </a:lnTo>
                  <a:lnTo>
                    <a:pt x="111419" y="23151"/>
                  </a:lnTo>
                  <a:lnTo>
                    <a:pt x="71101" y="11784"/>
                  </a:lnTo>
                  <a:lnTo>
                    <a:pt x="26633" y="1339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SMARTInkShape-76">
              <a:extLst>
                <a:ext uri="{FF2B5EF4-FFF2-40B4-BE49-F238E27FC236}">
                  <a16:creationId xmlns:a16="http://schemas.microsoft.com/office/drawing/2014/main" id="{17271FA4-960D-FDDA-04E9-A0DB7A9B6EA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705539" y="3357592"/>
              <a:ext cx="84251" cy="89268"/>
            </a:xfrm>
            <a:custGeom>
              <a:avLst/>
              <a:gdLst/>
              <a:ahLst/>
              <a:cxnLst/>
              <a:rect l="0" t="0" r="0" b="0"/>
              <a:pathLst>
                <a:path w="84251" h="89268">
                  <a:moveTo>
                    <a:pt x="6859" y="89267"/>
                  </a:moveTo>
                  <a:lnTo>
                    <a:pt x="6859" y="89267"/>
                  </a:lnTo>
                  <a:lnTo>
                    <a:pt x="6859" y="82947"/>
                  </a:lnTo>
                  <a:lnTo>
                    <a:pt x="0" y="60115"/>
                  </a:lnTo>
                  <a:lnTo>
                    <a:pt x="4901" y="42485"/>
                  </a:lnTo>
                  <a:lnTo>
                    <a:pt x="12158" y="27928"/>
                  </a:lnTo>
                  <a:lnTo>
                    <a:pt x="25627" y="13325"/>
                  </a:lnTo>
                  <a:lnTo>
                    <a:pt x="46330" y="2482"/>
                  </a:lnTo>
                  <a:lnTo>
                    <a:pt x="67736" y="117"/>
                  </a:lnTo>
                  <a:lnTo>
                    <a:pt x="79371" y="0"/>
                  </a:lnTo>
                  <a:lnTo>
                    <a:pt x="80998" y="651"/>
                  </a:lnTo>
                  <a:lnTo>
                    <a:pt x="82081" y="1747"/>
                  </a:lnTo>
                  <a:lnTo>
                    <a:pt x="83821" y="5099"/>
                  </a:lnTo>
                  <a:lnTo>
                    <a:pt x="84247" y="48244"/>
                  </a:lnTo>
                  <a:lnTo>
                    <a:pt x="81301" y="75683"/>
                  </a:lnTo>
                  <a:lnTo>
                    <a:pt x="84250" y="8926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SMARTInkShape-77">
              <a:extLst>
                <a:ext uri="{FF2B5EF4-FFF2-40B4-BE49-F238E27FC236}">
                  <a16:creationId xmlns:a16="http://schemas.microsoft.com/office/drawing/2014/main" id="{D625E9F7-D91C-1B27-3A4F-499AA157510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8337352" y="3339995"/>
              <a:ext cx="94764" cy="77100"/>
            </a:xfrm>
            <a:custGeom>
              <a:avLst/>
              <a:gdLst/>
              <a:ahLst/>
              <a:cxnLst/>
              <a:rect l="0" t="0" r="0" b="0"/>
              <a:pathLst>
                <a:path w="94764" h="77100">
                  <a:moveTo>
                    <a:pt x="0" y="35427"/>
                  </a:moveTo>
                  <a:lnTo>
                    <a:pt x="0" y="35427"/>
                  </a:lnTo>
                  <a:lnTo>
                    <a:pt x="12641" y="35427"/>
                  </a:lnTo>
                  <a:lnTo>
                    <a:pt x="22375" y="31899"/>
                  </a:lnTo>
                  <a:lnTo>
                    <a:pt x="38820" y="24239"/>
                  </a:lnTo>
                  <a:lnTo>
                    <a:pt x="75376" y="14625"/>
                  </a:lnTo>
                  <a:lnTo>
                    <a:pt x="86936" y="8317"/>
                  </a:lnTo>
                  <a:lnTo>
                    <a:pt x="89707" y="7432"/>
                  </a:lnTo>
                  <a:lnTo>
                    <a:pt x="91554" y="6180"/>
                  </a:lnTo>
                  <a:lnTo>
                    <a:pt x="92786" y="4684"/>
                  </a:lnTo>
                  <a:lnTo>
                    <a:pt x="94763" y="691"/>
                  </a:lnTo>
                  <a:lnTo>
                    <a:pt x="85625" y="0"/>
                  </a:lnTo>
                  <a:lnTo>
                    <a:pt x="79286" y="1601"/>
                  </a:lnTo>
                  <a:lnTo>
                    <a:pt x="36787" y="25156"/>
                  </a:lnTo>
                  <a:lnTo>
                    <a:pt x="17281" y="39366"/>
                  </a:lnTo>
                  <a:lnTo>
                    <a:pt x="8191" y="50536"/>
                  </a:lnTo>
                  <a:lnTo>
                    <a:pt x="10475" y="57356"/>
                  </a:lnTo>
                  <a:lnTo>
                    <a:pt x="15238" y="65017"/>
                  </a:lnTo>
                  <a:lnTo>
                    <a:pt x="19560" y="68422"/>
                  </a:lnTo>
                  <a:lnTo>
                    <a:pt x="37231" y="74699"/>
                  </a:lnTo>
                  <a:lnTo>
                    <a:pt x="59531" y="7709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SMARTInkShape-78">
              <a:extLst>
                <a:ext uri="{FF2B5EF4-FFF2-40B4-BE49-F238E27FC236}">
                  <a16:creationId xmlns:a16="http://schemas.microsoft.com/office/drawing/2014/main" id="{6FF0A256-8DF8-3B11-1CED-98E4E7A4F6B0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158633" y="3268266"/>
              <a:ext cx="178595" cy="17860"/>
            </a:xfrm>
            <a:custGeom>
              <a:avLst/>
              <a:gdLst/>
              <a:ahLst/>
              <a:cxnLst/>
              <a:rect l="0" t="0" r="0" b="0"/>
              <a:pathLst>
                <a:path w="178595" h="17860">
                  <a:moveTo>
                    <a:pt x="178594" y="0"/>
                  </a:moveTo>
                  <a:lnTo>
                    <a:pt x="178594" y="0"/>
                  </a:lnTo>
                  <a:lnTo>
                    <a:pt x="140940" y="0"/>
                  </a:lnTo>
                  <a:lnTo>
                    <a:pt x="97347" y="661"/>
                  </a:lnTo>
                  <a:lnTo>
                    <a:pt x="57730" y="6724"/>
                  </a:lnTo>
                  <a:lnTo>
                    <a:pt x="17573" y="16131"/>
                  </a:lnTo>
                  <a:lnTo>
                    <a:pt x="0" y="1785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SMARTInkShape-79">
              <a:extLst>
                <a:ext uri="{FF2B5EF4-FFF2-40B4-BE49-F238E27FC236}">
                  <a16:creationId xmlns:a16="http://schemas.microsoft.com/office/drawing/2014/main" id="{F37BB7C5-A613-081B-140E-1BCB0373CCE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218164" y="3147358"/>
              <a:ext cx="107157" cy="228065"/>
            </a:xfrm>
            <a:custGeom>
              <a:avLst/>
              <a:gdLst/>
              <a:ahLst/>
              <a:cxnLst/>
              <a:rect l="0" t="0" r="0" b="0"/>
              <a:pathLst>
                <a:path w="107157" h="228065">
                  <a:moveTo>
                    <a:pt x="107156" y="19705"/>
                  </a:moveTo>
                  <a:lnTo>
                    <a:pt x="107156" y="19705"/>
                  </a:lnTo>
                  <a:lnTo>
                    <a:pt x="88619" y="1167"/>
                  </a:lnTo>
                  <a:lnTo>
                    <a:pt x="76869" y="0"/>
                  </a:lnTo>
                  <a:lnTo>
                    <a:pt x="55018" y="1481"/>
                  </a:lnTo>
                  <a:lnTo>
                    <a:pt x="45619" y="10503"/>
                  </a:lnTo>
                  <a:lnTo>
                    <a:pt x="19969" y="53897"/>
                  </a:lnTo>
                  <a:lnTo>
                    <a:pt x="4786" y="97262"/>
                  </a:lnTo>
                  <a:lnTo>
                    <a:pt x="420" y="138259"/>
                  </a:lnTo>
                  <a:lnTo>
                    <a:pt x="25" y="180409"/>
                  </a:lnTo>
                  <a:lnTo>
                    <a:pt x="0" y="22806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SMARTInkShape-80">
              <a:extLst>
                <a:ext uri="{FF2B5EF4-FFF2-40B4-BE49-F238E27FC236}">
                  <a16:creationId xmlns:a16="http://schemas.microsoft.com/office/drawing/2014/main" id="{22AFCA28-1CC4-9094-904A-5990964AA14D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087195" y="3167063"/>
              <a:ext cx="23814" cy="178594"/>
            </a:xfrm>
            <a:custGeom>
              <a:avLst/>
              <a:gdLst/>
              <a:ahLst/>
              <a:cxnLst/>
              <a:rect l="0" t="0" r="0" b="0"/>
              <a:pathLst>
                <a:path w="23814" h="178594">
                  <a:moveTo>
                    <a:pt x="0" y="0"/>
                  </a:moveTo>
                  <a:lnTo>
                    <a:pt x="0" y="0"/>
                  </a:lnTo>
                  <a:lnTo>
                    <a:pt x="4092" y="43512"/>
                  </a:lnTo>
                  <a:lnTo>
                    <a:pt x="7113" y="82982"/>
                  </a:lnTo>
                  <a:lnTo>
                    <a:pt x="16183" y="113061"/>
                  </a:lnTo>
                  <a:lnTo>
                    <a:pt x="17761" y="157398"/>
                  </a:lnTo>
                  <a:lnTo>
                    <a:pt x="18492" y="171431"/>
                  </a:lnTo>
                  <a:lnTo>
                    <a:pt x="19605" y="173819"/>
                  </a:lnTo>
                  <a:lnTo>
                    <a:pt x="23813" y="17859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SMARTInkShape-81">
              <a:extLst>
                <a:ext uri="{FF2B5EF4-FFF2-40B4-BE49-F238E27FC236}">
                  <a16:creationId xmlns:a16="http://schemas.microsoft.com/office/drawing/2014/main" id="{56C91174-79E0-7B6E-6A07-33E198CBDB25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914555" y="3203360"/>
              <a:ext cx="125016" cy="118360"/>
            </a:xfrm>
            <a:custGeom>
              <a:avLst/>
              <a:gdLst/>
              <a:ahLst/>
              <a:cxnLst/>
              <a:rect l="0" t="0" r="0" b="0"/>
              <a:pathLst>
                <a:path w="125016" h="118360">
                  <a:moveTo>
                    <a:pt x="0" y="52999"/>
                  </a:moveTo>
                  <a:lnTo>
                    <a:pt x="0" y="52999"/>
                  </a:lnTo>
                  <a:lnTo>
                    <a:pt x="41458" y="43886"/>
                  </a:lnTo>
                  <a:lnTo>
                    <a:pt x="75256" y="30878"/>
                  </a:lnTo>
                  <a:lnTo>
                    <a:pt x="86165" y="21897"/>
                  </a:lnTo>
                  <a:lnTo>
                    <a:pt x="111982" y="12272"/>
                  </a:lnTo>
                  <a:lnTo>
                    <a:pt x="114342" y="9311"/>
                  </a:lnTo>
                  <a:lnTo>
                    <a:pt x="115915" y="6014"/>
                  </a:lnTo>
                  <a:lnTo>
                    <a:pt x="115641" y="3817"/>
                  </a:lnTo>
                  <a:lnTo>
                    <a:pt x="114135" y="2351"/>
                  </a:lnTo>
                  <a:lnTo>
                    <a:pt x="107460" y="289"/>
                  </a:lnTo>
                  <a:lnTo>
                    <a:pt x="105375" y="0"/>
                  </a:lnTo>
                  <a:lnTo>
                    <a:pt x="76711" y="12884"/>
                  </a:lnTo>
                  <a:lnTo>
                    <a:pt x="38111" y="45553"/>
                  </a:lnTo>
                  <a:lnTo>
                    <a:pt x="23859" y="60935"/>
                  </a:lnTo>
                  <a:lnTo>
                    <a:pt x="15884" y="78380"/>
                  </a:lnTo>
                  <a:lnTo>
                    <a:pt x="13084" y="91975"/>
                  </a:lnTo>
                  <a:lnTo>
                    <a:pt x="14193" y="98544"/>
                  </a:lnTo>
                  <a:lnTo>
                    <a:pt x="16230" y="104330"/>
                  </a:lnTo>
                  <a:lnTo>
                    <a:pt x="17135" y="111311"/>
                  </a:lnTo>
                  <a:lnTo>
                    <a:pt x="18699" y="113702"/>
                  </a:lnTo>
                  <a:lnTo>
                    <a:pt x="21065" y="115296"/>
                  </a:lnTo>
                  <a:lnTo>
                    <a:pt x="28544" y="117067"/>
                  </a:lnTo>
                  <a:lnTo>
                    <a:pt x="72150" y="118359"/>
                  </a:lnTo>
                  <a:lnTo>
                    <a:pt x="108822" y="117150"/>
                  </a:lnTo>
                  <a:lnTo>
                    <a:pt x="125015" y="10657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SMARTInkShape-82">
              <a:extLst>
                <a:ext uri="{FF2B5EF4-FFF2-40B4-BE49-F238E27FC236}">
                  <a16:creationId xmlns:a16="http://schemas.microsoft.com/office/drawing/2014/main" id="{F9FDDF5F-15BE-FF9A-7233-338555E7F765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587133" y="3149203"/>
              <a:ext cx="272400" cy="202671"/>
            </a:xfrm>
            <a:custGeom>
              <a:avLst/>
              <a:gdLst/>
              <a:ahLst/>
              <a:cxnLst/>
              <a:rect l="0" t="0" r="0" b="0"/>
              <a:pathLst>
                <a:path w="272400" h="202671">
                  <a:moveTo>
                    <a:pt x="0" y="53578"/>
                  </a:moveTo>
                  <a:lnTo>
                    <a:pt x="0" y="53578"/>
                  </a:lnTo>
                  <a:lnTo>
                    <a:pt x="4091" y="94844"/>
                  </a:lnTo>
                  <a:lnTo>
                    <a:pt x="6724" y="112989"/>
                  </a:lnTo>
                  <a:lnTo>
                    <a:pt x="25612" y="152340"/>
                  </a:lnTo>
                  <a:lnTo>
                    <a:pt x="44392" y="179971"/>
                  </a:lnTo>
                  <a:lnTo>
                    <a:pt x="54125" y="189128"/>
                  </a:lnTo>
                  <a:lnTo>
                    <a:pt x="78377" y="201809"/>
                  </a:lnTo>
                  <a:lnTo>
                    <a:pt x="82678" y="202670"/>
                  </a:lnTo>
                  <a:lnTo>
                    <a:pt x="86207" y="201920"/>
                  </a:lnTo>
                  <a:lnTo>
                    <a:pt x="102945" y="194373"/>
                  </a:lnTo>
                  <a:lnTo>
                    <a:pt x="112119" y="181638"/>
                  </a:lnTo>
                  <a:lnTo>
                    <a:pt x="127408" y="148151"/>
                  </a:lnTo>
                  <a:lnTo>
                    <a:pt x="130876" y="106697"/>
                  </a:lnTo>
                  <a:lnTo>
                    <a:pt x="130305" y="67521"/>
                  </a:lnTo>
                  <a:lnTo>
                    <a:pt x="125553" y="53079"/>
                  </a:lnTo>
                  <a:lnTo>
                    <a:pt x="108151" y="30817"/>
                  </a:lnTo>
                  <a:lnTo>
                    <a:pt x="107819" y="31128"/>
                  </a:lnTo>
                  <a:lnTo>
                    <a:pt x="107243" y="34984"/>
                  </a:lnTo>
                  <a:lnTo>
                    <a:pt x="112588" y="56691"/>
                  </a:lnTo>
                  <a:lnTo>
                    <a:pt x="127842" y="78900"/>
                  </a:lnTo>
                  <a:lnTo>
                    <a:pt x="136878" y="97278"/>
                  </a:lnTo>
                  <a:lnTo>
                    <a:pt x="179697" y="138242"/>
                  </a:lnTo>
                  <a:lnTo>
                    <a:pt x="190990" y="147431"/>
                  </a:lnTo>
                  <a:lnTo>
                    <a:pt x="210882" y="153330"/>
                  </a:lnTo>
                  <a:lnTo>
                    <a:pt x="224733" y="154495"/>
                  </a:lnTo>
                  <a:lnTo>
                    <a:pt x="227874" y="153267"/>
                  </a:lnTo>
                  <a:lnTo>
                    <a:pt x="236116" y="146542"/>
                  </a:lnTo>
                  <a:lnTo>
                    <a:pt x="242965" y="144505"/>
                  </a:lnTo>
                  <a:lnTo>
                    <a:pt x="245982" y="141316"/>
                  </a:lnTo>
                  <a:lnTo>
                    <a:pt x="268966" y="97193"/>
                  </a:lnTo>
                  <a:lnTo>
                    <a:pt x="272399" y="77966"/>
                  </a:lnTo>
                  <a:lnTo>
                    <a:pt x="270255" y="59702"/>
                  </a:lnTo>
                  <a:lnTo>
                    <a:pt x="252261" y="15571"/>
                  </a:lnTo>
                  <a:lnTo>
                    <a:pt x="238125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SMARTInkShape-83">
              <a:extLst>
                <a:ext uri="{FF2B5EF4-FFF2-40B4-BE49-F238E27FC236}">
                  <a16:creationId xmlns:a16="http://schemas.microsoft.com/office/drawing/2014/main" id="{CCC1B35E-C9ED-C0C1-8435-8311F5E9F8E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8533805" y="3202781"/>
              <a:ext cx="17860" cy="83345"/>
            </a:xfrm>
            <a:custGeom>
              <a:avLst/>
              <a:gdLst/>
              <a:ahLst/>
              <a:cxnLst/>
              <a:rect l="0" t="0" r="0" b="0"/>
              <a:pathLst>
                <a:path w="17860" h="83345">
                  <a:moveTo>
                    <a:pt x="0" y="0"/>
                  </a:moveTo>
                  <a:lnTo>
                    <a:pt x="0" y="0"/>
                  </a:lnTo>
                  <a:lnTo>
                    <a:pt x="4091" y="43513"/>
                  </a:lnTo>
                  <a:lnTo>
                    <a:pt x="6724" y="63605"/>
                  </a:lnTo>
                  <a:lnTo>
                    <a:pt x="17859" y="833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SMARTInkShape-84">
              <a:extLst>
                <a:ext uri="{FF2B5EF4-FFF2-40B4-BE49-F238E27FC236}">
                  <a16:creationId xmlns:a16="http://schemas.microsoft.com/office/drawing/2014/main" id="{55B79CC7-D69B-6053-1E7A-EFEBF550B91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201447" y="3184922"/>
              <a:ext cx="115444" cy="95378"/>
            </a:xfrm>
            <a:custGeom>
              <a:avLst/>
              <a:gdLst/>
              <a:ahLst/>
              <a:cxnLst/>
              <a:rect l="0" t="0" r="0" b="0"/>
              <a:pathLst>
                <a:path w="115444" h="95378">
                  <a:moveTo>
                    <a:pt x="52561" y="0"/>
                  </a:moveTo>
                  <a:lnTo>
                    <a:pt x="52561" y="0"/>
                  </a:lnTo>
                  <a:lnTo>
                    <a:pt x="38303" y="21118"/>
                  </a:lnTo>
                  <a:lnTo>
                    <a:pt x="16378" y="41458"/>
                  </a:lnTo>
                  <a:lnTo>
                    <a:pt x="6714" y="56790"/>
                  </a:lnTo>
                  <a:lnTo>
                    <a:pt x="0" y="79455"/>
                  </a:lnTo>
                  <a:lnTo>
                    <a:pt x="1646" y="81413"/>
                  </a:lnTo>
                  <a:lnTo>
                    <a:pt x="20770" y="94448"/>
                  </a:lnTo>
                  <a:lnTo>
                    <a:pt x="26075" y="95377"/>
                  </a:lnTo>
                  <a:lnTo>
                    <a:pt x="39025" y="92881"/>
                  </a:lnTo>
                  <a:lnTo>
                    <a:pt x="80161" y="71074"/>
                  </a:lnTo>
                  <a:lnTo>
                    <a:pt x="112191" y="40763"/>
                  </a:lnTo>
                  <a:lnTo>
                    <a:pt x="115443" y="35094"/>
                  </a:lnTo>
                  <a:lnTo>
                    <a:pt x="114988" y="31995"/>
                  </a:lnTo>
                  <a:lnTo>
                    <a:pt x="108688" y="21974"/>
                  </a:lnTo>
                  <a:lnTo>
                    <a:pt x="104405" y="16822"/>
                  </a:lnTo>
                  <a:lnTo>
                    <a:pt x="98534" y="14091"/>
                  </a:lnTo>
                  <a:lnTo>
                    <a:pt x="63098" y="5334"/>
                  </a:lnTo>
                  <a:lnTo>
                    <a:pt x="16842" y="1190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SMARTInkShape-85">
              <a:extLst>
                <a:ext uri="{FF2B5EF4-FFF2-40B4-BE49-F238E27FC236}">
                  <a16:creationId xmlns:a16="http://schemas.microsoft.com/office/drawing/2014/main" id="{7A2C68BC-10B9-97B4-1A4D-1A8429129751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594316" y="3143534"/>
              <a:ext cx="284771" cy="141741"/>
            </a:xfrm>
            <a:custGeom>
              <a:avLst/>
              <a:gdLst/>
              <a:ahLst/>
              <a:cxnLst/>
              <a:rect l="0" t="0" r="0" b="0"/>
              <a:pathLst>
                <a:path w="284771" h="141741">
                  <a:moveTo>
                    <a:pt x="64504" y="71154"/>
                  </a:moveTo>
                  <a:lnTo>
                    <a:pt x="64504" y="71154"/>
                  </a:lnTo>
                  <a:lnTo>
                    <a:pt x="41612" y="74314"/>
                  </a:lnTo>
                  <a:lnTo>
                    <a:pt x="10180" y="90273"/>
                  </a:lnTo>
                  <a:lnTo>
                    <a:pt x="6460" y="93160"/>
                  </a:lnTo>
                  <a:lnTo>
                    <a:pt x="2327" y="99896"/>
                  </a:lnTo>
                  <a:lnTo>
                    <a:pt x="0" y="114286"/>
                  </a:lnTo>
                  <a:lnTo>
                    <a:pt x="996" y="117768"/>
                  </a:lnTo>
                  <a:lnTo>
                    <a:pt x="2982" y="120089"/>
                  </a:lnTo>
                  <a:lnTo>
                    <a:pt x="12517" y="126975"/>
                  </a:lnTo>
                  <a:lnTo>
                    <a:pt x="15955" y="127550"/>
                  </a:lnTo>
                  <a:lnTo>
                    <a:pt x="38194" y="125234"/>
                  </a:lnTo>
                  <a:lnTo>
                    <a:pt x="41672" y="123082"/>
                  </a:lnTo>
                  <a:lnTo>
                    <a:pt x="47301" y="115399"/>
                  </a:lnTo>
                  <a:lnTo>
                    <a:pt x="51028" y="103078"/>
                  </a:lnTo>
                  <a:lnTo>
                    <a:pt x="52133" y="94209"/>
                  </a:lnTo>
                  <a:lnTo>
                    <a:pt x="55920" y="87795"/>
                  </a:lnTo>
                  <a:lnTo>
                    <a:pt x="64002" y="77732"/>
                  </a:lnTo>
                  <a:lnTo>
                    <a:pt x="64503" y="120307"/>
                  </a:lnTo>
                  <a:lnTo>
                    <a:pt x="67665" y="132902"/>
                  </a:lnTo>
                  <a:lnTo>
                    <a:pt x="70580" y="136131"/>
                  </a:lnTo>
                  <a:lnTo>
                    <a:pt x="79110" y="139720"/>
                  </a:lnTo>
                  <a:lnTo>
                    <a:pt x="91910" y="141740"/>
                  </a:lnTo>
                  <a:lnTo>
                    <a:pt x="101820" y="138685"/>
                  </a:lnTo>
                  <a:lnTo>
                    <a:pt x="143954" y="112616"/>
                  </a:lnTo>
                  <a:lnTo>
                    <a:pt x="160364" y="99093"/>
                  </a:lnTo>
                  <a:lnTo>
                    <a:pt x="186568" y="61247"/>
                  </a:lnTo>
                  <a:lnTo>
                    <a:pt x="204247" y="26119"/>
                  </a:lnTo>
                  <a:lnTo>
                    <a:pt x="207104" y="2949"/>
                  </a:lnTo>
                  <a:lnTo>
                    <a:pt x="205873" y="1871"/>
                  </a:lnTo>
                  <a:lnTo>
                    <a:pt x="198481" y="355"/>
                  </a:lnTo>
                  <a:lnTo>
                    <a:pt x="193944" y="0"/>
                  </a:lnTo>
                  <a:lnTo>
                    <a:pt x="168211" y="18278"/>
                  </a:lnTo>
                  <a:lnTo>
                    <a:pt x="161750" y="26487"/>
                  </a:lnTo>
                  <a:lnTo>
                    <a:pt x="157334" y="36088"/>
                  </a:lnTo>
                  <a:lnTo>
                    <a:pt x="155372" y="44765"/>
                  </a:lnTo>
                  <a:lnTo>
                    <a:pt x="150971" y="51267"/>
                  </a:lnTo>
                  <a:lnTo>
                    <a:pt x="147946" y="53927"/>
                  </a:lnTo>
                  <a:lnTo>
                    <a:pt x="147252" y="59008"/>
                  </a:lnTo>
                  <a:lnTo>
                    <a:pt x="155837" y="93889"/>
                  </a:lnTo>
                  <a:lnTo>
                    <a:pt x="159128" y="98217"/>
                  </a:lnTo>
                  <a:lnTo>
                    <a:pt x="198170" y="118386"/>
                  </a:lnTo>
                  <a:lnTo>
                    <a:pt x="240244" y="127056"/>
                  </a:lnTo>
                  <a:lnTo>
                    <a:pt x="284770" y="13068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SMARTInkShape-86">
              <a:extLst>
                <a:ext uri="{FF2B5EF4-FFF2-40B4-BE49-F238E27FC236}">
                  <a16:creationId xmlns:a16="http://schemas.microsoft.com/office/drawing/2014/main" id="{1536D920-3519-3A85-B345-5274F6ACEF5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515945" y="3149203"/>
              <a:ext cx="8931" cy="1"/>
            </a:xfrm>
            <a:custGeom>
              <a:avLst/>
              <a:gdLst/>
              <a:ahLst/>
              <a:cxnLst/>
              <a:rect l="0" t="0" r="0" b="0"/>
              <a:pathLst>
                <a:path w="8931" h="1">
                  <a:moveTo>
                    <a:pt x="0" y="0"/>
                  </a:moveTo>
                  <a:lnTo>
                    <a:pt x="0" y="0"/>
                  </a:lnTo>
                  <a:lnTo>
                    <a:pt x="893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SMARTInkShape-87">
              <a:extLst>
                <a:ext uri="{FF2B5EF4-FFF2-40B4-BE49-F238E27FC236}">
                  <a16:creationId xmlns:a16="http://schemas.microsoft.com/office/drawing/2014/main" id="{5153D372-0C61-A7C1-0F1D-C219E68393F8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338131" y="3178969"/>
              <a:ext cx="148050" cy="88779"/>
            </a:xfrm>
            <a:custGeom>
              <a:avLst/>
              <a:gdLst/>
              <a:ahLst/>
              <a:cxnLst/>
              <a:rect l="0" t="0" r="0" b="0"/>
              <a:pathLst>
                <a:path w="148050" h="88779">
                  <a:moveTo>
                    <a:pt x="94471" y="0"/>
                  </a:moveTo>
                  <a:lnTo>
                    <a:pt x="94471" y="0"/>
                  </a:lnTo>
                  <a:lnTo>
                    <a:pt x="73543" y="3160"/>
                  </a:lnTo>
                  <a:lnTo>
                    <a:pt x="35981" y="20301"/>
                  </a:lnTo>
                  <a:lnTo>
                    <a:pt x="5140" y="34350"/>
                  </a:lnTo>
                  <a:lnTo>
                    <a:pt x="1851" y="37977"/>
                  </a:lnTo>
                  <a:lnTo>
                    <a:pt x="0" y="46897"/>
                  </a:lnTo>
                  <a:lnTo>
                    <a:pt x="4859" y="55900"/>
                  </a:lnTo>
                  <a:lnTo>
                    <a:pt x="12310" y="64532"/>
                  </a:lnTo>
                  <a:lnTo>
                    <a:pt x="27810" y="73688"/>
                  </a:lnTo>
                  <a:lnTo>
                    <a:pt x="70844" y="86670"/>
                  </a:lnTo>
                  <a:lnTo>
                    <a:pt x="94507" y="88778"/>
                  </a:lnTo>
                  <a:lnTo>
                    <a:pt x="136132" y="78463"/>
                  </a:lnTo>
                  <a:lnTo>
                    <a:pt x="148049" y="7739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SMARTInkShape-88">
              <a:extLst>
                <a:ext uri="{FF2B5EF4-FFF2-40B4-BE49-F238E27FC236}">
                  <a16:creationId xmlns:a16="http://schemas.microsoft.com/office/drawing/2014/main" id="{3130BDB0-8E96-3E0B-031F-9B782D6C267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658695" y="3197127"/>
              <a:ext cx="130970" cy="106322"/>
            </a:xfrm>
            <a:custGeom>
              <a:avLst/>
              <a:gdLst/>
              <a:ahLst/>
              <a:cxnLst/>
              <a:rect l="0" t="0" r="0" b="0"/>
              <a:pathLst>
                <a:path w="130970" h="106322">
                  <a:moveTo>
                    <a:pt x="0" y="53279"/>
                  </a:moveTo>
                  <a:lnTo>
                    <a:pt x="0" y="53279"/>
                  </a:lnTo>
                  <a:lnTo>
                    <a:pt x="3161" y="53279"/>
                  </a:lnTo>
                  <a:lnTo>
                    <a:pt x="25013" y="43855"/>
                  </a:lnTo>
                  <a:lnTo>
                    <a:pt x="63165" y="33351"/>
                  </a:lnTo>
                  <a:lnTo>
                    <a:pt x="87295" y="22296"/>
                  </a:lnTo>
                  <a:lnTo>
                    <a:pt x="89947" y="19395"/>
                  </a:lnTo>
                  <a:lnTo>
                    <a:pt x="92893" y="12643"/>
                  </a:lnTo>
                  <a:lnTo>
                    <a:pt x="95001" y="10313"/>
                  </a:lnTo>
                  <a:lnTo>
                    <a:pt x="102967" y="6373"/>
                  </a:lnTo>
                  <a:lnTo>
                    <a:pt x="104364" y="4811"/>
                  </a:lnTo>
                  <a:lnTo>
                    <a:pt x="105295" y="3108"/>
                  </a:lnTo>
                  <a:lnTo>
                    <a:pt x="104592" y="1972"/>
                  </a:lnTo>
                  <a:lnTo>
                    <a:pt x="96742" y="0"/>
                  </a:lnTo>
                  <a:lnTo>
                    <a:pt x="73071" y="13876"/>
                  </a:lnTo>
                  <a:lnTo>
                    <a:pt x="68558" y="15104"/>
                  </a:lnTo>
                  <a:lnTo>
                    <a:pt x="36581" y="36085"/>
                  </a:lnTo>
                  <a:lnTo>
                    <a:pt x="24196" y="41007"/>
                  </a:lnTo>
                  <a:lnTo>
                    <a:pt x="12077" y="49809"/>
                  </a:lnTo>
                  <a:lnTo>
                    <a:pt x="5367" y="58572"/>
                  </a:lnTo>
                  <a:lnTo>
                    <a:pt x="2385" y="67538"/>
                  </a:lnTo>
                  <a:lnTo>
                    <a:pt x="1061" y="78137"/>
                  </a:lnTo>
                  <a:lnTo>
                    <a:pt x="2236" y="85935"/>
                  </a:lnTo>
                  <a:lnTo>
                    <a:pt x="3475" y="88940"/>
                  </a:lnTo>
                  <a:lnTo>
                    <a:pt x="6285" y="90944"/>
                  </a:lnTo>
                  <a:lnTo>
                    <a:pt x="44453" y="102782"/>
                  </a:lnTo>
                  <a:lnTo>
                    <a:pt x="86454" y="106321"/>
                  </a:lnTo>
                  <a:lnTo>
                    <a:pt x="130969" y="9495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SMARTInkShape-89">
              <a:extLst>
                <a:ext uri="{FF2B5EF4-FFF2-40B4-BE49-F238E27FC236}">
                  <a16:creationId xmlns:a16="http://schemas.microsoft.com/office/drawing/2014/main" id="{D5ADC835-0219-533F-16E5-6D7A9E09BD4B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308314" y="3238500"/>
              <a:ext cx="171789" cy="89159"/>
            </a:xfrm>
            <a:custGeom>
              <a:avLst/>
              <a:gdLst/>
              <a:ahLst/>
              <a:cxnLst/>
              <a:rect l="0" t="0" r="0" b="0"/>
              <a:pathLst>
                <a:path w="171789" h="89159">
                  <a:moveTo>
                    <a:pt x="100350" y="0"/>
                  </a:moveTo>
                  <a:lnTo>
                    <a:pt x="100350" y="0"/>
                  </a:lnTo>
                  <a:lnTo>
                    <a:pt x="84549" y="0"/>
                  </a:lnTo>
                  <a:lnTo>
                    <a:pt x="79233" y="1323"/>
                  </a:lnTo>
                  <a:lnTo>
                    <a:pt x="39469" y="25061"/>
                  </a:lnTo>
                  <a:lnTo>
                    <a:pt x="8866" y="47422"/>
                  </a:lnTo>
                  <a:lnTo>
                    <a:pt x="5626" y="51458"/>
                  </a:lnTo>
                  <a:lnTo>
                    <a:pt x="2027" y="61235"/>
                  </a:lnTo>
                  <a:lnTo>
                    <a:pt x="0" y="74735"/>
                  </a:lnTo>
                  <a:lnTo>
                    <a:pt x="1700" y="78266"/>
                  </a:lnTo>
                  <a:lnTo>
                    <a:pt x="8880" y="83953"/>
                  </a:lnTo>
                  <a:lnTo>
                    <a:pt x="24080" y="87714"/>
                  </a:lnTo>
                  <a:lnTo>
                    <a:pt x="53651" y="89158"/>
                  </a:lnTo>
                  <a:lnTo>
                    <a:pt x="61515" y="87471"/>
                  </a:lnTo>
                  <a:lnTo>
                    <a:pt x="91751" y="70174"/>
                  </a:lnTo>
                  <a:lnTo>
                    <a:pt x="94617" y="67288"/>
                  </a:lnTo>
                  <a:lnTo>
                    <a:pt x="103938" y="48880"/>
                  </a:lnTo>
                  <a:lnTo>
                    <a:pt x="106211" y="17216"/>
                  </a:lnTo>
                  <a:lnTo>
                    <a:pt x="100371" y="55"/>
                  </a:lnTo>
                  <a:lnTo>
                    <a:pt x="101016" y="13608"/>
                  </a:lnTo>
                  <a:lnTo>
                    <a:pt x="105765" y="26374"/>
                  </a:lnTo>
                  <a:lnTo>
                    <a:pt x="119129" y="47971"/>
                  </a:lnTo>
                  <a:lnTo>
                    <a:pt x="132343" y="61022"/>
                  </a:lnTo>
                  <a:lnTo>
                    <a:pt x="171788" y="833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SMARTInkShape-90">
              <a:extLst>
                <a:ext uri="{FF2B5EF4-FFF2-40B4-BE49-F238E27FC236}">
                  <a16:creationId xmlns:a16="http://schemas.microsoft.com/office/drawing/2014/main" id="{74F3563F-DFE8-D0C1-13EC-96CCA8D84C2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021836" y="3179679"/>
              <a:ext cx="146395" cy="128635"/>
            </a:xfrm>
            <a:custGeom>
              <a:avLst/>
              <a:gdLst/>
              <a:ahLst/>
              <a:cxnLst/>
              <a:rect l="0" t="0" r="0" b="0"/>
              <a:pathLst>
                <a:path w="146395" h="128635">
                  <a:moveTo>
                    <a:pt x="142875" y="5243"/>
                  </a:moveTo>
                  <a:lnTo>
                    <a:pt x="142875" y="5243"/>
                  </a:lnTo>
                  <a:lnTo>
                    <a:pt x="139715" y="5243"/>
                  </a:lnTo>
                  <a:lnTo>
                    <a:pt x="117435" y="117"/>
                  </a:lnTo>
                  <a:lnTo>
                    <a:pt x="76634" y="0"/>
                  </a:lnTo>
                  <a:lnTo>
                    <a:pt x="36923" y="4695"/>
                  </a:lnTo>
                  <a:lnTo>
                    <a:pt x="27214" y="4999"/>
                  </a:lnTo>
                  <a:lnTo>
                    <a:pt x="24096" y="6403"/>
                  </a:lnTo>
                  <a:lnTo>
                    <a:pt x="22017" y="8662"/>
                  </a:lnTo>
                  <a:lnTo>
                    <a:pt x="20631" y="11491"/>
                  </a:lnTo>
                  <a:lnTo>
                    <a:pt x="21030" y="13377"/>
                  </a:lnTo>
                  <a:lnTo>
                    <a:pt x="22619" y="14635"/>
                  </a:lnTo>
                  <a:lnTo>
                    <a:pt x="65763" y="33857"/>
                  </a:lnTo>
                  <a:lnTo>
                    <a:pt x="93964" y="48870"/>
                  </a:lnTo>
                  <a:lnTo>
                    <a:pt x="138382" y="78042"/>
                  </a:lnTo>
                  <a:lnTo>
                    <a:pt x="143849" y="81556"/>
                  </a:lnTo>
                  <a:lnTo>
                    <a:pt x="146170" y="84561"/>
                  </a:lnTo>
                  <a:lnTo>
                    <a:pt x="146394" y="87226"/>
                  </a:lnTo>
                  <a:lnTo>
                    <a:pt x="144439" y="92612"/>
                  </a:lnTo>
                  <a:lnTo>
                    <a:pt x="142677" y="102421"/>
                  </a:lnTo>
                  <a:lnTo>
                    <a:pt x="139920" y="107523"/>
                  </a:lnTo>
                  <a:lnTo>
                    <a:pt x="96951" y="125383"/>
                  </a:lnTo>
                  <a:lnTo>
                    <a:pt x="59499" y="128634"/>
                  </a:lnTo>
                  <a:lnTo>
                    <a:pt x="37474" y="124559"/>
                  </a:lnTo>
                  <a:lnTo>
                    <a:pt x="0" y="10644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SMARTInkShape-91">
              <a:extLst>
                <a:ext uri="{FF2B5EF4-FFF2-40B4-BE49-F238E27FC236}">
                  <a16:creationId xmlns:a16="http://schemas.microsoft.com/office/drawing/2014/main" id="{665BEC71-3F94-1179-C09A-4F95702B6C0A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878961" y="3309938"/>
              <a:ext cx="35720" cy="71438"/>
            </a:xfrm>
            <a:custGeom>
              <a:avLst/>
              <a:gdLst/>
              <a:ahLst/>
              <a:cxnLst/>
              <a:rect l="0" t="0" r="0" b="0"/>
              <a:pathLst>
                <a:path w="35720" h="71438">
                  <a:moveTo>
                    <a:pt x="35719" y="0"/>
                  </a:moveTo>
                  <a:lnTo>
                    <a:pt x="35719" y="0"/>
                  </a:lnTo>
                  <a:lnTo>
                    <a:pt x="33954" y="19427"/>
                  </a:lnTo>
                  <a:lnTo>
                    <a:pt x="27479" y="36183"/>
                  </a:lnTo>
                  <a:lnTo>
                    <a:pt x="13712" y="60131"/>
                  </a:lnTo>
                  <a:lnTo>
                    <a:pt x="0" y="7143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SMARTInkShape-92">
              <a:extLst>
                <a:ext uri="{FF2B5EF4-FFF2-40B4-BE49-F238E27FC236}">
                  <a16:creationId xmlns:a16="http://schemas.microsoft.com/office/drawing/2014/main" id="{0570C434-5668-E07B-E7AD-CEE2B2D00BC2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533680" y="3178969"/>
              <a:ext cx="89298" cy="148684"/>
            </a:xfrm>
            <a:custGeom>
              <a:avLst/>
              <a:gdLst/>
              <a:ahLst/>
              <a:cxnLst/>
              <a:rect l="0" t="0" r="0" b="0"/>
              <a:pathLst>
                <a:path w="89298" h="148684">
                  <a:moveTo>
                    <a:pt x="0" y="95250"/>
                  </a:moveTo>
                  <a:lnTo>
                    <a:pt x="0" y="95250"/>
                  </a:lnTo>
                  <a:lnTo>
                    <a:pt x="5401" y="137279"/>
                  </a:lnTo>
                  <a:lnTo>
                    <a:pt x="5708" y="143254"/>
                  </a:lnTo>
                  <a:lnTo>
                    <a:pt x="7112" y="145112"/>
                  </a:lnTo>
                  <a:lnTo>
                    <a:pt x="17362" y="148683"/>
                  </a:lnTo>
                  <a:lnTo>
                    <a:pt x="17840" y="110875"/>
                  </a:lnTo>
                  <a:lnTo>
                    <a:pt x="19621" y="73528"/>
                  </a:lnTo>
                  <a:lnTo>
                    <a:pt x="29887" y="35492"/>
                  </a:lnTo>
                  <a:lnTo>
                    <a:pt x="37151" y="24113"/>
                  </a:lnTo>
                  <a:lnTo>
                    <a:pt x="49813" y="13392"/>
                  </a:lnTo>
                  <a:lnTo>
                    <a:pt x="66133" y="4997"/>
                  </a:lnTo>
                  <a:lnTo>
                    <a:pt x="89297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2" name="SMARTInkShape-Group38">
            <a:extLst>
              <a:ext uri="{FF2B5EF4-FFF2-40B4-BE49-F238E27FC236}">
                <a16:creationId xmlns:a16="http://schemas.microsoft.com/office/drawing/2014/main" id="{AD4FC12A-3A9D-ACD0-E068-AB146F7C0E6E}"/>
              </a:ext>
            </a:extLst>
          </p:cNvPr>
          <p:cNvGrpSpPr/>
          <p:nvPr/>
        </p:nvGrpSpPr>
        <p:grpSpPr>
          <a:xfrm>
            <a:off x="433853" y="3667125"/>
            <a:ext cx="1091905" cy="1499661"/>
            <a:chOff x="433853" y="3667125"/>
            <a:chExt cx="1091905" cy="1499661"/>
          </a:xfrm>
        </p:grpSpPr>
        <p:sp>
          <p:nvSpPr>
            <p:cNvPr id="447" name="SMARTInkShape-93">
              <a:extLst>
                <a:ext uri="{FF2B5EF4-FFF2-40B4-BE49-F238E27FC236}">
                  <a16:creationId xmlns:a16="http://schemas.microsoft.com/office/drawing/2014/main" id="{5E753B53-25A6-9CB7-F1EC-FA229F231FE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29114" y="4470797"/>
              <a:ext cx="186291" cy="178595"/>
            </a:xfrm>
            <a:custGeom>
              <a:avLst/>
              <a:gdLst/>
              <a:ahLst/>
              <a:cxnLst/>
              <a:rect l="0" t="0" r="0" b="0"/>
              <a:pathLst>
                <a:path w="186291" h="178595">
                  <a:moveTo>
                    <a:pt x="46566" y="0"/>
                  </a:moveTo>
                  <a:lnTo>
                    <a:pt x="46566" y="0"/>
                  </a:lnTo>
                  <a:lnTo>
                    <a:pt x="58012" y="19732"/>
                  </a:lnTo>
                  <a:lnTo>
                    <a:pt x="101237" y="59641"/>
                  </a:lnTo>
                  <a:lnTo>
                    <a:pt x="126118" y="75439"/>
                  </a:lnTo>
                  <a:lnTo>
                    <a:pt x="163975" y="88161"/>
                  </a:lnTo>
                  <a:lnTo>
                    <a:pt x="178808" y="85800"/>
                  </a:lnTo>
                  <a:lnTo>
                    <a:pt x="182353" y="83658"/>
                  </a:lnTo>
                  <a:lnTo>
                    <a:pt x="184715" y="80908"/>
                  </a:lnTo>
                  <a:lnTo>
                    <a:pt x="186290" y="77751"/>
                  </a:lnTo>
                  <a:lnTo>
                    <a:pt x="185356" y="73662"/>
                  </a:lnTo>
                  <a:lnTo>
                    <a:pt x="167467" y="47134"/>
                  </a:lnTo>
                  <a:lnTo>
                    <a:pt x="143022" y="29620"/>
                  </a:lnTo>
                  <a:lnTo>
                    <a:pt x="107389" y="19521"/>
                  </a:lnTo>
                  <a:lnTo>
                    <a:pt x="86166" y="15731"/>
                  </a:lnTo>
                  <a:lnTo>
                    <a:pt x="63504" y="18898"/>
                  </a:lnTo>
                  <a:lnTo>
                    <a:pt x="29259" y="30779"/>
                  </a:lnTo>
                  <a:lnTo>
                    <a:pt x="11011" y="43736"/>
                  </a:lnTo>
                  <a:lnTo>
                    <a:pt x="4305" y="54495"/>
                  </a:lnTo>
                  <a:lnTo>
                    <a:pt x="530" y="75237"/>
                  </a:lnTo>
                  <a:lnTo>
                    <a:pt x="0" y="83892"/>
                  </a:lnTo>
                  <a:lnTo>
                    <a:pt x="8736" y="115036"/>
                  </a:lnTo>
                  <a:lnTo>
                    <a:pt x="16744" y="128959"/>
                  </a:lnTo>
                  <a:lnTo>
                    <a:pt x="54829" y="163758"/>
                  </a:lnTo>
                  <a:lnTo>
                    <a:pt x="82284" y="1785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SMARTInkShape-94">
              <a:extLst>
                <a:ext uri="{FF2B5EF4-FFF2-40B4-BE49-F238E27FC236}">
                  <a16:creationId xmlns:a16="http://schemas.microsoft.com/office/drawing/2014/main" id="{6EE5BA61-0A55-2A92-A3CD-3AA0F4C1D7E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36414" y="4750594"/>
              <a:ext cx="166689" cy="178595"/>
            </a:xfrm>
            <a:custGeom>
              <a:avLst/>
              <a:gdLst/>
              <a:ahLst/>
              <a:cxnLst/>
              <a:rect l="0" t="0" r="0" b="0"/>
              <a:pathLst>
                <a:path w="166689" h="178595">
                  <a:moveTo>
                    <a:pt x="166688" y="178594"/>
                  </a:moveTo>
                  <a:lnTo>
                    <a:pt x="166688" y="178594"/>
                  </a:lnTo>
                  <a:lnTo>
                    <a:pt x="166026" y="168427"/>
                  </a:lnTo>
                  <a:lnTo>
                    <a:pt x="160612" y="152871"/>
                  </a:lnTo>
                  <a:lnTo>
                    <a:pt x="134527" y="113551"/>
                  </a:lnTo>
                  <a:lnTo>
                    <a:pt x="95110" y="73227"/>
                  </a:lnTo>
                  <a:lnTo>
                    <a:pt x="53570" y="35475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SMARTInkShape-95">
              <a:extLst>
                <a:ext uri="{FF2B5EF4-FFF2-40B4-BE49-F238E27FC236}">
                  <a16:creationId xmlns:a16="http://schemas.microsoft.com/office/drawing/2014/main" id="{49FA4197-F542-6A2A-1891-78347B52CE7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79311" y="5096521"/>
              <a:ext cx="202385" cy="70265"/>
            </a:xfrm>
            <a:custGeom>
              <a:avLst/>
              <a:gdLst/>
              <a:ahLst/>
              <a:cxnLst/>
              <a:rect l="0" t="0" r="0" b="0"/>
              <a:pathLst>
                <a:path w="202385" h="70265">
                  <a:moveTo>
                    <a:pt x="5931" y="29120"/>
                  </a:moveTo>
                  <a:lnTo>
                    <a:pt x="5931" y="29120"/>
                  </a:lnTo>
                  <a:lnTo>
                    <a:pt x="1219" y="48547"/>
                  </a:lnTo>
                  <a:lnTo>
                    <a:pt x="0" y="70264"/>
                  </a:lnTo>
                  <a:lnTo>
                    <a:pt x="3145" y="67475"/>
                  </a:lnTo>
                  <a:lnTo>
                    <a:pt x="23970" y="38621"/>
                  </a:lnTo>
                  <a:lnTo>
                    <a:pt x="45966" y="23777"/>
                  </a:lnTo>
                  <a:lnTo>
                    <a:pt x="85092" y="4264"/>
                  </a:lnTo>
                  <a:lnTo>
                    <a:pt x="118359" y="0"/>
                  </a:lnTo>
                  <a:lnTo>
                    <a:pt x="143019" y="5866"/>
                  </a:lnTo>
                  <a:lnTo>
                    <a:pt x="185982" y="29324"/>
                  </a:lnTo>
                  <a:lnTo>
                    <a:pt x="193551" y="36046"/>
                  </a:lnTo>
                  <a:lnTo>
                    <a:pt x="202384" y="469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SMARTInkShape-96">
              <a:extLst>
                <a:ext uri="{FF2B5EF4-FFF2-40B4-BE49-F238E27FC236}">
                  <a16:creationId xmlns:a16="http://schemas.microsoft.com/office/drawing/2014/main" id="{1CB4A6F9-8FA4-6F05-BFCB-E723ACDA49A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88789" y="4702969"/>
              <a:ext cx="232173" cy="214313"/>
            </a:xfrm>
            <a:custGeom>
              <a:avLst/>
              <a:gdLst/>
              <a:ahLst/>
              <a:cxnLst/>
              <a:rect l="0" t="0" r="0" b="0"/>
              <a:pathLst>
                <a:path w="232173" h="214313">
                  <a:moveTo>
                    <a:pt x="232172" y="0"/>
                  </a:moveTo>
                  <a:lnTo>
                    <a:pt x="232172" y="0"/>
                  </a:lnTo>
                  <a:lnTo>
                    <a:pt x="217914" y="21117"/>
                  </a:lnTo>
                  <a:lnTo>
                    <a:pt x="178456" y="54233"/>
                  </a:lnTo>
                  <a:lnTo>
                    <a:pt x="141099" y="89354"/>
                  </a:lnTo>
                  <a:lnTo>
                    <a:pt x="101570" y="120308"/>
                  </a:lnTo>
                  <a:lnTo>
                    <a:pt x="59553" y="160807"/>
                  </a:lnTo>
                  <a:lnTo>
                    <a:pt x="15902" y="193566"/>
                  </a:lnTo>
                  <a:lnTo>
                    <a:pt x="5300" y="204049"/>
                  </a:lnTo>
                  <a:lnTo>
                    <a:pt x="0" y="21431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SMARTInkShape-97">
              <a:extLst>
                <a:ext uri="{FF2B5EF4-FFF2-40B4-BE49-F238E27FC236}">
                  <a16:creationId xmlns:a16="http://schemas.microsoft.com/office/drawing/2014/main" id="{3DD24B9D-BCEB-51B2-B7B4-E95F6A01C4D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02220" y="4663111"/>
              <a:ext cx="158008" cy="164874"/>
            </a:xfrm>
            <a:custGeom>
              <a:avLst/>
              <a:gdLst/>
              <a:ahLst/>
              <a:cxnLst/>
              <a:rect l="0" t="0" r="0" b="0"/>
              <a:pathLst>
                <a:path w="158008" h="164874">
                  <a:moveTo>
                    <a:pt x="158007" y="39858"/>
                  </a:moveTo>
                  <a:lnTo>
                    <a:pt x="158007" y="39858"/>
                  </a:lnTo>
                  <a:lnTo>
                    <a:pt x="158007" y="36697"/>
                  </a:lnTo>
                  <a:lnTo>
                    <a:pt x="154846" y="28412"/>
                  </a:lnTo>
                  <a:lnTo>
                    <a:pt x="137079" y="14418"/>
                  </a:lnTo>
                  <a:lnTo>
                    <a:pt x="98678" y="2078"/>
                  </a:lnTo>
                  <a:lnTo>
                    <a:pt x="75825" y="0"/>
                  </a:lnTo>
                  <a:lnTo>
                    <a:pt x="60407" y="1859"/>
                  </a:lnTo>
                  <a:lnTo>
                    <a:pt x="46499" y="8417"/>
                  </a:lnTo>
                  <a:lnTo>
                    <a:pt x="21401" y="28797"/>
                  </a:lnTo>
                  <a:lnTo>
                    <a:pt x="6479" y="52382"/>
                  </a:lnTo>
                  <a:lnTo>
                    <a:pt x="0" y="73996"/>
                  </a:lnTo>
                  <a:lnTo>
                    <a:pt x="3776" y="88544"/>
                  </a:lnTo>
                  <a:lnTo>
                    <a:pt x="34199" y="132856"/>
                  </a:lnTo>
                  <a:lnTo>
                    <a:pt x="54369" y="152300"/>
                  </a:lnTo>
                  <a:lnTo>
                    <a:pt x="86569" y="16487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SMARTInkShape-98">
              <a:extLst>
                <a:ext uri="{FF2B5EF4-FFF2-40B4-BE49-F238E27FC236}">
                  <a16:creationId xmlns:a16="http://schemas.microsoft.com/office/drawing/2014/main" id="{B87CF7E8-1C9B-EEC1-47BC-75F3BD699EA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28117" y="4018359"/>
              <a:ext cx="29767" cy="1"/>
            </a:xfrm>
            <a:custGeom>
              <a:avLst/>
              <a:gdLst/>
              <a:ahLst/>
              <a:cxnLst/>
              <a:rect l="0" t="0" r="0" b="0"/>
              <a:pathLst>
                <a:path w="29767" h="1">
                  <a:moveTo>
                    <a:pt x="0" y="0"/>
                  </a:moveTo>
                  <a:lnTo>
                    <a:pt x="0" y="0"/>
                  </a:lnTo>
                  <a:lnTo>
                    <a:pt x="2976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SMARTInkShape-99">
              <a:extLst>
                <a:ext uri="{FF2B5EF4-FFF2-40B4-BE49-F238E27FC236}">
                  <a16:creationId xmlns:a16="http://schemas.microsoft.com/office/drawing/2014/main" id="{6614B3D5-AE1A-D347-E2F0-31E681A6FEB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33853" y="4133832"/>
              <a:ext cx="337078" cy="287625"/>
            </a:xfrm>
            <a:custGeom>
              <a:avLst/>
              <a:gdLst/>
              <a:ahLst/>
              <a:cxnLst/>
              <a:rect l="0" t="0" r="0" b="0"/>
              <a:pathLst>
                <a:path w="337078" h="287625">
                  <a:moveTo>
                    <a:pt x="337077" y="170277"/>
                  </a:moveTo>
                  <a:lnTo>
                    <a:pt x="337077" y="170277"/>
                  </a:lnTo>
                  <a:lnTo>
                    <a:pt x="337077" y="154476"/>
                  </a:lnTo>
                  <a:lnTo>
                    <a:pt x="327596" y="125687"/>
                  </a:lnTo>
                  <a:lnTo>
                    <a:pt x="305953" y="94001"/>
                  </a:lnTo>
                  <a:lnTo>
                    <a:pt x="264807" y="50599"/>
                  </a:lnTo>
                  <a:lnTo>
                    <a:pt x="232500" y="21647"/>
                  </a:lnTo>
                  <a:lnTo>
                    <a:pt x="197065" y="2954"/>
                  </a:lnTo>
                  <a:lnTo>
                    <a:pt x="186434" y="0"/>
                  </a:lnTo>
                  <a:lnTo>
                    <a:pt x="182409" y="535"/>
                  </a:lnTo>
                  <a:lnTo>
                    <a:pt x="179064" y="2215"/>
                  </a:lnTo>
                  <a:lnTo>
                    <a:pt x="174245" y="6947"/>
                  </a:lnTo>
                  <a:lnTo>
                    <a:pt x="172103" y="11256"/>
                  </a:lnTo>
                  <a:lnTo>
                    <a:pt x="175665" y="46302"/>
                  </a:lnTo>
                  <a:lnTo>
                    <a:pt x="191943" y="86581"/>
                  </a:lnTo>
                  <a:lnTo>
                    <a:pt x="205104" y="119188"/>
                  </a:lnTo>
                  <a:lnTo>
                    <a:pt x="215584" y="151540"/>
                  </a:lnTo>
                  <a:lnTo>
                    <a:pt x="222145" y="192727"/>
                  </a:lnTo>
                  <a:lnTo>
                    <a:pt x="227323" y="231316"/>
                  </a:lnTo>
                  <a:lnTo>
                    <a:pt x="228766" y="248999"/>
                  </a:lnTo>
                  <a:lnTo>
                    <a:pt x="224116" y="263473"/>
                  </a:lnTo>
                  <a:lnTo>
                    <a:pt x="214773" y="275859"/>
                  </a:lnTo>
                  <a:lnTo>
                    <a:pt x="201801" y="285774"/>
                  </a:lnTo>
                  <a:lnTo>
                    <a:pt x="195299" y="287624"/>
                  </a:lnTo>
                  <a:lnTo>
                    <a:pt x="182783" y="286152"/>
                  </a:lnTo>
                  <a:lnTo>
                    <a:pt x="148779" y="271565"/>
                  </a:lnTo>
                  <a:lnTo>
                    <a:pt x="109676" y="245700"/>
                  </a:lnTo>
                  <a:lnTo>
                    <a:pt x="69277" y="217540"/>
                  </a:lnTo>
                  <a:lnTo>
                    <a:pt x="29094" y="182920"/>
                  </a:lnTo>
                  <a:lnTo>
                    <a:pt x="12858" y="161946"/>
                  </a:lnTo>
                  <a:lnTo>
                    <a:pt x="1125" y="137225"/>
                  </a:lnTo>
                  <a:lnTo>
                    <a:pt x="0" y="132367"/>
                  </a:lnTo>
                  <a:lnTo>
                    <a:pt x="572" y="129129"/>
                  </a:lnTo>
                  <a:lnTo>
                    <a:pt x="9655" y="12265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SMARTInkShape-100">
              <a:extLst>
                <a:ext uri="{FF2B5EF4-FFF2-40B4-BE49-F238E27FC236}">
                  <a16:creationId xmlns:a16="http://schemas.microsoft.com/office/drawing/2014/main" id="{A6872843-16AB-28CC-FF99-4DDEC586771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27493" y="4953000"/>
              <a:ext cx="87516" cy="153798"/>
            </a:xfrm>
            <a:custGeom>
              <a:avLst/>
              <a:gdLst/>
              <a:ahLst/>
              <a:cxnLst/>
              <a:rect l="0" t="0" r="0" b="0"/>
              <a:pathLst>
                <a:path w="87516" h="153798">
                  <a:moveTo>
                    <a:pt x="87515" y="0"/>
                  </a:moveTo>
                  <a:lnTo>
                    <a:pt x="87515" y="0"/>
                  </a:lnTo>
                  <a:lnTo>
                    <a:pt x="81194" y="0"/>
                  </a:lnTo>
                  <a:lnTo>
                    <a:pt x="43501" y="12787"/>
                  </a:lnTo>
                  <a:lnTo>
                    <a:pt x="24056" y="25837"/>
                  </a:lnTo>
                  <a:lnTo>
                    <a:pt x="13891" y="36619"/>
                  </a:lnTo>
                  <a:lnTo>
                    <a:pt x="3891" y="63326"/>
                  </a:lnTo>
                  <a:lnTo>
                    <a:pt x="0" y="97739"/>
                  </a:lnTo>
                  <a:lnTo>
                    <a:pt x="1876" y="111570"/>
                  </a:lnTo>
                  <a:lnTo>
                    <a:pt x="6679" y="122568"/>
                  </a:lnTo>
                  <a:lnTo>
                    <a:pt x="20254" y="147305"/>
                  </a:lnTo>
                  <a:lnTo>
                    <a:pt x="26973" y="151459"/>
                  </a:lnTo>
                  <a:lnTo>
                    <a:pt x="44515" y="153797"/>
                  </a:lnTo>
                  <a:lnTo>
                    <a:pt x="55395" y="150816"/>
                  </a:lnTo>
                  <a:lnTo>
                    <a:pt x="69999" y="141283"/>
                  </a:lnTo>
                  <a:lnTo>
                    <a:pt x="73115" y="135332"/>
                  </a:lnTo>
                  <a:lnTo>
                    <a:pt x="75390" y="92358"/>
                  </a:lnTo>
                  <a:lnTo>
                    <a:pt x="72405" y="62929"/>
                  </a:lnTo>
                  <a:lnTo>
                    <a:pt x="58311" y="30899"/>
                  </a:lnTo>
                  <a:lnTo>
                    <a:pt x="51796" y="2976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SMARTInkShape-101">
              <a:extLst>
                <a:ext uri="{FF2B5EF4-FFF2-40B4-BE49-F238E27FC236}">
                  <a16:creationId xmlns:a16="http://schemas.microsoft.com/office/drawing/2014/main" id="{3BA50923-478C-EE62-0064-61061E7F32F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265039" y="4417219"/>
              <a:ext cx="178595" cy="196454"/>
            </a:xfrm>
            <a:custGeom>
              <a:avLst/>
              <a:gdLst/>
              <a:ahLst/>
              <a:cxnLst/>
              <a:rect l="0" t="0" r="0" b="0"/>
              <a:pathLst>
                <a:path w="178595" h="196454">
                  <a:moveTo>
                    <a:pt x="178594" y="0"/>
                  </a:moveTo>
                  <a:lnTo>
                    <a:pt x="178594" y="0"/>
                  </a:lnTo>
                  <a:lnTo>
                    <a:pt x="137195" y="41399"/>
                  </a:lnTo>
                  <a:lnTo>
                    <a:pt x="95266" y="83328"/>
                  </a:lnTo>
                  <a:lnTo>
                    <a:pt x="55343" y="125014"/>
                  </a:lnTo>
                  <a:lnTo>
                    <a:pt x="19925" y="168549"/>
                  </a:lnTo>
                  <a:lnTo>
                    <a:pt x="0" y="19645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SMARTInkShape-102">
              <a:extLst>
                <a:ext uri="{FF2B5EF4-FFF2-40B4-BE49-F238E27FC236}">
                  <a16:creationId xmlns:a16="http://schemas.microsoft.com/office/drawing/2014/main" id="{8AAB83FB-0CBA-C522-B647-D9F56D3CB6C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285558" y="4464994"/>
              <a:ext cx="240200" cy="390547"/>
            </a:xfrm>
            <a:custGeom>
              <a:avLst/>
              <a:gdLst/>
              <a:ahLst/>
              <a:cxnLst/>
              <a:rect l="0" t="0" r="0" b="0"/>
              <a:pathLst>
                <a:path w="240200" h="390547">
                  <a:moveTo>
                    <a:pt x="110450" y="142725"/>
                  </a:moveTo>
                  <a:lnTo>
                    <a:pt x="110450" y="142725"/>
                  </a:lnTo>
                  <a:lnTo>
                    <a:pt x="91330" y="100743"/>
                  </a:lnTo>
                  <a:lnTo>
                    <a:pt x="61932" y="61823"/>
                  </a:lnTo>
                  <a:lnTo>
                    <a:pt x="52506" y="47898"/>
                  </a:lnTo>
                  <a:lnTo>
                    <a:pt x="8514" y="3703"/>
                  </a:lnTo>
                  <a:lnTo>
                    <a:pt x="3981" y="357"/>
                  </a:lnTo>
                  <a:lnTo>
                    <a:pt x="337" y="0"/>
                  </a:lnTo>
                  <a:lnTo>
                    <a:pt x="0" y="1934"/>
                  </a:lnTo>
                  <a:lnTo>
                    <a:pt x="1389" y="9375"/>
                  </a:lnTo>
                  <a:lnTo>
                    <a:pt x="17758" y="37803"/>
                  </a:lnTo>
                  <a:lnTo>
                    <a:pt x="45302" y="78980"/>
                  </a:lnTo>
                  <a:lnTo>
                    <a:pt x="80714" y="122634"/>
                  </a:lnTo>
                  <a:lnTo>
                    <a:pt x="122358" y="164642"/>
                  </a:lnTo>
                  <a:lnTo>
                    <a:pt x="162787" y="193131"/>
                  </a:lnTo>
                  <a:lnTo>
                    <a:pt x="205534" y="212643"/>
                  </a:lnTo>
                  <a:lnTo>
                    <a:pt x="209558" y="215134"/>
                  </a:lnTo>
                  <a:lnTo>
                    <a:pt x="219321" y="216137"/>
                  </a:lnTo>
                  <a:lnTo>
                    <a:pt x="229613" y="213717"/>
                  </a:lnTo>
                  <a:lnTo>
                    <a:pt x="238597" y="208232"/>
                  </a:lnTo>
                  <a:lnTo>
                    <a:pt x="240199" y="205578"/>
                  </a:lnTo>
                  <a:lnTo>
                    <a:pt x="239944" y="203148"/>
                  </a:lnTo>
                  <a:lnTo>
                    <a:pt x="217190" y="175006"/>
                  </a:lnTo>
                  <a:lnTo>
                    <a:pt x="212037" y="172183"/>
                  </a:lnTo>
                  <a:lnTo>
                    <a:pt x="170712" y="163603"/>
                  </a:lnTo>
                  <a:lnTo>
                    <a:pt x="146632" y="166020"/>
                  </a:lnTo>
                  <a:lnTo>
                    <a:pt x="109600" y="186224"/>
                  </a:lnTo>
                  <a:lnTo>
                    <a:pt x="98386" y="198879"/>
                  </a:lnTo>
                  <a:lnTo>
                    <a:pt x="80002" y="232900"/>
                  </a:lnTo>
                  <a:lnTo>
                    <a:pt x="75425" y="271980"/>
                  </a:lnTo>
                  <a:lnTo>
                    <a:pt x="80331" y="286602"/>
                  </a:lnTo>
                  <a:lnTo>
                    <a:pt x="99650" y="323868"/>
                  </a:lnTo>
                  <a:lnTo>
                    <a:pt x="132894" y="367625"/>
                  </a:lnTo>
                  <a:lnTo>
                    <a:pt x="136962" y="374531"/>
                  </a:lnTo>
                  <a:lnTo>
                    <a:pt x="140234" y="387784"/>
                  </a:lnTo>
                  <a:lnTo>
                    <a:pt x="141551" y="389441"/>
                  </a:lnTo>
                  <a:lnTo>
                    <a:pt x="143090" y="390546"/>
                  </a:lnTo>
                  <a:lnTo>
                    <a:pt x="144116" y="389960"/>
                  </a:lnTo>
                  <a:lnTo>
                    <a:pt x="146169" y="3808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SMARTInkShape-103">
              <a:extLst>
                <a:ext uri="{FF2B5EF4-FFF2-40B4-BE49-F238E27FC236}">
                  <a16:creationId xmlns:a16="http://schemas.microsoft.com/office/drawing/2014/main" id="{DC0AAB1C-93ED-C6F7-5189-102A7569E095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58663" y="4161234"/>
              <a:ext cx="176611" cy="155309"/>
            </a:xfrm>
            <a:custGeom>
              <a:avLst/>
              <a:gdLst/>
              <a:ahLst/>
              <a:cxnLst/>
              <a:rect l="0" t="0" r="0" b="0"/>
              <a:pathLst>
                <a:path w="176611" h="155309">
                  <a:moveTo>
                    <a:pt x="69454" y="0"/>
                  </a:moveTo>
                  <a:lnTo>
                    <a:pt x="69454" y="0"/>
                  </a:lnTo>
                  <a:lnTo>
                    <a:pt x="54848" y="39465"/>
                  </a:lnTo>
                  <a:lnTo>
                    <a:pt x="32139" y="79844"/>
                  </a:lnTo>
                  <a:lnTo>
                    <a:pt x="20695" y="104355"/>
                  </a:lnTo>
                  <a:lnTo>
                    <a:pt x="13668" y="130416"/>
                  </a:lnTo>
                  <a:lnTo>
                    <a:pt x="8059" y="139102"/>
                  </a:lnTo>
                  <a:lnTo>
                    <a:pt x="0" y="146907"/>
                  </a:lnTo>
                  <a:lnTo>
                    <a:pt x="662" y="148870"/>
                  </a:lnTo>
                  <a:lnTo>
                    <a:pt x="4925" y="154580"/>
                  </a:lnTo>
                  <a:lnTo>
                    <a:pt x="7253" y="155308"/>
                  </a:lnTo>
                  <a:lnTo>
                    <a:pt x="9466" y="154472"/>
                  </a:lnTo>
                  <a:lnTo>
                    <a:pt x="11602" y="152591"/>
                  </a:lnTo>
                  <a:lnTo>
                    <a:pt x="17505" y="150500"/>
                  </a:lnTo>
                  <a:lnTo>
                    <a:pt x="20931" y="149943"/>
                  </a:lnTo>
                  <a:lnTo>
                    <a:pt x="61138" y="126614"/>
                  </a:lnTo>
                  <a:lnTo>
                    <a:pt x="97577" y="106296"/>
                  </a:lnTo>
                  <a:lnTo>
                    <a:pt x="141781" y="70329"/>
                  </a:lnTo>
                  <a:lnTo>
                    <a:pt x="148563" y="64331"/>
                  </a:lnTo>
                  <a:lnTo>
                    <a:pt x="176610" y="535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SMARTInkShape-104">
              <a:extLst>
                <a:ext uri="{FF2B5EF4-FFF2-40B4-BE49-F238E27FC236}">
                  <a16:creationId xmlns:a16="http://schemas.microsoft.com/office/drawing/2014/main" id="{BCAB2FF5-FF46-A880-8368-45EE7AC31158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90104" y="3964781"/>
              <a:ext cx="202295" cy="59491"/>
            </a:xfrm>
            <a:custGeom>
              <a:avLst/>
              <a:gdLst/>
              <a:ahLst/>
              <a:cxnLst/>
              <a:rect l="0" t="0" r="0" b="0"/>
              <a:pathLst>
                <a:path w="202295" h="59491">
                  <a:moveTo>
                    <a:pt x="71326" y="0"/>
                  </a:moveTo>
                  <a:lnTo>
                    <a:pt x="71326" y="0"/>
                  </a:lnTo>
                  <a:lnTo>
                    <a:pt x="71326" y="3161"/>
                  </a:lnTo>
                  <a:lnTo>
                    <a:pt x="46468" y="30566"/>
                  </a:lnTo>
                  <a:lnTo>
                    <a:pt x="6340" y="57121"/>
                  </a:lnTo>
                  <a:lnTo>
                    <a:pt x="0" y="59490"/>
                  </a:lnTo>
                  <a:lnTo>
                    <a:pt x="34448" y="30389"/>
                  </a:lnTo>
                  <a:lnTo>
                    <a:pt x="78084" y="6773"/>
                  </a:lnTo>
                  <a:lnTo>
                    <a:pt x="91775" y="2007"/>
                  </a:lnTo>
                  <a:lnTo>
                    <a:pt x="134946" y="79"/>
                  </a:lnTo>
                  <a:lnTo>
                    <a:pt x="178777" y="3"/>
                  </a:lnTo>
                  <a:lnTo>
                    <a:pt x="188535" y="663"/>
                  </a:lnTo>
                  <a:lnTo>
                    <a:pt x="191137" y="1765"/>
                  </a:lnTo>
                  <a:lnTo>
                    <a:pt x="194690" y="4092"/>
                  </a:lnTo>
                  <a:lnTo>
                    <a:pt x="202294" y="595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SMARTInkShape-105">
              <a:extLst>
                <a:ext uri="{FF2B5EF4-FFF2-40B4-BE49-F238E27FC236}">
                  <a16:creationId xmlns:a16="http://schemas.microsoft.com/office/drawing/2014/main" id="{1FB9E99E-CD4D-FFEF-5228-B8B795722F5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51773" y="4310063"/>
              <a:ext cx="118854" cy="250032"/>
            </a:xfrm>
            <a:custGeom>
              <a:avLst/>
              <a:gdLst/>
              <a:ahLst/>
              <a:cxnLst/>
              <a:rect l="0" t="0" r="0" b="0"/>
              <a:pathLst>
                <a:path w="118854" h="250032">
                  <a:moveTo>
                    <a:pt x="101360" y="0"/>
                  </a:moveTo>
                  <a:lnTo>
                    <a:pt x="101360" y="0"/>
                  </a:lnTo>
                  <a:lnTo>
                    <a:pt x="60543" y="0"/>
                  </a:lnTo>
                  <a:lnTo>
                    <a:pt x="38922" y="0"/>
                  </a:lnTo>
                  <a:lnTo>
                    <a:pt x="25323" y="5291"/>
                  </a:lnTo>
                  <a:lnTo>
                    <a:pt x="14649" y="13596"/>
                  </a:lnTo>
                  <a:lnTo>
                    <a:pt x="4269" y="27943"/>
                  </a:lnTo>
                  <a:lnTo>
                    <a:pt x="914" y="30535"/>
                  </a:lnTo>
                  <a:lnTo>
                    <a:pt x="0" y="33585"/>
                  </a:lnTo>
                  <a:lnTo>
                    <a:pt x="714" y="36943"/>
                  </a:lnTo>
                  <a:lnTo>
                    <a:pt x="8954" y="56480"/>
                  </a:lnTo>
                  <a:lnTo>
                    <a:pt x="11975" y="59482"/>
                  </a:lnTo>
                  <a:lnTo>
                    <a:pt x="20623" y="62816"/>
                  </a:lnTo>
                  <a:lnTo>
                    <a:pt x="61031" y="65380"/>
                  </a:lnTo>
                  <a:lnTo>
                    <a:pt x="66536" y="65414"/>
                  </a:lnTo>
                  <a:lnTo>
                    <a:pt x="70868" y="64115"/>
                  </a:lnTo>
                  <a:lnTo>
                    <a:pt x="82771" y="57288"/>
                  </a:lnTo>
                  <a:lnTo>
                    <a:pt x="106262" y="52547"/>
                  </a:lnTo>
                  <a:lnTo>
                    <a:pt x="110815" y="49812"/>
                  </a:lnTo>
                  <a:lnTo>
                    <a:pt x="118853" y="47710"/>
                  </a:lnTo>
                  <a:lnTo>
                    <a:pt x="104952" y="63859"/>
                  </a:lnTo>
                  <a:lnTo>
                    <a:pt x="88149" y="102957"/>
                  </a:lnTo>
                  <a:lnTo>
                    <a:pt x="84878" y="134575"/>
                  </a:lnTo>
                  <a:lnTo>
                    <a:pt x="83909" y="173562"/>
                  </a:lnTo>
                  <a:lnTo>
                    <a:pt x="83554" y="216026"/>
                  </a:lnTo>
                  <a:lnTo>
                    <a:pt x="83516" y="233708"/>
                  </a:lnTo>
                  <a:lnTo>
                    <a:pt x="84834" y="237826"/>
                  </a:lnTo>
                  <a:lnTo>
                    <a:pt x="89826" y="244166"/>
                  </a:lnTo>
                  <a:lnTo>
                    <a:pt x="101360" y="25003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SMARTInkShape-106">
              <a:extLst>
                <a:ext uri="{FF2B5EF4-FFF2-40B4-BE49-F238E27FC236}">
                  <a16:creationId xmlns:a16="http://schemas.microsoft.com/office/drawing/2014/main" id="{2330968A-9984-1915-FE70-3E4F89D95F7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85242" y="4089797"/>
              <a:ext cx="83345" cy="59532"/>
            </a:xfrm>
            <a:custGeom>
              <a:avLst/>
              <a:gdLst/>
              <a:ahLst/>
              <a:cxnLst/>
              <a:rect l="0" t="0" r="0" b="0"/>
              <a:pathLst>
                <a:path w="83345" h="59532">
                  <a:moveTo>
                    <a:pt x="83344" y="0"/>
                  </a:moveTo>
                  <a:lnTo>
                    <a:pt x="83344" y="0"/>
                  </a:lnTo>
                  <a:lnTo>
                    <a:pt x="77023" y="3160"/>
                  </a:lnTo>
                  <a:lnTo>
                    <a:pt x="72156" y="8240"/>
                  </a:lnTo>
                  <a:lnTo>
                    <a:pt x="57322" y="25440"/>
                  </a:lnTo>
                  <a:lnTo>
                    <a:pt x="16532" y="52090"/>
                  </a:lnTo>
                  <a:lnTo>
                    <a:pt x="0" y="5953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SMARTInkShape-107">
              <a:extLst>
                <a:ext uri="{FF2B5EF4-FFF2-40B4-BE49-F238E27FC236}">
                  <a16:creationId xmlns:a16="http://schemas.microsoft.com/office/drawing/2014/main" id="{7FADBF87-C261-90EF-3EA9-D516429BD72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10881" y="3667125"/>
              <a:ext cx="403470" cy="172072"/>
            </a:xfrm>
            <a:custGeom>
              <a:avLst/>
              <a:gdLst/>
              <a:ahLst/>
              <a:cxnLst/>
              <a:rect l="0" t="0" r="0" b="0"/>
              <a:pathLst>
                <a:path w="403470" h="172072">
                  <a:moveTo>
                    <a:pt x="225533" y="0"/>
                  </a:moveTo>
                  <a:lnTo>
                    <a:pt x="225533" y="0"/>
                  </a:lnTo>
                  <a:lnTo>
                    <a:pt x="183552" y="36856"/>
                  </a:lnTo>
                  <a:lnTo>
                    <a:pt x="154055" y="62106"/>
                  </a:lnTo>
                  <a:lnTo>
                    <a:pt x="136224" y="73964"/>
                  </a:lnTo>
                  <a:lnTo>
                    <a:pt x="114846" y="88282"/>
                  </a:lnTo>
                  <a:lnTo>
                    <a:pt x="84312" y="108132"/>
                  </a:lnTo>
                  <a:lnTo>
                    <a:pt x="40994" y="145396"/>
                  </a:lnTo>
                  <a:lnTo>
                    <a:pt x="0" y="172071"/>
                  </a:lnTo>
                  <a:lnTo>
                    <a:pt x="29830" y="144116"/>
                  </a:lnTo>
                  <a:lnTo>
                    <a:pt x="69021" y="118311"/>
                  </a:lnTo>
                  <a:lnTo>
                    <a:pt x="94884" y="96424"/>
                  </a:lnTo>
                  <a:lnTo>
                    <a:pt x="135731" y="75716"/>
                  </a:lnTo>
                  <a:lnTo>
                    <a:pt x="179344" y="49168"/>
                  </a:lnTo>
                  <a:lnTo>
                    <a:pt x="223615" y="32076"/>
                  </a:lnTo>
                  <a:lnTo>
                    <a:pt x="254584" y="21998"/>
                  </a:lnTo>
                  <a:lnTo>
                    <a:pt x="296979" y="15191"/>
                  </a:lnTo>
                  <a:lnTo>
                    <a:pt x="340212" y="14319"/>
                  </a:lnTo>
                  <a:lnTo>
                    <a:pt x="360507" y="17609"/>
                  </a:lnTo>
                  <a:lnTo>
                    <a:pt x="382551" y="28736"/>
                  </a:lnTo>
                  <a:lnTo>
                    <a:pt x="396631" y="40660"/>
                  </a:lnTo>
                  <a:lnTo>
                    <a:pt x="400795" y="51585"/>
                  </a:lnTo>
                  <a:lnTo>
                    <a:pt x="403469" y="73837"/>
                  </a:lnTo>
                  <a:lnTo>
                    <a:pt x="398543" y="86174"/>
                  </a:lnTo>
                  <a:lnTo>
                    <a:pt x="394451" y="93168"/>
                  </a:lnTo>
                  <a:lnTo>
                    <a:pt x="353170" y="117990"/>
                  </a:lnTo>
                  <a:lnTo>
                    <a:pt x="326631" y="130724"/>
                  </a:lnTo>
                  <a:lnTo>
                    <a:pt x="291942" y="135086"/>
                  </a:lnTo>
                  <a:lnTo>
                    <a:pt x="258806" y="135055"/>
                  </a:lnTo>
                  <a:lnTo>
                    <a:pt x="221575" y="126594"/>
                  </a:lnTo>
                  <a:lnTo>
                    <a:pt x="182222" y="109820"/>
                  </a:lnTo>
                  <a:lnTo>
                    <a:pt x="174831" y="106948"/>
                  </a:lnTo>
                  <a:lnTo>
                    <a:pt x="161327" y="94937"/>
                  </a:lnTo>
                  <a:lnTo>
                    <a:pt x="140618" y="69118"/>
                  </a:lnTo>
                  <a:lnTo>
                    <a:pt x="136236" y="5357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0" name="SMARTInkShape-Group39">
            <a:extLst>
              <a:ext uri="{FF2B5EF4-FFF2-40B4-BE49-F238E27FC236}">
                <a16:creationId xmlns:a16="http://schemas.microsoft.com/office/drawing/2014/main" id="{E8D9FED8-79D6-7BE5-A026-426E8E95383E}"/>
              </a:ext>
            </a:extLst>
          </p:cNvPr>
          <p:cNvGrpSpPr/>
          <p:nvPr/>
        </p:nvGrpSpPr>
        <p:grpSpPr>
          <a:xfrm>
            <a:off x="6517717" y="4185047"/>
            <a:ext cx="1176698" cy="261938"/>
            <a:chOff x="6517717" y="4185047"/>
            <a:chExt cx="1176698" cy="261938"/>
          </a:xfrm>
        </p:grpSpPr>
        <p:sp>
          <p:nvSpPr>
            <p:cNvPr id="463" name="SMARTInkShape-108">
              <a:extLst>
                <a:ext uri="{FF2B5EF4-FFF2-40B4-BE49-F238E27FC236}">
                  <a16:creationId xmlns:a16="http://schemas.microsoft.com/office/drawing/2014/main" id="{FCFBF979-135C-C952-804A-28337206C8B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552366" y="4220766"/>
              <a:ext cx="142049" cy="213888"/>
            </a:xfrm>
            <a:custGeom>
              <a:avLst/>
              <a:gdLst/>
              <a:ahLst/>
              <a:cxnLst/>
              <a:rect l="0" t="0" r="0" b="0"/>
              <a:pathLst>
                <a:path w="142049" h="213888">
                  <a:moveTo>
                    <a:pt x="5126" y="178593"/>
                  </a:moveTo>
                  <a:lnTo>
                    <a:pt x="5126" y="178593"/>
                  </a:lnTo>
                  <a:lnTo>
                    <a:pt x="5126" y="213887"/>
                  </a:lnTo>
                  <a:lnTo>
                    <a:pt x="1966" y="211026"/>
                  </a:lnTo>
                  <a:lnTo>
                    <a:pt x="0" y="199668"/>
                  </a:lnTo>
                  <a:lnTo>
                    <a:pt x="2406" y="156966"/>
                  </a:lnTo>
                  <a:lnTo>
                    <a:pt x="13433" y="118440"/>
                  </a:lnTo>
                  <a:lnTo>
                    <a:pt x="26194" y="88586"/>
                  </a:lnTo>
                  <a:lnTo>
                    <a:pt x="47431" y="60566"/>
                  </a:lnTo>
                  <a:lnTo>
                    <a:pt x="86503" y="27063"/>
                  </a:lnTo>
                  <a:lnTo>
                    <a:pt x="99723" y="20186"/>
                  </a:lnTo>
                  <a:lnTo>
                    <a:pt x="14204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SMARTInkShape-109">
              <a:extLst>
                <a:ext uri="{FF2B5EF4-FFF2-40B4-BE49-F238E27FC236}">
                  <a16:creationId xmlns:a16="http://schemas.microsoft.com/office/drawing/2014/main" id="{5908FD36-368E-FAE2-6B4C-77E1F33E8F5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361437" y="4298223"/>
              <a:ext cx="134503" cy="118063"/>
            </a:xfrm>
            <a:custGeom>
              <a:avLst/>
              <a:gdLst/>
              <a:ahLst/>
              <a:cxnLst/>
              <a:rect l="0" t="0" r="0" b="0"/>
              <a:pathLst>
                <a:path w="134503" h="118063">
                  <a:moveTo>
                    <a:pt x="47227" y="11840"/>
                  </a:moveTo>
                  <a:lnTo>
                    <a:pt x="47227" y="11840"/>
                  </a:lnTo>
                  <a:lnTo>
                    <a:pt x="40907" y="11840"/>
                  </a:lnTo>
                  <a:lnTo>
                    <a:pt x="38383" y="13824"/>
                  </a:lnTo>
                  <a:lnTo>
                    <a:pt x="4130" y="57752"/>
                  </a:lnTo>
                  <a:lnTo>
                    <a:pt x="0" y="93533"/>
                  </a:lnTo>
                  <a:lnTo>
                    <a:pt x="8598" y="103049"/>
                  </a:lnTo>
                  <a:lnTo>
                    <a:pt x="22121" y="111908"/>
                  </a:lnTo>
                  <a:lnTo>
                    <a:pt x="40891" y="116896"/>
                  </a:lnTo>
                  <a:lnTo>
                    <a:pt x="53010" y="118062"/>
                  </a:lnTo>
                  <a:lnTo>
                    <a:pt x="66775" y="113289"/>
                  </a:lnTo>
                  <a:lnTo>
                    <a:pt x="110496" y="87241"/>
                  </a:lnTo>
                  <a:lnTo>
                    <a:pt x="118341" y="78204"/>
                  </a:lnTo>
                  <a:lnTo>
                    <a:pt x="133490" y="44165"/>
                  </a:lnTo>
                  <a:lnTo>
                    <a:pt x="134502" y="39343"/>
                  </a:lnTo>
                  <a:lnTo>
                    <a:pt x="133853" y="35467"/>
                  </a:lnTo>
                  <a:lnTo>
                    <a:pt x="132097" y="32222"/>
                  </a:lnTo>
                  <a:lnTo>
                    <a:pt x="122935" y="19100"/>
                  </a:lnTo>
                  <a:lnTo>
                    <a:pt x="111743" y="13302"/>
                  </a:lnTo>
                  <a:lnTo>
                    <a:pt x="69309" y="0"/>
                  </a:lnTo>
                  <a:lnTo>
                    <a:pt x="53293" y="183"/>
                  </a:lnTo>
                  <a:lnTo>
                    <a:pt x="29368" y="58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SMARTInkShape-110">
              <a:extLst>
                <a:ext uri="{FF2B5EF4-FFF2-40B4-BE49-F238E27FC236}">
                  <a16:creationId xmlns:a16="http://schemas.microsoft.com/office/drawing/2014/main" id="{6B751D41-5F21-7EDC-6465-713E1E2A6E8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128867" y="4292203"/>
              <a:ext cx="261939" cy="17861"/>
            </a:xfrm>
            <a:custGeom>
              <a:avLst/>
              <a:gdLst/>
              <a:ahLst/>
              <a:cxnLst/>
              <a:rect l="0" t="0" r="0" b="0"/>
              <a:pathLst>
                <a:path w="261939" h="17861">
                  <a:moveTo>
                    <a:pt x="261938" y="0"/>
                  </a:moveTo>
                  <a:lnTo>
                    <a:pt x="261938" y="0"/>
                  </a:lnTo>
                  <a:lnTo>
                    <a:pt x="224284" y="3528"/>
                  </a:lnTo>
                  <a:lnTo>
                    <a:pt x="181372" y="10251"/>
                  </a:lnTo>
                  <a:lnTo>
                    <a:pt x="138406" y="11416"/>
                  </a:lnTo>
                  <a:lnTo>
                    <a:pt x="103774" y="14921"/>
                  </a:lnTo>
                  <a:lnTo>
                    <a:pt x="64939" y="17279"/>
                  </a:lnTo>
                  <a:lnTo>
                    <a:pt x="20858" y="17808"/>
                  </a:lnTo>
                  <a:lnTo>
                    <a:pt x="0" y="1786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SMARTInkShape-111">
              <a:extLst>
                <a:ext uri="{FF2B5EF4-FFF2-40B4-BE49-F238E27FC236}">
                  <a16:creationId xmlns:a16="http://schemas.microsoft.com/office/drawing/2014/main" id="{ACEF9B6B-91B1-8598-53B1-BC649D5A1A6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230070" y="4185047"/>
              <a:ext cx="23814" cy="261938"/>
            </a:xfrm>
            <a:custGeom>
              <a:avLst/>
              <a:gdLst/>
              <a:ahLst/>
              <a:cxnLst/>
              <a:rect l="0" t="0" r="0" b="0"/>
              <a:pathLst>
                <a:path w="23814" h="261938">
                  <a:moveTo>
                    <a:pt x="23813" y="0"/>
                  </a:moveTo>
                  <a:lnTo>
                    <a:pt x="23813" y="0"/>
                  </a:lnTo>
                  <a:lnTo>
                    <a:pt x="23813" y="40659"/>
                  </a:lnTo>
                  <a:lnTo>
                    <a:pt x="22049" y="70326"/>
                  </a:lnTo>
                  <a:lnTo>
                    <a:pt x="15573" y="111678"/>
                  </a:lnTo>
                  <a:lnTo>
                    <a:pt x="8804" y="147742"/>
                  </a:lnTo>
                  <a:lnTo>
                    <a:pt x="3356" y="191535"/>
                  </a:lnTo>
                  <a:lnTo>
                    <a:pt x="663" y="231568"/>
                  </a:lnTo>
                  <a:lnTo>
                    <a:pt x="0" y="26193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SMARTInkShape-112">
              <a:extLst>
                <a:ext uri="{FF2B5EF4-FFF2-40B4-BE49-F238E27FC236}">
                  <a16:creationId xmlns:a16="http://schemas.microsoft.com/office/drawing/2014/main" id="{53E3D64C-7723-7443-A146-1205719719C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962967" y="4321969"/>
              <a:ext cx="142089" cy="113110"/>
            </a:xfrm>
            <a:custGeom>
              <a:avLst/>
              <a:gdLst/>
              <a:ahLst/>
              <a:cxnLst/>
              <a:rect l="0" t="0" r="0" b="0"/>
              <a:pathLst>
                <a:path w="142089" h="113110">
                  <a:moveTo>
                    <a:pt x="106369" y="0"/>
                  </a:moveTo>
                  <a:lnTo>
                    <a:pt x="106369" y="0"/>
                  </a:lnTo>
                  <a:lnTo>
                    <a:pt x="100048" y="0"/>
                  </a:lnTo>
                  <a:lnTo>
                    <a:pt x="69034" y="14258"/>
                  </a:lnTo>
                  <a:lnTo>
                    <a:pt x="26022" y="41981"/>
                  </a:lnTo>
                  <a:lnTo>
                    <a:pt x="12671" y="53715"/>
                  </a:lnTo>
                  <a:lnTo>
                    <a:pt x="5194" y="65545"/>
                  </a:lnTo>
                  <a:lnTo>
                    <a:pt x="0" y="88937"/>
                  </a:lnTo>
                  <a:lnTo>
                    <a:pt x="1722" y="92364"/>
                  </a:lnTo>
                  <a:lnTo>
                    <a:pt x="17819" y="108107"/>
                  </a:lnTo>
                  <a:lnTo>
                    <a:pt x="26003" y="110886"/>
                  </a:lnTo>
                  <a:lnTo>
                    <a:pt x="64297" y="112914"/>
                  </a:lnTo>
                  <a:lnTo>
                    <a:pt x="104748" y="113084"/>
                  </a:lnTo>
                  <a:lnTo>
                    <a:pt x="142088" y="11310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SMARTInkShape-113">
              <a:extLst>
                <a:ext uri="{FF2B5EF4-FFF2-40B4-BE49-F238E27FC236}">
                  <a16:creationId xmlns:a16="http://schemas.microsoft.com/office/drawing/2014/main" id="{0956778F-6E22-2F73-A10E-B677826ACCD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733753" y="4310278"/>
              <a:ext cx="143973" cy="120655"/>
            </a:xfrm>
            <a:custGeom>
              <a:avLst/>
              <a:gdLst/>
              <a:ahLst/>
              <a:cxnLst/>
              <a:rect l="0" t="0" r="0" b="0"/>
              <a:pathLst>
                <a:path w="143973" h="120655">
                  <a:moveTo>
                    <a:pt x="14114" y="53363"/>
                  </a:moveTo>
                  <a:lnTo>
                    <a:pt x="14114" y="53363"/>
                  </a:lnTo>
                  <a:lnTo>
                    <a:pt x="55009" y="48651"/>
                  </a:lnTo>
                  <a:lnTo>
                    <a:pt x="69332" y="45977"/>
                  </a:lnTo>
                  <a:lnTo>
                    <a:pt x="112790" y="32105"/>
                  </a:lnTo>
                  <a:lnTo>
                    <a:pt x="126100" y="25394"/>
                  </a:lnTo>
                  <a:lnTo>
                    <a:pt x="136646" y="16458"/>
                  </a:lnTo>
                  <a:lnTo>
                    <a:pt x="143972" y="2241"/>
                  </a:lnTo>
                  <a:lnTo>
                    <a:pt x="142358" y="1422"/>
                  </a:lnTo>
                  <a:lnTo>
                    <a:pt x="126448" y="0"/>
                  </a:lnTo>
                  <a:lnTo>
                    <a:pt x="84862" y="19240"/>
                  </a:lnTo>
                  <a:lnTo>
                    <a:pt x="66063" y="31583"/>
                  </a:lnTo>
                  <a:lnTo>
                    <a:pt x="30672" y="62926"/>
                  </a:lnTo>
                  <a:lnTo>
                    <a:pt x="10642" y="78906"/>
                  </a:lnTo>
                  <a:lnTo>
                    <a:pt x="5295" y="86544"/>
                  </a:lnTo>
                  <a:lnTo>
                    <a:pt x="713" y="96553"/>
                  </a:lnTo>
                  <a:lnTo>
                    <a:pt x="0" y="105852"/>
                  </a:lnTo>
                  <a:lnTo>
                    <a:pt x="736" y="110184"/>
                  </a:lnTo>
                  <a:lnTo>
                    <a:pt x="3211" y="113733"/>
                  </a:lnTo>
                  <a:lnTo>
                    <a:pt x="11252" y="119440"/>
                  </a:lnTo>
                  <a:lnTo>
                    <a:pt x="24969" y="120654"/>
                  </a:lnTo>
                  <a:lnTo>
                    <a:pt x="67692" y="11884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SMARTInkShape-114">
              <a:extLst>
                <a:ext uri="{FF2B5EF4-FFF2-40B4-BE49-F238E27FC236}">
                  <a16:creationId xmlns:a16="http://schemas.microsoft.com/office/drawing/2014/main" id="{D27AD3FD-5796-0A08-A140-1E23F0BDE99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517717" y="4256484"/>
              <a:ext cx="176573" cy="190501"/>
            </a:xfrm>
            <a:custGeom>
              <a:avLst/>
              <a:gdLst/>
              <a:ahLst/>
              <a:cxnLst/>
              <a:rect l="0" t="0" r="0" b="0"/>
              <a:pathLst>
                <a:path w="176573" h="190501">
                  <a:moveTo>
                    <a:pt x="176572" y="0"/>
                  </a:moveTo>
                  <a:lnTo>
                    <a:pt x="176572" y="0"/>
                  </a:lnTo>
                  <a:lnTo>
                    <a:pt x="164421" y="1323"/>
                  </a:lnTo>
                  <a:lnTo>
                    <a:pt x="121761" y="13412"/>
                  </a:lnTo>
                  <a:lnTo>
                    <a:pt x="81887" y="25825"/>
                  </a:lnTo>
                  <a:lnTo>
                    <a:pt x="40141" y="40606"/>
                  </a:lnTo>
                  <a:lnTo>
                    <a:pt x="4865" y="52135"/>
                  </a:lnTo>
                  <a:lnTo>
                    <a:pt x="2569" y="53939"/>
                  </a:lnTo>
                  <a:lnTo>
                    <a:pt x="18" y="59471"/>
                  </a:lnTo>
                  <a:lnTo>
                    <a:pt x="0" y="61476"/>
                  </a:lnTo>
                  <a:lnTo>
                    <a:pt x="649" y="62812"/>
                  </a:lnTo>
                  <a:lnTo>
                    <a:pt x="1743" y="63703"/>
                  </a:lnTo>
                  <a:lnTo>
                    <a:pt x="37786" y="73490"/>
                  </a:lnTo>
                  <a:lnTo>
                    <a:pt x="75809" y="84558"/>
                  </a:lnTo>
                  <a:lnTo>
                    <a:pt x="115658" y="101958"/>
                  </a:lnTo>
                  <a:lnTo>
                    <a:pt x="158330" y="136855"/>
                  </a:lnTo>
                  <a:lnTo>
                    <a:pt x="161850" y="143728"/>
                  </a:lnTo>
                  <a:lnTo>
                    <a:pt x="162788" y="147412"/>
                  </a:lnTo>
                  <a:lnTo>
                    <a:pt x="162753" y="150530"/>
                  </a:lnTo>
                  <a:lnTo>
                    <a:pt x="160949" y="155758"/>
                  </a:lnTo>
                  <a:lnTo>
                    <a:pt x="123800" y="181995"/>
                  </a:lnTo>
                  <a:lnTo>
                    <a:pt x="92732" y="187980"/>
                  </a:lnTo>
                  <a:lnTo>
                    <a:pt x="49597" y="190002"/>
                  </a:lnTo>
                  <a:lnTo>
                    <a:pt x="3931" y="1905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8" name="SMARTInkShape-Group40">
            <a:extLst>
              <a:ext uri="{FF2B5EF4-FFF2-40B4-BE49-F238E27FC236}">
                <a16:creationId xmlns:a16="http://schemas.microsoft.com/office/drawing/2014/main" id="{53A49636-F93A-95F9-8D9E-FFF8E29E7927}"/>
              </a:ext>
            </a:extLst>
          </p:cNvPr>
          <p:cNvGrpSpPr/>
          <p:nvPr/>
        </p:nvGrpSpPr>
        <p:grpSpPr>
          <a:xfrm>
            <a:off x="5017743" y="4232672"/>
            <a:ext cx="1265781" cy="324162"/>
            <a:chOff x="5017743" y="4232672"/>
            <a:chExt cx="1265781" cy="324162"/>
          </a:xfrm>
        </p:grpSpPr>
        <p:sp>
          <p:nvSpPr>
            <p:cNvPr id="471" name="SMARTInkShape-115">
              <a:extLst>
                <a:ext uri="{FF2B5EF4-FFF2-40B4-BE49-F238E27FC236}">
                  <a16:creationId xmlns:a16="http://schemas.microsoft.com/office/drawing/2014/main" id="{55B08D30-2BA7-D45F-468B-E278F179DE1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771555" y="4232672"/>
              <a:ext cx="65485" cy="237354"/>
            </a:xfrm>
            <a:custGeom>
              <a:avLst/>
              <a:gdLst/>
              <a:ahLst/>
              <a:cxnLst/>
              <a:rect l="0" t="0" r="0" b="0"/>
              <a:pathLst>
                <a:path w="65485" h="237354">
                  <a:moveTo>
                    <a:pt x="0" y="0"/>
                  </a:moveTo>
                  <a:lnTo>
                    <a:pt x="0" y="0"/>
                  </a:lnTo>
                  <a:lnTo>
                    <a:pt x="0" y="9481"/>
                  </a:lnTo>
                  <a:lnTo>
                    <a:pt x="12787" y="49816"/>
                  </a:lnTo>
                  <a:lnTo>
                    <a:pt x="25824" y="87378"/>
                  </a:lnTo>
                  <a:lnTo>
                    <a:pt x="32147" y="126988"/>
                  </a:lnTo>
                  <a:lnTo>
                    <a:pt x="44672" y="170671"/>
                  </a:lnTo>
                  <a:lnTo>
                    <a:pt x="50202" y="211939"/>
                  </a:lnTo>
                  <a:lnTo>
                    <a:pt x="53490" y="237353"/>
                  </a:lnTo>
                  <a:lnTo>
                    <a:pt x="65484" y="23217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SMARTInkShape-116">
              <a:extLst>
                <a:ext uri="{FF2B5EF4-FFF2-40B4-BE49-F238E27FC236}">
                  <a16:creationId xmlns:a16="http://schemas.microsoft.com/office/drawing/2014/main" id="{F68BC115-6AD8-E8A5-3D47-D62BE231EC8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944195" y="4363641"/>
              <a:ext cx="17861" cy="88735"/>
            </a:xfrm>
            <a:custGeom>
              <a:avLst/>
              <a:gdLst/>
              <a:ahLst/>
              <a:cxnLst/>
              <a:rect l="0" t="0" r="0" b="0"/>
              <a:pathLst>
                <a:path w="17861" h="88735">
                  <a:moveTo>
                    <a:pt x="0" y="0"/>
                  </a:moveTo>
                  <a:lnTo>
                    <a:pt x="0" y="0"/>
                  </a:lnTo>
                  <a:lnTo>
                    <a:pt x="4092" y="39421"/>
                  </a:lnTo>
                  <a:lnTo>
                    <a:pt x="7113" y="75870"/>
                  </a:lnTo>
                  <a:lnTo>
                    <a:pt x="17363" y="88734"/>
                  </a:lnTo>
                  <a:lnTo>
                    <a:pt x="17639" y="87283"/>
                  </a:lnTo>
                  <a:lnTo>
                    <a:pt x="17860" y="8334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SMARTInkShape-117">
              <a:extLst>
                <a:ext uri="{FF2B5EF4-FFF2-40B4-BE49-F238E27FC236}">
                  <a16:creationId xmlns:a16="http://schemas.microsoft.com/office/drawing/2014/main" id="{40E18A7B-044A-0026-CD29-21CF30D46A1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50148" y="4274344"/>
              <a:ext cx="8931" cy="1"/>
            </a:xfrm>
            <a:custGeom>
              <a:avLst/>
              <a:gdLst/>
              <a:ahLst/>
              <a:cxnLst/>
              <a:rect l="0" t="0" r="0" b="0"/>
              <a:pathLst>
                <a:path w="8931" h="1">
                  <a:moveTo>
                    <a:pt x="0" y="0"/>
                  </a:moveTo>
                  <a:lnTo>
                    <a:pt x="0" y="0"/>
                  </a:lnTo>
                  <a:lnTo>
                    <a:pt x="893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SMARTInkShape-118">
              <a:extLst>
                <a:ext uri="{FF2B5EF4-FFF2-40B4-BE49-F238E27FC236}">
                  <a16:creationId xmlns:a16="http://schemas.microsoft.com/office/drawing/2014/main" id="{678375D7-E4FB-688E-49CC-18D5A1D8CBD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111669" y="4310063"/>
              <a:ext cx="171855" cy="95283"/>
            </a:xfrm>
            <a:custGeom>
              <a:avLst/>
              <a:gdLst/>
              <a:ahLst/>
              <a:cxnLst/>
              <a:rect l="0" t="0" r="0" b="0"/>
              <a:pathLst>
                <a:path w="171855" h="95283">
                  <a:moveTo>
                    <a:pt x="82558" y="0"/>
                  </a:moveTo>
                  <a:lnTo>
                    <a:pt x="82558" y="0"/>
                  </a:lnTo>
                  <a:lnTo>
                    <a:pt x="62825" y="0"/>
                  </a:lnTo>
                  <a:lnTo>
                    <a:pt x="58819" y="1322"/>
                  </a:lnTo>
                  <a:lnTo>
                    <a:pt x="17375" y="30577"/>
                  </a:lnTo>
                  <a:lnTo>
                    <a:pt x="8168" y="39166"/>
                  </a:lnTo>
                  <a:lnTo>
                    <a:pt x="3193" y="49157"/>
                  </a:lnTo>
                  <a:lnTo>
                    <a:pt x="0" y="71740"/>
                  </a:lnTo>
                  <a:lnTo>
                    <a:pt x="1061" y="75607"/>
                  </a:lnTo>
                  <a:lnTo>
                    <a:pt x="3091" y="78186"/>
                  </a:lnTo>
                  <a:lnTo>
                    <a:pt x="16138" y="86755"/>
                  </a:lnTo>
                  <a:lnTo>
                    <a:pt x="30466" y="89866"/>
                  </a:lnTo>
                  <a:lnTo>
                    <a:pt x="41546" y="95282"/>
                  </a:lnTo>
                  <a:lnTo>
                    <a:pt x="58377" y="95044"/>
                  </a:lnTo>
                  <a:lnTo>
                    <a:pt x="98360" y="87271"/>
                  </a:lnTo>
                  <a:lnTo>
                    <a:pt x="136845" y="80333"/>
                  </a:lnTo>
                  <a:lnTo>
                    <a:pt x="171854" y="7143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SMARTInkShape-119">
              <a:extLst>
                <a:ext uri="{FF2B5EF4-FFF2-40B4-BE49-F238E27FC236}">
                  <a16:creationId xmlns:a16="http://schemas.microsoft.com/office/drawing/2014/main" id="{EDA9B2CB-2417-D541-6112-523891D8166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515570" y="4232672"/>
              <a:ext cx="177549" cy="254637"/>
            </a:xfrm>
            <a:custGeom>
              <a:avLst/>
              <a:gdLst/>
              <a:ahLst/>
              <a:cxnLst/>
              <a:rect l="0" t="0" r="0" b="0"/>
              <a:pathLst>
                <a:path w="177549" h="254637">
                  <a:moveTo>
                    <a:pt x="0" y="0"/>
                  </a:moveTo>
                  <a:lnTo>
                    <a:pt x="0" y="0"/>
                  </a:lnTo>
                  <a:lnTo>
                    <a:pt x="3161" y="3160"/>
                  </a:lnTo>
                  <a:lnTo>
                    <a:pt x="6725" y="40116"/>
                  </a:lnTo>
                  <a:lnTo>
                    <a:pt x="15268" y="75246"/>
                  </a:lnTo>
                  <a:lnTo>
                    <a:pt x="20508" y="113494"/>
                  </a:lnTo>
                  <a:lnTo>
                    <a:pt x="26905" y="157518"/>
                  </a:lnTo>
                  <a:lnTo>
                    <a:pt x="33107" y="177641"/>
                  </a:lnTo>
                  <a:lnTo>
                    <a:pt x="35674" y="201835"/>
                  </a:lnTo>
                  <a:lnTo>
                    <a:pt x="29385" y="202237"/>
                  </a:lnTo>
                  <a:lnTo>
                    <a:pt x="27528" y="201632"/>
                  </a:lnTo>
                  <a:lnTo>
                    <a:pt x="26289" y="200567"/>
                  </a:lnTo>
                  <a:lnTo>
                    <a:pt x="25464" y="199196"/>
                  </a:lnTo>
                  <a:lnTo>
                    <a:pt x="24302" y="187785"/>
                  </a:lnTo>
                  <a:lnTo>
                    <a:pt x="27558" y="179151"/>
                  </a:lnTo>
                  <a:lnTo>
                    <a:pt x="30279" y="174996"/>
                  </a:lnTo>
                  <a:lnTo>
                    <a:pt x="40356" y="168616"/>
                  </a:lnTo>
                  <a:lnTo>
                    <a:pt x="79447" y="153590"/>
                  </a:lnTo>
                  <a:lnTo>
                    <a:pt x="112597" y="149455"/>
                  </a:lnTo>
                  <a:lnTo>
                    <a:pt x="124788" y="152634"/>
                  </a:lnTo>
                  <a:lnTo>
                    <a:pt x="142807" y="158334"/>
                  </a:lnTo>
                  <a:lnTo>
                    <a:pt x="148783" y="159134"/>
                  </a:lnTo>
                  <a:lnTo>
                    <a:pt x="160715" y="165315"/>
                  </a:lnTo>
                  <a:lnTo>
                    <a:pt x="166675" y="169741"/>
                  </a:lnTo>
                  <a:lnTo>
                    <a:pt x="173296" y="179951"/>
                  </a:lnTo>
                  <a:lnTo>
                    <a:pt x="177548" y="196353"/>
                  </a:lnTo>
                  <a:lnTo>
                    <a:pt x="168803" y="216414"/>
                  </a:lnTo>
                  <a:lnTo>
                    <a:pt x="159029" y="226932"/>
                  </a:lnTo>
                  <a:lnTo>
                    <a:pt x="144763" y="234473"/>
                  </a:lnTo>
                  <a:lnTo>
                    <a:pt x="101307" y="246566"/>
                  </a:lnTo>
                  <a:lnTo>
                    <a:pt x="59993" y="252507"/>
                  </a:lnTo>
                  <a:lnTo>
                    <a:pt x="29686" y="254636"/>
                  </a:lnTo>
                  <a:lnTo>
                    <a:pt x="0" y="25003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SMARTInkShape-120">
              <a:extLst>
                <a:ext uri="{FF2B5EF4-FFF2-40B4-BE49-F238E27FC236}">
                  <a16:creationId xmlns:a16="http://schemas.microsoft.com/office/drawing/2014/main" id="{B88C55AE-ABD4-171D-7EE7-2D05189D6DB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229820" y="4304109"/>
              <a:ext cx="214314" cy="142572"/>
            </a:xfrm>
            <a:custGeom>
              <a:avLst/>
              <a:gdLst/>
              <a:ahLst/>
              <a:cxnLst/>
              <a:rect l="0" t="0" r="0" b="0"/>
              <a:pathLst>
                <a:path w="214314" h="142572">
                  <a:moveTo>
                    <a:pt x="0" y="35719"/>
                  </a:moveTo>
                  <a:lnTo>
                    <a:pt x="0" y="35719"/>
                  </a:lnTo>
                  <a:lnTo>
                    <a:pt x="3161" y="35719"/>
                  </a:lnTo>
                  <a:lnTo>
                    <a:pt x="32161" y="76188"/>
                  </a:lnTo>
                  <a:lnTo>
                    <a:pt x="58835" y="119512"/>
                  </a:lnTo>
                  <a:lnTo>
                    <a:pt x="84064" y="137673"/>
                  </a:lnTo>
                  <a:lnTo>
                    <a:pt x="92263" y="140563"/>
                  </a:lnTo>
                  <a:lnTo>
                    <a:pt x="119453" y="142571"/>
                  </a:lnTo>
                  <a:lnTo>
                    <a:pt x="143359" y="136465"/>
                  </a:lnTo>
                  <a:lnTo>
                    <a:pt x="154776" y="128120"/>
                  </a:lnTo>
                  <a:lnTo>
                    <a:pt x="194779" y="84005"/>
                  </a:lnTo>
                  <a:lnTo>
                    <a:pt x="209082" y="47389"/>
                  </a:lnTo>
                  <a:lnTo>
                    <a:pt x="214313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SMARTInkShape-121">
              <a:extLst>
                <a:ext uri="{FF2B5EF4-FFF2-40B4-BE49-F238E27FC236}">
                  <a16:creationId xmlns:a16="http://schemas.microsoft.com/office/drawing/2014/main" id="{69EA1B37-E353-D2B1-A9E3-B940E4BA3E8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017743" y="4256080"/>
              <a:ext cx="197092" cy="300754"/>
            </a:xfrm>
            <a:custGeom>
              <a:avLst/>
              <a:gdLst/>
              <a:ahLst/>
              <a:cxnLst/>
              <a:rect l="0" t="0" r="0" b="0"/>
              <a:pathLst>
                <a:path w="197092" h="300754">
                  <a:moveTo>
                    <a:pt x="21577" y="83748"/>
                  </a:moveTo>
                  <a:lnTo>
                    <a:pt x="21577" y="83748"/>
                  </a:lnTo>
                  <a:lnTo>
                    <a:pt x="21577" y="86908"/>
                  </a:lnTo>
                  <a:lnTo>
                    <a:pt x="38057" y="128767"/>
                  </a:lnTo>
                  <a:lnTo>
                    <a:pt x="55123" y="166981"/>
                  </a:lnTo>
                  <a:lnTo>
                    <a:pt x="70322" y="202116"/>
                  </a:lnTo>
                  <a:lnTo>
                    <a:pt x="86916" y="245595"/>
                  </a:lnTo>
                  <a:lnTo>
                    <a:pt x="103399" y="284275"/>
                  </a:lnTo>
                  <a:lnTo>
                    <a:pt x="106891" y="295241"/>
                  </a:lnTo>
                  <a:lnTo>
                    <a:pt x="106896" y="298165"/>
                  </a:lnTo>
                  <a:lnTo>
                    <a:pt x="106238" y="300115"/>
                  </a:lnTo>
                  <a:lnTo>
                    <a:pt x="103814" y="300753"/>
                  </a:lnTo>
                  <a:lnTo>
                    <a:pt x="95830" y="299698"/>
                  </a:lnTo>
                  <a:lnTo>
                    <a:pt x="80179" y="292225"/>
                  </a:lnTo>
                  <a:lnTo>
                    <a:pt x="62974" y="275312"/>
                  </a:lnTo>
                  <a:lnTo>
                    <a:pt x="38059" y="237833"/>
                  </a:lnTo>
                  <a:lnTo>
                    <a:pt x="21185" y="206249"/>
                  </a:lnTo>
                  <a:lnTo>
                    <a:pt x="5733" y="167082"/>
                  </a:lnTo>
                  <a:lnTo>
                    <a:pt x="1306" y="136219"/>
                  </a:lnTo>
                  <a:lnTo>
                    <a:pt x="0" y="103761"/>
                  </a:lnTo>
                  <a:lnTo>
                    <a:pt x="1625" y="78311"/>
                  </a:lnTo>
                  <a:lnTo>
                    <a:pt x="11607" y="54212"/>
                  </a:lnTo>
                  <a:lnTo>
                    <a:pt x="34057" y="23624"/>
                  </a:lnTo>
                  <a:lnTo>
                    <a:pt x="41804" y="15884"/>
                  </a:lnTo>
                  <a:lnTo>
                    <a:pt x="64522" y="5520"/>
                  </a:lnTo>
                  <a:lnTo>
                    <a:pt x="91596" y="32"/>
                  </a:lnTo>
                  <a:lnTo>
                    <a:pt x="130224" y="0"/>
                  </a:lnTo>
                  <a:lnTo>
                    <a:pt x="147917" y="225"/>
                  </a:lnTo>
                  <a:lnTo>
                    <a:pt x="162395" y="5616"/>
                  </a:lnTo>
                  <a:lnTo>
                    <a:pt x="184698" y="22086"/>
                  </a:lnTo>
                  <a:lnTo>
                    <a:pt x="189987" y="31869"/>
                  </a:lnTo>
                  <a:lnTo>
                    <a:pt x="197091" y="60159"/>
                  </a:lnTo>
                  <a:lnTo>
                    <a:pt x="195936" y="71941"/>
                  </a:lnTo>
                  <a:lnTo>
                    <a:pt x="172117" y="112039"/>
                  </a:lnTo>
                  <a:lnTo>
                    <a:pt x="134837" y="153872"/>
                  </a:lnTo>
                  <a:lnTo>
                    <a:pt x="93567" y="184123"/>
                  </a:lnTo>
                  <a:lnTo>
                    <a:pt x="60149" y="194146"/>
                  </a:lnTo>
                  <a:lnTo>
                    <a:pt x="34047" y="196322"/>
                  </a:lnTo>
                  <a:lnTo>
                    <a:pt x="29890" y="194516"/>
                  </a:lnTo>
                  <a:lnTo>
                    <a:pt x="27120" y="191328"/>
                  </a:lnTo>
                  <a:lnTo>
                    <a:pt x="21577" y="17899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9" name="SMARTInkShape-122">
            <a:extLst>
              <a:ext uri="{FF2B5EF4-FFF2-40B4-BE49-F238E27FC236}">
                <a16:creationId xmlns:a16="http://schemas.microsoft.com/office/drawing/2014/main" id="{6DB701AF-5739-BBFF-AC96-661BA88D611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058255" y="1714583"/>
            <a:ext cx="636409" cy="428517"/>
          </a:xfrm>
          <a:custGeom>
            <a:avLst/>
            <a:gdLst/>
            <a:ahLst/>
            <a:cxnLst/>
            <a:rect l="0" t="0" r="0" b="0"/>
            <a:pathLst>
              <a:path w="636409" h="428517">
                <a:moveTo>
                  <a:pt x="404237" y="327339"/>
                </a:moveTo>
                <a:lnTo>
                  <a:pt x="404237" y="327339"/>
                </a:lnTo>
                <a:lnTo>
                  <a:pt x="360497" y="287690"/>
                </a:lnTo>
                <a:lnTo>
                  <a:pt x="320773" y="254430"/>
                </a:lnTo>
                <a:lnTo>
                  <a:pt x="302998" y="241134"/>
                </a:lnTo>
                <a:lnTo>
                  <a:pt x="285164" y="229477"/>
                </a:lnTo>
                <a:lnTo>
                  <a:pt x="243502" y="190264"/>
                </a:lnTo>
                <a:lnTo>
                  <a:pt x="203325" y="158392"/>
                </a:lnTo>
                <a:lnTo>
                  <a:pt x="159490" y="120627"/>
                </a:lnTo>
                <a:lnTo>
                  <a:pt x="120228" y="99508"/>
                </a:lnTo>
                <a:lnTo>
                  <a:pt x="82921" y="65260"/>
                </a:lnTo>
                <a:lnTo>
                  <a:pt x="42415" y="29721"/>
                </a:lnTo>
                <a:lnTo>
                  <a:pt x="14587" y="3099"/>
                </a:lnTo>
                <a:lnTo>
                  <a:pt x="9250" y="1331"/>
                </a:lnTo>
                <a:lnTo>
                  <a:pt x="0" y="0"/>
                </a:lnTo>
                <a:lnTo>
                  <a:pt x="5916" y="3102"/>
                </a:lnTo>
                <a:lnTo>
                  <a:pt x="10688" y="8168"/>
                </a:lnTo>
                <a:lnTo>
                  <a:pt x="26583" y="29446"/>
                </a:lnTo>
                <a:lnTo>
                  <a:pt x="53443" y="49340"/>
                </a:lnTo>
                <a:lnTo>
                  <a:pt x="91066" y="89916"/>
                </a:lnTo>
                <a:lnTo>
                  <a:pt x="115654" y="109045"/>
                </a:lnTo>
                <a:lnTo>
                  <a:pt x="153294" y="142268"/>
                </a:lnTo>
                <a:lnTo>
                  <a:pt x="193928" y="172489"/>
                </a:lnTo>
                <a:lnTo>
                  <a:pt x="235390" y="211738"/>
                </a:lnTo>
                <a:lnTo>
                  <a:pt x="276811" y="237550"/>
                </a:lnTo>
                <a:lnTo>
                  <a:pt x="312749" y="265848"/>
                </a:lnTo>
                <a:lnTo>
                  <a:pt x="349246" y="294761"/>
                </a:lnTo>
                <a:lnTo>
                  <a:pt x="385290" y="325607"/>
                </a:lnTo>
                <a:lnTo>
                  <a:pt x="425881" y="356877"/>
                </a:lnTo>
                <a:lnTo>
                  <a:pt x="469142" y="390270"/>
                </a:lnTo>
                <a:lnTo>
                  <a:pt x="513144" y="426304"/>
                </a:lnTo>
                <a:lnTo>
                  <a:pt x="517298" y="428516"/>
                </a:lnTo>
                <a:lnTo>
                  <a:pt x="517346" y="385838"/>
                </a:lnTo>
                <a:lnTo>
                  <a:pt x="517347" y="347824"/>
                </a:lnTo>
                <a:lnTo>
                  <a:pt x="518670" y="305308"/>
                </a:lnTo>
                <a:lnTo>
                  <a:pt x="530758" y="267209"/>
                </a:lnTo>
                <a:lnTo>
                  <a:pt x="544495" y="230942"/>
                </a:lnTo>
                <a:lnTo>
                  <a:pt x="565043" y="191964"/>
                </a:lnTo>
                <a:lnTo>
                  <a:pt x="585786" y="150903"/>
                </a:lnTo>
                <a:lnTo>
                  <a:pt x="606052" y="113245"/>
                </a:lnTo>
                <a:lnTo>
                  <a:pt x="627338" y="70429"/>
                </a:lnTo>
                <a:lnTo>
                  <a:pt x="636408" y="59450"/>
                </a:lnTo>
                <a:lnTo>
                  <a:pt x="628227" y="68292"/>
                </a:lnTo>
                <a:lnTo>
                  <a:pt x="604846" y="110680"/>
                </a:lnTo>
                <a:lnTo>
                  <a:pt x="600553" y="121244"/>
                </a:lnTo>
                <a:lnTo>
                  <a:pt x="574481" y="161563"/>
                </a:lnTo>
                <a:lnTo>
                  <a:pt x="546796" y="203774"/>
                </a:lnTo>
                <a:lnTo>
                  <a:pt x="528492" y="240977"/>
                </a:lnTo>
                <a:lnTo>
                  <a:pt x="510085" y="278983"/>
                </a:lnTo>
                <a:lnTo>
                  <a:pt x="494546" y="322220"/>
                </a:lnTo>
                <a:lnTo>
                  <a:pt x="482791" y="344567"/>
                </a:lnTo>
                <a:lnTo>
                  <a:pt x="481311" y="353463"/>
                </a:lnTo>
                <a:lnTo>
                  <a:pt x="477639" y="361244"/>
                </a:lnTo>
                <a:lnTo>
                  <a:pt x="475933" y="372896"/>
                </a:lnTo>
                <a:lnTo>
                  <a:pt x="467543" y="379969"/>
                </a:lnTo>
                <a:lnTo>
                  <a:pt x="463768" y="392823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SMARTInkShape-123">
            <a:extLst>
              <a:ext uri="{FF2B5EF4-FFF2-40B4-BE49-F238E27FC236}">
                <a16:creationId xmlns:a16="http://schemas.microsoft.com/office/drawing/2014/main" id="{50BAA859-A74F-48BE-8A70-3F0F30421D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6438" y="488739"/>
            <a:ext cx="476141" cy="618543"/>
          </a:xfrm>
          <a:custGeom>
            <a:avLst/>
            <a:gdLst/>
            <a:ahLst/>
            <a:cxnLst/>
            <a:rect l="0" t="0" r="0" b="0"/>
            <a:pathLst>
              <a:path w="476141" h="618543">
                <a:moveTo>
                  <a:pt x="422648" y="457808"/>
                </a:moveTo>
                <a:lnTo>
                  <a:pt x="422648" y="457808"/>
                </a:lnTo>
                <a:lnTo>
                  <a:pt x="403238" y="416350"/>
                </a:lnTo>
                <a:lnTo>
                  <a:pt x="378882" y="372803"/>
                </a:lnTo>
                <a:lnTo>
                  <a:pt x="348234" y="333169"/>
                </a:lnTo>
                <a:lnTo>
                  <a:pt x="319289" y="297785"/>
                </a:lnTo>
                <a:lnTo>
                  <a:pt x="292429" y="260687"/>
                </a:lnTo>
                <a:lnTo>
                  <a:pt x="252589" y="222804"/>
                </a:lnTo>
                <a:lnTo>
                  <a:pt x="216490" y="181068"/>
                </a:lnTo>
                <a:lnTo>
                  <a:pt x="178492" y="142327"/>
                </a:lnTo>
                <a:lnTo>
                  <a:pt x="134254" y="101146"/>
                </a:lnTo>
                <a:lnTo>
                  <a:pt x="98087" y="70924"/>
                </a:lnTo>
                <a:lnTo>
                  <a:pt x="54328" y="44566"/>
                </a:lnTo>
                <a:lnTo>
                  <a:pt x="39452" y="30213"/>
                </a:lnTo>
                <a:lnTo>
                  <a:pt x="36215" y="25901"/>
                </a:lnTo>
                <a:lnTo>
                  <a:pt x="29091" y="21110"/>
                </a:lnTo>
                <a:lnTo>
                  <a:pt x="10578" y="14873"/>
                </a:lnTo>
                <a:lnTo>
                  <a:pt x="7044" y="12367"/>
                </a:lnTo>
                <a:lnTo>
                  <a:pt x="4688" y="9373"/>
                </a:lnTo>
                <a:lnTo>
                  <a:pt x="252" y="0"/>
                </a:lnTo>
                <a:lnTo>
                  <a:pt x="0" y="9720"/>
                </a:lnTo>
                <a:lnTo>
                  <a:pt x="28831" y="27012"/>
                </a:lnTo>
                <a:lnTo>
                  <a:pt x="66015" y="49333"/>
                </a:lnTo>
                <a:lnTo>
                  <a:pt x="107781" y="76084"/>
                </a:lnTo>
                <a:lnTo>
                  <a:pt x="143959" y="96950"/>
                </a:lnTo>
                <a:lnTo>
                  <a:pt x="171181" y="109014"/>
                </a:lnTo>
                <a:lnTo>
                  <a:pt x="208685" y="136660"/>
                </a:lnTo>
                <a:lnTo>
                  <a:pt x="251384" y="172468"/>
                </a:lnTo>
                <a:lnTo>
                  <a:pt x="288651" y="207047"/>
                </a:lnTo>
                <a:lnTo>
                  <a:pt x="332562" y="239903"/>
                </a:lnTo>
                <a:lnTo>
                  <a:pt x="350977" y="251912"/>
                </a:lnTo>
                <a:lnTo>
                  <a:pt x="388673" y="285384"/>
                </a:lnTo>
                <a:lnTo>
                  <a:pt x="428231" y="316193"/>
                </a:lnTo>
                <a:lnTo>
                  <a:pt x="439681" y="325415"/>
                </a:lnTo>
                <a:lnTo>
                  <a:pt x="475252" y="338415"/>
                </a:lnTo>
                <a:lnTo>
                  <a:pt x="476140" y="352128"/>
                </a:lnTo>
                <a:lnTo>
                  <a:pt x="472660" y="358143"/>
                </a:lnTo>
                <a:lnTo>
                  <a:pt x="461327" y="372560"/>
                </a:lnTo>
                <a:lnTo>
                  <a:pt x="459682" y="379350"/>
                </a:lnTo>
                <a:lnTo>
                  <a:pt x="457921" y="381690"/>
                </a:lnTo>
                <a:lnTo>
                  <a:pt x="415052" y="417185"/>
                </a:lnTo>
                <a:lnTo>
                  <a:pt x="372329" y="451973"/>
                </a:lnTo>
                <a:lnTo>
                  <a:pt x="352176" y="470411"/>
                </a:lnTo>
                <a:lnTo>
                  <a:pt x="308363" y="499384"/>
                </a:lnTo>
                <a:lnTo>
                  <a:pt x="280913" y="524131"/>
                </a:lnTo>
                <a:lnTo>
                  <a:pt x="236932" y="551645"/>
                </a:lnTo>
                <a:lnTo>
                  <a:pt x="192578" y="579039"/>
                </a:lnTo>
                <a:lnTo>
                  <a:pt x="180957" y="583466"/>
                </a:lnTo>
                <a:lnTo>
                  <a:pt x="161441" y="596921"/>
                </a:lnTo>
                <a:lnTo>
                  <a:pt x="157728" y="601877"/>
                </a:lnTo>
                <a:lnTo>
                  <a:pt x="154753" y="603464"/>
                </a:lnTo>
                <a:lnTo>
                  <a:pt x="136919" y="606633"/>
                </a:lnTo>
                <a:lnTo>
                  <a:pt x="136898" y="618542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SMARTInkShape-124">
            <a:extLst>
              <a:ext uri="{FF2B5EF4-FFF2-40B4-BE49-F238E27FC236}">
                <a16:creationId xmlns:a16="http://schemas.microsoft.com/office/drawing/2014/main" id="{FFACCB76-A623-E491-CD58-351DABBA28A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96133" y="1727362"/>
            <a:ext cx="660759" cy="663871"/>
          </a:xfrm>
          <a:custGeom>
            <a:avLst/>
            <a:gdLst/>
            <a:ahLst/>
            <a:cxnLst/>
            <a:rect l="0" t="0" r="0" b="0"/>
            <a:pathLst>
              <a:path w="660759" h="663871">
                <a:moveTo>
                  <a:pt x="0" y="10951"/>
                </a:moveTo>
                <a:lnTo>
                  <a:pt x="0" y="10951"/>
                </a:lnTo>
                <a:lnTo>
                  <a:pt x="15801" y="1469"/>
                </a:lnTo>
                <a:lnTo>
                  <a:pt x="21118" y="0"/>
                </a:lnTo>
                <a:lnTo>
                  <a:pt x="25323" y="343"/>
                </a:lnTo>
                <a:lnTo>
                  <a:pt x="39986" y="7238"/>
                </a:lnTo>
                <a:lnTo>
                  <a:pt x="42532" y="9798"/>
                </a:lnTo>
                <a:lnTo>
                  <a:pt x="61738" y="53589"/>
                </a:lnTo>
                <a:lnTo>
                  <a:pt x="76350" y="97035"/>
                </a:lnTo>
                <a:lnTo>
                  <a:pt x="82624" y="136385"/>
                </a:lnTo>
                <a:lnTo>
                  <a:pt x="88287" y="174116"/>
                </a:lnTo>
                <a:lnTo>
                  <a:pt x="98588" y="212232"/>
                </a:lnTo>
                <a:lnTo>
                  <a:pt x="103847" y="252822"/>
                </a:lnTo>
                <a:lnTo>
                  <a:pt x="112496" y="295385"/>
                </a:lnTo>
                <a:lnTo>
                  <a:pt x="120277" y="336219"/>
                </a:lnTo>
                <a:lnTo>
                  <a:pt x="126437" y="368283"/>
                </a:lnTo>
                <a:lnTo>
                  <a:pt x="132923" y="401276"/>
                </a:lnTo>
                <a:lnTo>
                  <a:pt x="139632" y="439105"/>
                </a:lnTo>
                <a:lnTo>
                  <a:pt x="145762" y="483580"/>
                </a:lnTo>
                <a:lnTo>
                  <a:pt x="153873" y="516996"/>
                </a:lnTo>
                <a:lnTo>
                  <a:pt x="159379" y="559893"/>
                </a:lnTo>
                <a:lnTo>
                  <a:pt x="170867" y="601863"/>
                </a:lnTo>
                <a:lnTo>
                  <a:pt x="172627" y="629778"/>
                </a:lnTo>
                <a:lnTo>
                  <a:pt x="173299" y="619850"/>
                </a:lnTo>
                <a:lnTo>
                  <a:pt x="179753" y="586650"/>
                </a:lnTo>
                <a:lnTo>
                  <a:pt x="189749" y="573407"/>
                </a:lnTo>
                <a:lnTo>
                  <a:pt x="210580" y="531084"/>
                </a:lnTo>
                <a:lnTo>
                  <a:pt x="239910" y="487330"/>
                </a:lnTo>
                <a:lnTo>
                  <a:pt x="281998" y="453699"/>
                </a:lnTo>
                <a:lnTo>
                  <a:pt x="318302" y="421787"/>
                </a:lnTo>
                <a:lnTo>
                  <a:pt x="359600" y="401323"/>
                </a:lnTo>
                <a:lnTo>
                  <a:pt x="399997" y="381308"/>
                </a:lnTo>
                <a:lnTo>
                  <a:pt x="438035" y="356937"/>
                </a:lnTo>
                <a:lnTo>
                  <a:pt x="482057" y="333934"/>
                </a:lnTo>
                <a:lnTo>
                  <a:pt x="515257" y="317283"/>
                </a:lnTo>
                <a:lnTo>
                  <a:pt x="555809" y="299590"/>
                </a:lnTo>
                <a:lnTo>
                  <a:pt x="595304" y="283068"/>
                </a:lnTo>
                <a:lnTo>
                  <a:pt x="619319" y="275095"/>
                </a:lnTo>
                <a:lnTo>
                  <a:pt x="625207" y="274359"/>
                </a:lnTo>
                <a:lnTo>
                  <a:pt x="633514" y="270014"/>
                </a:lnTo>
                <a:lnTo>
                  <a:pt x="647397" y="259606"/>
                </a:lnTo>
                <a:lnTo>
                  <a:pt x="660758" y="255039"/>
                </a:lnTo>
                <a:lnTo>
                  <a:pt x="657625" y="255032"/>
                </a:lnTo>
                <a:lnTo>
                  <a:pt x="637546" y="269165"/>
                </a:lnTo>
                <a:lnTo>
                  <a:pt x="627974" y="273217"/>
                </a:lnTo>
                <a:lnTo>
                  <a:pt x="588378" y="295023"/>
                </a:lnTo>
                <a:lnTo>
                  <a:pt x="550899" y="315404"/>
                </a:lnTo>
                <a:lnTo>
                  <a:pt x="514955" y="335379"/>
                </a:lnTo>
                <a:lnTo>
                  <a:pt x="476472" y="355493"/>
                </a:lnTo>
                <a:lnTo>
                  <a:pt x="440648" y="370736"/>
                </a:lnTo>
                <a:lnTo>
                  <a:pt x="402410" y="389303"/>
                </a:lnTo>
                <a:lnTo>
                  <a:pt x="363452" y="415686"/>
                </a:lnTo>
                <a:lnTo>
                  <a:pt x="323992" y="438585"/>
                </a:lnTo>
                <a:lnTo>
                  <a:pt x="280680" y="471541"/>
                </a:lnTo>
                <a:lnTo>
                  <a:pt x="239809" y="504566"/>
                </a:lnTo>
                <a:lnTo>
                  <a:pt x="222087" y="522773"/>
                </a:lnTo>
                <a:lnTo>
                  <a:pt x="205975" y="544939"/>
                </a:lnTo>
                <a:lnTo>
                  <a:pt x="164732" y="581706"/>
                </a:lnTo>
                <a:lnTo>
                  <a:pt x="134325" y="626040"/>
                </a:lnTo>
                <a:lnTo>
                  <a:pt x="91248" y="663870"/>
                </a:lnTo>
                <a:lnTo>
                  <a:pt x="89936" y="663188"/>
                </a:lnTo>
                <a:lnTo>
                  <a:pt x="84342" y="655374"/>
                </a:lnTo>
                <a:lnTo>
                  <a:pt x="83370" y="611363"/>
                </a:lnTo>
                <a:lnTo>
                  <a:pt x="83347" y="572335"/>
                </a:lnTo>
                <a:lnTo>
                  <a:pt x="83344" y="531210"/>
                </a:lnTo>
                <a:lnTo>
                  <a:pt x="83344" y="494875"/>
                </a:lnTo>
                <a:lnTo>
                  <a:pt x="83344" y="461105"/>
                </a:lnTo>
                <a:lnTo>
                  <a:pt x="77023" y="423833"/>
                </a:lnTo>
                <a:lnTo>
                  <a:pt x="72156" y="393553"/>
                </a:lnTo>
                <a:lnTo>
                  <a:pt x="67461" y="353620"/>
                </a:lnTo>
                <a:lnTo>
                  <a:pt x="62542" y="318637"/>
                </a:lnTo>
                <a:lnTo>
                  <a:pt x="56234" y="281151"/>
                </a:lnTo>
                <a:lnTo>
                  <a:pt x="52601" y="246894"/>
                </a:lnTo>
                <a:lnTo>
                  <a:pt x="45571" y="204332"/>
                </a:lnTo>
                <a:lnTo>
                  <a:pt x="37665" y="163876"/>
                </a:lnTo>
                <a:lnTo>
                  <a:pt x="30689" y="124502"/>
                </a:lnTo>
                <a:lnTo>
                  <a:pt x="16650" y="82863"/>
                </a:lnTo>
                <a:lnTo>
                  <a:pt x="10861" y="51356"/>
                </a:lnTo>
                <a:lnTo>
                  <a:pt x="44" y="40756"/>
                </a:lnTo>
                <a:lnTo>
                  <a:pt x="10255" y="30468"/>
                </a:lnTo>
                <a:lnTo>
                  <a:pt x="10805" y="31238"/>
                </a:lnTo>
                <a:lnTo>
                  <a:pt x="11417" y="35622"/>
                </a:lnTo>
                <a:lnTo>
                  <a:pt x="12241" y="37320"/>
                </a:lnTo>
                <a:lnTo>
                  <a:pt x="13452" y="38452"/>
                </a:lnTo>
                <a:lnTo>
                  <a:pt x="14921" y="39207"/>
                </a:lnTo>
                <a:lnTo>
                  <a:pt x="15901" y="40371"/>
                </a:lnTo>
                <a:lnTo>
                  <a:pt x="17859" y="46669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SMARTInkShape-125">
            <a:extLst>
              <a:ext uri="{FF2B5EF4-FFF2-40B4-BE49-F238E27FC236}">
                <a16:creationId xmlns:a16="http://schemas.microsoft.com/office/drawing/2014/main" id="{31A29DC3-EA4B-73F4-FD3D-A6F23EBB413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544861" y="857250"/>
            <a:ext cx="381599" cy="765916"/>
          </a:xfrm>
          <a:custGeom>
            <a:avLst/>
            <a:gdLst/>
            <a:ahLst/>
            <a:cxnLst/>
            <a:rect l="0" t="0" r="0" b="0"/>
            <a:pathLst>
              <a:path w="381599" h="765916">
                <a:moveTo>
                  <a:pt x="95850" y="428625"/>
                </a:moveTo>
                <a:lnTo>
                  <a:pt x="95850" y="428625"/>
                </a:lnTo>
                <a:lnTo>
                  <a:pt x="51260" y="403767"/>
                </a:lnTo>
                <a:lnTo>
                  <a:pt x="29079" y="395052"/>
                </a:lnTo>
                <a:lnTo>
                  <a:pt x="20754" y="393860"/>
                </a:lnTo>
                <a:lnTo>
                  <a:pt x="14408" y="395094"/>
                </a:lnTo>
                <a:lnTo>
                  <a:pt x="11789" y="396349"/>
                </a:lnTo>
                <a:lnTo>
                  <a:pt x="10044" y="398509"/>
                </a:lnTo>
                <a:lnTo>
                  <a:pt x="6265" y="407208"/>
                </a:lnTo>
                <a:lnTo>
                  <a:pt x="692" y="412051"/>
                </a:lnTo>
                <a:lnTo>
                  <a:pt x="0" y="416914"/>
                </a:lnTo>
                <a:lnTo>
                  <a:pt x="8589" y="460899"/>
                </a:lnTo>
                <a:lnTo>
                  <a:pt x="22561" y="494899"/>
                </a:lnTo>
                <a:lnTo>
                  <a:pt x="45899" y="536403"/>
                </a:lnTo>
                <a:lnTo>
                  <a:pt x="72515" y="579642"/>
                </a:lnTo>
                <a:lnTo>
                  <a:pt x="101866" y="617715"/>
                </a:lnTo>
                <a:lnTo>
                  <a:pt x="122153" y="658129"/>
                </a:lnTo>
                <a:lnTo>
                  <a:pt x="158320" y="702313"/>
                </a:lnTo>
                <a:lnTo>
                  <a:pt x="178451" y="726912"/>
                </a:lnTo>
                <a:lnTo>
                  <a:pt x="188381" y="746238"/>
                </a:lnTo>
                <a:lnTo>
                  <a:pt x="207483" y="765915"/>
                </a:lnTo>
                <a:lnTo>
                  <a:pt x="205362" y="757868"/>
                </a:lnTo>
                <a:lnTo>
                  <a:pt x="185653" y="717555"/>
                </a:lnTo>
                <a:lnTo>
                  <a:pt x="164327" y="675408"/>
                </a:lnTo>
                <a:lnTo>
                  <a:pt x="142890" y="635167"/>
                </a:lnTo>
                <a:lnTo>
                  <a:pt x="123638" y="597183"/>
                </a:lnTo>
                <a:lnTo>
                  <a:pt x="104940" y="554598"/>
                </a:lnTo>
                <a:lnTo>
                  <a:pt x="88164" y="510982"/>
                </a:lnTo>
                <a:lnTo>
                  <a:pt x="75802" y="469971"/>
                </a:lnTo>
                <a:lnTo>
                  <a:pt x="62226" y="430883"/>
                </a:lnTo>
                <a:lnTo>
                  <a:pt x="57224" y="413860"/>
                </a:lnTo>
                <a:lnTo>
                  <a:pt x="50891" y="395587"/>
                </a:lnTo>
                <a:lnTo>
                  <a:pt x="48749" y="386822"/>
                </a:lnTo>
                <a:lnTo>
                  <a:pt x="43747" y="374041"/>
                </a:lnTo>
                <a:lnTo>
                  <a:pt x="43255" y="370408"/>
                </a:lnTo>
                <a:lnTo>
                  <a:pt x="41604" y="367324"/>
                </a:lnTo>
                <a:lnTo>
                  <a:pt x="34283" y="359162"/>
                </a:lnTo>
                <a:lnTo>
                  <a:pt x="30366" y="345282"/>
                </a:lnTo>
                <a:lnTo>
                  <a:pt x="30366" y="326162"/>
                </a:lnTo>
                <a:lnTo>
                  <a:pt x="33893" y="320027"/>
                </a:lnTo>
                <a:lnTo>
                  <a:pt x="39209" y="312229"/>
                </a:lnTo>
                <a:lnTo>
                  <a:pt x="46248" y="294582"/>
                </a:lnTo>
                <a:lnTo>
                  <a:pt x="46907" y="291638"/>
                </a:lnTo>
                <a:lnTo>
                  <a:pt x="82593" y="249796"/>
                </a:lnTo>
                <a:lnTo>
                  <a:pt x="119931" y="208346"/>
                </a:lnTo>
                <a:lnTo>
                  <a:pt x="152532" y="165364"/>
                </a:lnTo>
                <a:lnTo>
                  <a:pt x="194718" y="126671"/>
                </a:lnTo>
                <a:lnTo>
                  <a:pt x="238589" y="94243"/>
                </a:lnTo>
                <a:lnTo>
                  <a:pt x="280388" y="58231"/>
                </a:lnTo>
                <a:lnTo>
                  <a:pt x="319005" y="29594"/>
                </a:lnTo>
                <a:lnTo>
                  <a:pt x="353309" y="6298"/>
                </a:lnTo>
                <a:lnTo>
                  <a:pt x="381598" y="0"/>
                </a:lnTo>
                <a:lnTo>
                  <a:pt x="336997" y="34305"/>
                </a:lnTo>
                <a:lnTo>
                  <a:pt x="293438" y="66098"/>
                </a:lnTo>
                <a:lnTo>
                  <a:pt x="254447" y="95331"/>
                </a:lnTo>
                <a:lnTo>
                  <a:pt x="238437" y="107192"/>
                </a:lnTo>
                <a:lnTo>
                  <a:pt x="215712" y="130976"/>
                </a:lnTo>
                <a:lnTo>
                  <a:pt x="176653" y="160735"/>
                </a:lnTo>
                <a:lnTo>
                  <a:pt x="137315" y="202406"/>
                </a:lnTo>
                <a:lnTo>
                  <a:pt x="96872" y="246871"/>
                </a:lnTo>
                <a:lnTo>
                  <a:pt x="59843" y="280309"/>
                </a:lnTo>
                <a:lnTo>
                  <a:pt x="31905" y="316565"/>
                </a:lnTo>
                <a:lnTo>
                  <a:pt x="12560" y="327393"/>
                </a:lnTo>
                <a:lnTo>
                  <a:pt x="7386" y="327419"/>
                </a:lnTo>
                <a:lnTo>
                  <a:pt x="6559" y="344308"/>
                </a:lnTo>
                <a:lnTo>
                  <a:pt x="11679" y="360573"/>
                </a:lnTo>
                <a:lnTo>
                  <a:pt x="21821" y="380466"/>
                </a:lnTo>
                <a:lnTo>
                  <a:pt x="35707" y="420196"/>
                </a:lnTo>
                <a:lnTo>
                  <a:pt x="45066" y="442566"/>
                </a:lnTo>
                <a:lnTo>
                  <a:pt x="48612" y="462227"/>
                </a:lnTo>
                <a:lnTo>
                  <a:pt x="65022" y="500609"/>
                </a:lnTo>
                <a:lnTo>
                  <a:pt x="87381" y="541855"/>
                </a:lnTo>
                <a:lnTo>
                  <a:pt x="102974" y="582124"/>
                </a:lnTo>
                <a:lnTo>
                  <a:pt x="112292" y="596696"/>
                </a:lnTo>
                <a:lnTo>
                  <a:pt x="116387" y="607834"/>
                </a:lnTo>
                <a:lnTo>
                  <a:pt x="120014" y="624599"/>
                </a:lnTo>
                <a:lnTo>
                  <a:pt x="143315" y="660826"/>
                </a:lnTo>
                <a:lnTo>
                  <a:pt x="152835" y="685132"/>
                </a:lnTo>
                <a:lnTo>
                  <a:pt x="188478" y="728363"/>
                </a:lnTo>
                <a:lnTo>
                  <a:pt x="208921" y="756000"/>
                </a:lnTo>
                <a:lnTo>
                  <a:pt x="208290" y="743102"/>
                </a:lnTo>
                <a:lnTo>
                  <a:pt x="189840" y="703909"/>
                </a:lnTo>
                <a:lnTo>
                  <a:pt x="172148" y="662056"/>
                </a:lnTo>
                <a:lnTo>
                  <a:pt x="165920" y="652978"/>
                </a:lnTo>
                <a:lnTo>
                  <a:pt x="159403" y="645415"/>
                </a:lnTo>
                <a:lnTo>
                  <a:pt x="141391" y="609186"/>
                </a:lnTo>
                <a:lnTo>
                  <a:pt x="118146" y="567251"/>
                </a:lnTo>
                <a:lnTo>
                  <a:pt x="106645" y="539814"/>
                </a:lnTo>
                <a:lnTo>
                  <a:pt x="93279" y="503284"/>
                </a:lnTo>
                <a:lnTo>
                  <a:pt x="80461" y="470264"/>
                </a:lnTo>
                <a:lnTo>
                  <a:pt x="79638" y="464322"/>
                </a:lnTo>
                <a:lnTo>
                  <a:pt x="75195" y="455955"/>
                </a:lnTo>
                <a:lnTo>
                  <a:pt x="69472" y="448709"/>
                </a:lnTo>
                <a:lnTo>
                  <a:pt x="47123" y="404667"/>
                </a:lnTo>
                <a:lnTo>
                  <a:pt x="36377" y="374207"/>
                </a:lnTo>
                <a:lnTo>
                  <a:pt x="27462" y="359912"/>
                </a:lnTo>
                <a:lnTo>
                  <a:pt x="25767" y="352666"/>
                </a:lnTo>
                <a:lnTo>
                  <a:pt x="21487" y="346799"/>
                </a:lnTo>
                <a:lnTo>
                  <a:pt x="14280" y="340804"/>
                </a:lnTo>
                <a:lnTo>
                  <a:pt x="13295" y="336456"/>
                </a:lnTo>
                <a:lnTo>
                  <a:pt x="12508" y="308092"/>
                </a:lnTo>
                <a:lnTo>
                  <a:pt x="17798" y="302074"/>
                </a:lnTo>
                <a:lnTo>
                  <a:pt x="57368" y="258886"/>
                </a:lnTo>
                <a:lnTo>
                  <a:pt x="101157" y="218124"/>
                </a:lnTo>
                <a:lnTo>
                  <a:pt x="138447" y="180302"/>
                </a:lnTo>
                <a:lnTo>
                  <a:pt x="181325" y="144274"/>
                </a:lnTo>
                <a:lnTo>
                  <a:pt x="203409" y="119786"/>
                </a:lnTo>
                <a:lnTo>
                  <a:pt x="215767" y="109208"/>
                </a:lnTo>
                <a:lnTo>
                  <a:pt x="226557" y="94094"/>
                </a:lnTo>
                <a:lnTo>
                  <a:pt x="269825" y="59026"/>
                </a:lnTo>
                <a:lnTo>
                  <a:pt x="283585" y="45711"/>
                </a:lnTo>
                <a:lnTo>
                  <a:pt x="308735" y="10802"/>
                </a:lnTo>
                <a:lnTo>
                  <a:pt x="316116" y="5953"/>
                </a:lnTo>
                <a:lnTo>
                  <a:pt x="310162" y="5953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SMARTInkShape-126">
            <a:extLst>
              <a:ext uri="{FF2B5EF4-FFF2-40B4-BE49-F238E27FC236}">
                <a16:creationId xmlns:a16="http://schemas.microsoft.com/office/drawing/2014/main" id="{DB109D02-F170-69F3-74E6-FF8836FF311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81986" y="4345803"/>
            <a:ext cx="606953" cy="410053"/>
          </a:xfrm>
          <a:custGeom>
            <a:avLst/>
            <a:gdLst/>
            <a:ahLst/>
            <a:cxnLst/>
            <a:rect l="0" t="0" r="0" b="0"/>
            <a:pathLst>
              <a:path w="606953" h="410053">
                <a:moveTo>
                  <a:pt x="339100" y="35697"/>
                </a:moveTo>
                <a:lnTo>
                  <a:pt x="339100" y="35697"/>
                </a:lnTo>
                <a:lnTo>
                  <a:pt x="298205" y="62767"/>
                </a:lnTo>
                <a:lnTo>
                  <a:pt x="284544" y="70879"/>
                </a:lnTo>
                <a:lnTo>
                  <a:pt x="245550" y="99698"/>
                </a:lnTo>
                <a:lnTo>
                  <a:pt x="208281" y="141591"/>
                </a:lnTo>
                <a:lnTo>
                  <a:pt x="172426" y="181621"/>
                </a:lnTo>
                <a:lnTo>
                  <a:pt x="142649" y="217436"/>
                </a:lnTo>
                <a:lnTo>
                  <a:pt x="112220" y="257455"/>
                </a:lnTo>
                <a:lnTo>
                  <a:pt x="84357" y="298395"/>
                </a:lnTo>
                <a:lnTo>
                  <a:pt x="53228" y="342176"/>
                </a:lnTo>
                <a:lnTo>
                  <a:pt x="27823" y="379062"/>
                </a:lnTo>
                <a:lnTo>
                  <a:pt x="12934" y="398931"/>
                </a:lnTo>
                <a:lnTo>
                  <a:pt x="542" y="410052"/>
                </a:lnTo>
                <a:lnTo>
                  <a:pt x="285" y="409621"/>
                </a:lnTo>
                <a:lnTo>
                  <a:pt x="0" y="407379"/>
                </a:lnTo>
                <a:lnTo>
                  <a:pt x="15398" y="376786"/>
                </a:lnTo>
                <a:lnTo>
                  <a:pt x="41860" y="334289"/>
                </a:lnTo>
                <a:lnTo>
                  <a:pt x="55237" y="307392"/>
                </a:lnTo>
                <a:lnTo>
                  <a:pt x="87471" y="263491"/>
                </a:lnTo>
                <a:lnTo>
                  <a:pt x="113455" y="224175"/>
                </a:lnTo>
                <a:lnTo>
                  <a:pt x="133279" y="195444"/>
                </a:lnTo>
                <a:lnTo>
                  <a:pt x="145163" y="174090"/>
                </a:lnTo>
                <a:lnTo>
                  <a:pt x="179340" y="131033"/>
                </a:lnTo>
                <a:lnTo>
                  <a:pt x="205200" y="87957"/>
                </a:lnTo>
                <a:lnTo>
                  <a:pt x="229980" y="49614"/>
                </a:lnTo>
                <a:lnTo>
                  <a:pt x="261484" y="6520"/>
                </a:lnTo>
                <a:lnTo>
                  <a:pt x="266849" y="839"/>
                </a:lnTo>
                <a:lnTo>
                  <a:pt x="284183" y="0"/>
                </a:lnTo>
                <a:lnTo>
                  <a:pt x="300061" y="11169"/>
                </a:lnTo>
                <a:lnTo>
                  <a:pt x="312280" y="16520"/>
                </a:lnTo>
                <a:lnTo>
                  <a:pt x="327629" y="31174"/>
                </a:lnTo>
                <a:lnTo>
                  <a:pt x="340166" y="45730"/>
                </a:lnTo>
                <a:lnTo>
                  <a:pt x="343779" y="48338"/>
                </a:lnTo>
                <a:lnTo>
                  <a:pt x="353086" y="51237"/>
                </a:lnTo>
                <a:lnTo>
                  <a:pt x="358346" y="52010"/>
                </a:lnTo>
                <a:lnTo>
                  <a:pt x="369482" y="58161"/>
                </a:lnTo>
                <a:lnTo>
                  <a:pt x="383380" y="71016"/>
                </a:lnTo>
                <a:lnTo>
                  <a:pt x="391853" y="79837"/>
                </a:lnTo>
                <a:lnTo>
                  <a:pt x="433894" y="109761"/>
                </a:lnTo>
                <a:lnTo>
                  <a:pt x="478407" y="141320"/>
                </a:lnTo>
                <a:lnTo>
                  <a:pt x="521018" y="173646"/>
                </a:lnTo>
                <a:lnTo>
                  <a:pt x="562990" y="206762"/>
                </a:lnTo>
                <a:lnTo>
                  <a:pt x="573324" y="210944"/>
                </a:lnTo>
                <a:lnTo>
                  <a:pt x="580562" y="218095"/>
                </a:lnTo>
                <a:lnTo>
                  <a:pt x="583419" y="222780"/>
                </a:lnTo>
                <a:lnTo>
                  <a:pt x="586646" y="225904"/>
                </a:lnTo>
                <a:lnTo>
                  <a:pt x="596847" y="231622"/>
                </a:lnTo>
                <a:lnTo>
                  <a:pt x="606952" y="244007"/>
                </a:lnTo>
                <a:lnTo>
                  <a:pt x="600907" y="233880"/>
                </a:lnTo>
                <a:lnTo>
                  <a:pt x="587990" y="220977"/>
                </a:lnTo>
                <a:lnTo>
                  <a:pt x="548227" y="198782"/>
                </a:lnTo>
                <a:lnTo>
                  <a:pt x="542018" y="196014"/>
                </a:lnTo>
                <a:lnTo>
                  <a:pt x="499512" y="155855"/>
                </a:lnTo>
                <a:lnTo>
                  <a:pt x="458657" y="129388"/>
                </a:lnTo>
                <a:lnTo>
                  <a:pt x="419327" y="100217"/>
                </a:lnTo>
                <a:lnTo>
                  <a:pt x="388862" y="76580"/>
                </a:lnTo>
                <a:lnTo>
                  <a:pt x="377216" y="71182"/>
                </a:lnTo>
                <a:lnTo>
                  <a:pt x="355943" y="55546"/>
                </a:lnTo>
                <a:lnTo>
                  <a:pt x="338385" y="48535"/>
                </a:lnTo>
                <a:lnTo>
                  <a:pt x="315289" y="29745"/>
                </a:lnTo>
                <a:lnTo>
                  <a:pt x="308967" y="29744"/>
                </a:lnTo>
                <a:lnTo>
                  <a:pt x="307105" y="30405"/>
                </a:lnTo>
                <a:lnTo>
                  <a:pt x="305864" y="31508"/>
                </a:lnTo>
                <a:lnTo>
                  <a:pt x="292080" y="66630"/>
                </a:lnTo>
                <a:lnTo>
                  <a:pt x="281094" y="102315"/>
                </a:lnTo>
                <a:lnTo>
                  <a:pt x="269878" y="127093"/>
                </a:lnTo>
                <a:lnTo>
                  <a:pt x="257002" y="158776"/>
                </a:lnTo>
                <a:lnTo>
                  <a:pt x="225577" y="199422"/>
                </a:lnTo>
                <a:lnTo>
                  <a:pt x="200487" y="237843"/>
                </a:lnTo>
                <a:lnTo>
                  <a:pt x="176902" y="277258"/>
                </a:lnTo>
                <a:lnTo>
                  <a:pt x="140754" y="320565"/>
                </a:lnTo>
                <a:lnTo>
                  <a:pt x="109571" y="364422"/>
                </a:lnTo>
                <a:lnTo>
                  <a:pt x="84583" y="391383"/>
                </a:lnTo>
                <a:lnTo>
                  <a:pt x="84755" y="391883"/>
                </a:lnTo>
                <a:lnTo>
                  <a:pt x="86710" y="392440"/>
                </a:lnTo>
                <a:lnTo>
                  <a:pt x="87497" y="393911"/>
                </a:lnTo>
                <a:lnTo>
                  <a:pt x="89069" y="404791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SMARTInkShape-127">
            <a:extLst>
              <a:ext uri="{FF2B5EF4-FFF2-40B4-BE49-F238E27FC236}">
                <a16:creationId xmlns:a16="http://schemas.microsoft.com/office/drawing/2014/main" id="{C2526F27-B1AE-9DEE-9FED-0A10F4679AD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105055" y="5947260"/>
            <a:ext cx="446312" cy="428533"/>
          </a:xfrm>
          <a:custGeom>
            <a:avLst/>
            <a:gdLst/>
            <a:ahLst/>
            <a:cxnLst/>
            <a:rect l="0" t="0" r="0" b="0"/>
            <a:pathLst>
              <a:path w="446312" h="428533">
                <a:moveTo>
                  <a:pt x="71437" y="202318"/>
                </a:moveTo>
                <a:lnTo>
                  <a:pt x="71437" y="202318"/>
                </a:lnTo>
                <a:lnTo>
                  <a:pt x="72098" y="212485"/>
                </a:lnTo>
                <a:lnTo>
                  <a:pt x="76852" y="227379"/>
                </a:lnTo>
                <a:lnTo>
                  <a:pt x="90557" y="249740"/>
                </a:lnTo>
                <a:lnTo>
                  <a:pt x="131879" y="294273"/>
                </a:lnTo>
                <a:lnTo>
                  <a:pt x="164725" y="333929"/>
                </a:lnTo>
                <a:lnTo>
                  <a:pt x="183571" y="348064"/>
                </a:lnTo>
                <a:lnTo>
                  <a:pt x="191389" y="356391"/>
                </a:lnTo>
                <a:lnTo>
                  <a:pt x="207145" y="368496"/>
                </a:lnTo>
                <a:lnTo>
                  <a:pt x="221608" y="390007"/>
                </a:lnTo>
                <a:lnTo>
                  <a:pt x="228138" y="396199"/>
                </a:lnTo>
                <a:lnTo>
                  <a:pt x="233245" y="403361"/>
                </a:lnTo>
                <a:lnTo>
                  <a:pt x="236195" y="405800"/>
                </a:lnTo>
                <a:lnTo>
                  <a:pt x="251108" y="413196"/>
                </a:lnTo>
                <a:lnTo>
                  <a:pt x="252733" y="415663"/>
                </a:lnTo>
                <a:lnTo>
                  <a:pt x="255983" y="428532"/>
                </a:lnTo>
                <a:lnTo>
                  <a:pt x="252823" y="422215"/>
                </a:lnTo>
                <a:lnTo>
                  <a:pt x="208682" y="390089"/>
                </a:lnTo>
                <a:lnTo>
                  <a:pt x="165474" y="359808"/>
                </a:lnTo>
                <a:lnTo>
                  <a:pt x="124733" y="328352"/>
                </a:lnTo>
                <a:lnTo>
                  <a:pt x="85288" y="286556"/>
                </a:lnTo>
                <a:lnTo>
                  <a:pt x="65399" y="269831"/>
                </a:lnTo>
                <a:lnTo>
                  <a:pt x="56847" y="261428"/>
                </a:lnTo>
                <a:lnTo>
                  <a:pt x="36952" y="247116"/>
                </a:lnTo>
                <a:lnTo>
                  <a:pt x="25942" y="236538"/>
                </a:lnTo>
                <a:lnTo>
                  <a:pt x="16727" y="229875"/>
                </a:lnTo>
                <a:lnTo>
                  <a:pt x="0" y="214225"/>
                </a:lnTo>
                <a:lnTo>
                  <a:pt x="38351" y="187077"/>
                </a:lnTo>
                <a:lnTo>
                  <a:pt x="76157" y="166674"/>
                </a:lnTo>
                <a:lnTo>
                  <a:pt x="120171" y="145162"/>
                </a:lnTo>
                <a:lnTo>
                  <a:pt x="160333" y="129862"/>
                </a:lnTo>
                <a:lnTo>
                  <a:pt x="201848" y="111949"/>
                </a:lnTo>
                <a:lnTo>
                  <a:pt x="241424" y="98510"/>
                </a:lnTo>
                <a:lnTo>
                  <a:pt x="269130" y="85950"/>
                </a:lnTo>
                <a:lnTo>
                  <a:pt x="309848" y="64428"/>
                </a:lnTo>
                <a:lnTo>
                  <a:pt x="343999" y="44765"/>
                </a:lnTo>
                <a:lnTo>
                  <a:pt x="353971" y="41013"/>
                </a:lnTo>
                <a:lnTo>
                  <a:pt x="373799" y="29729"/>
                </a:lnTo>
                <a:lnTo>
                  <a:pt x="416646" y="15836"/>
                </a:lnTo>
                <a:lnTo>
                  <a:pt x="446311" y="0"/>
                </a:lnTo>
                <a:lnTo>
                  <a:pt x="409798" y="21640"/>
                </a:lnTo>
                <a:lnTo>
                  <a:pt x="401736" y="24121"/>
                </a:lnTo>
                <a:lnTo>
                  <a:pt x="358248" y="43080"/>
                </a:lnTo>
                <a:lnTo>
                  <a:pt x="336114" y="52169"/>
                </a:lnTo>
                <a:lnTo>
                  <a:pt x="305326" y="64327"/>
                </a:lnTo>
                <a:lnTo>
                  <a:pt x="262915" y="89270"/>
                </a:lnTo>
                <a:lnTo>
                  <a:pt x="219984" y="108056"/>
                </a:lnTo>
                <a:lnTo>
                  <a:pt x="183530" y="127083"/>
                </a:lnTo>
                <a:lnTo>
                  <a:pt x="143308" y="149648"/>
                </a:lnTo>
                <a:lnTo>
                  <a:pt x="100680" y="174462"/>
                </a:lnTo>
                <a:lnTo>
                  <a:pt x="89656" y="182526"/>
                </a:lnTo>
                <a:lnTo>
                  <a:pt x="46293" y="207194"/>
                </a:lnTo>
                <a:lnTo>
                  <a:pt x="22976" y="215062"/>
                </a:lnTo>
                <a:lnTo>
                  <a:pt x="21270" y="216768"/>
                </a:lnTo>
                <a:lnTo>
                  <a:pt x="15847" y="218662"/>
                </a:lnTo>
                <a:lnTo>
                  <a:pt x="0" y="220178"/>
                </a:lnTo>
                <a:lnTo>
                  <a:pt x="0" y="226498"/>
                </a:lnTo>
                <a:lnTo>
                  <a:pt x="662" y="228360"/>
                </a:lnTo>
                <a:lnTo>
                  <a:pt x="1764" y="229601"/>
                </a:lnTo>
                <a:lnTo>
                  <a:pt x="3160" y="230429"/>
                </a:lnTo>
                <a:lnTo>
                  <a:pt x="16773" y="233630"/>
                </a:lnTo>
                <a:lnTo>
                  <a:pt x="19119" y="235099"/>
                </a:lnTo>
                <a:lnTo>
                  <a:pt x="36482" y="238779"/>
                </a:lnTo>
                <a:lnTo>
                  <a:pt x="60701" y="253885"/>
                </a:lnTo>
                <a:lnTo>
                  <a:pt x="64279" y="254556"/>
                </a:lnTo>
                <a:lnTo>
                  <a:pt x="89922" y="269855"/>
                </a:lnTo>
                <a:lnTo>
                  <a:pt x="95667" y="271155"/>
                </a:lnTo>
                <a:lnTo>
                  <a:pt x="113233" y="282466"/>
                </a:lnTo>
                <a:lnTo>
                  <a:pt x="139363" y="308073"/>
                </a:lnTo>
                <a:lnTo>
                  <a:pt x="156439" y="328233"/>
                </a:lnTo>
                <a:lnTo>
                  <a:pt x="196550" y="354164"/>
                </a:lnTo>
                <a:lnTo>
                  <a:pt x="238956" y="385477"/>
                </a:lnTo>
                <a:lnTo>
                  <a:pt x="245109" y="391320"/>
                </a:lnTo>
                <a:lnTo>
                  <a:pt x="246750" y="393803"/>
                </a:lnTo>
                <a:lnTo>
                  <a:pt x="250336" y="396564"/>
                </a:lnTo>
                <a:lnTo>
                  <a:pt x="254797" y="397790"/>
                </a:lnTo>
                <a:lnTo>
                  <a:pt x="261189" y="398335"/>
                </a:lnTo>
                <a:lnTo>
                  <a:pt x="264084" y="399803"/>
                </a:lnTo>
                <a:lnTo>
                  <a:pt x="285734" y="416620"/>
                </a:lnTo>
                <a:lnTo>
                  <a:pt x="303609" y="416631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SMARTInkShape-128">
            <a:extLst>
              <a:ext uri="{FF2B5EF4-FFF2-40B4-BE49-F238E27FC236}">
                <a16:creationId xmlns:a16="http://schemas.microsoft.com/office/drawing/2014/main" id="{2233F04F-215F-D69F-5420-F9C468963C8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07957" y="4115405"/>
            <a:ext cx="672407" cy="426753"/>
          </a:xfrm>
          <a:custGeom>
            <a:avLst/>
            <a:gdLst/>
            <a:ahLst/>
            <a:cxnLst/>
            <a:rect l="0" t="0" r="0" b="0"/>
            <a:pathLst>
              <a:path w="672407" h="426753">
                <a:moveTo>
                  <a:pt x="386707" y="99408"/>
                </a:moveTo>
                <a:lnTo>
                  <a:pt x="386707" y="99408"/>
                </a:lnTo>
                <a:lnTo>
                  <a:pt x="354907" y="113543"/>
                </a:lnTo>
                <a:lnTo>
                  <a:pt x="332727" y="119692"/>
                </a:lnTo>
                <a:lnTo>
                  <a:pt x="324572" y="125180"/>
                </a:lnTo>
                <a:lnTo>
                  <a:pt x="321472" y="128495"/>
                </a:lnTo>
                <a:lnTo>
                  <a:pt x="314498" y="132179"/>
                </a:lnTo>
                <a:lnTo>
                  <a:pt x="305666" y="135801"/>
                </a:lnTo>
                <a:lnTo>
                  <a:pt x="284495" y="147012"/>
                </a:lnTo>
                <a:lnTo>
                  <a:pt x="240490" y="155359"/>
                </a:lnTo>
                <a:lnTo>
                  <a:pt x="199033" y="167891"/>
                </a:lnTo>
                <a:lnTo>
                  <a:pt x="156024" y="172349"/>
                </a:lnTo>
                <a:lnTo>
                  <a:pt x="116122" y="177535"/>
                </a:lnTo>
                <a:lnTo>
                  <a:pt x="76179" y="187549"/>
                </a:lnTo>
                <a:lnTo>
                  <a:pt x="32505" y="188703"/>
                </a:lnTo>
                <a:lnTo>
                  <a:pt x="30405" y="188704"/>
                </a:lnTo>
                <a:lnTo>
                  <a:pt x="32942" y="182384"/>
                </a:lnTo>
                <a:lnTo>
                  <a:pt x="39639" y="177517"/>
                </a:lnTo>
                <a:lnTo>
                  <a:pt x="52803" y="169294"/>
                </a:lnTo>
                <a:lnTo>
                  <a:pt x="81744" y="151504"/>
                </a:lnTo>
                <a:lnTo>
                  <a:pt x="124910" y="132449"/>
                </a:lnTo>
                <a:lnTo>
                  <a:pt x="162942" y="113945"/>
                </a:lnTo>
                <a:lnTo>
                  <a:pt x="205169" y="98251"/>
                </a:lnTo>
                <a:lnTo>
                  <a:pt x="221357" y="91618"/>
                </a:lnTo>
                <a:lnTo>
                  <a:pt x="262421" y="83733"/>
                </a:lnTo>
                <a:lnTo>
                  <a:pt x="299906" y="75659"/>
                </a:lnTo>
                <a:lnTo>
                  <a:pt x="339453" y="66739"/>
                </a:lnTo>
                <a:lnTo>
                  <a:pt x="382852" y="63867"/>
                </a:lnTo>
                <a:lnTo>
                  <a:pt x="405498" y="63699"/>
                </a:lnTo>
                <a:lnTo>
                  <a:pt x="415352" y="66852"/>
                </a:lnTo>
                <a:lnTo>
                  <a:pt x="433964" y="82687"/>
                </a:lnTo>
                <a:lnTo>
                  <a:pt x="458670" y="110701"/>
                </a:lnTo>
                <a:lnTo>
                  <a:pt x="472265" y="122524"/>
                </a:lnTo>
                <a:lnTo>
                  <a:pt x="502429" y="166208"/>
                </a:lnTo>
                <a:lnTo>
                  <a:pt x="527525" y="206875"/>
                </a:lnTo>
                <a:lnTo>
                  <a:pt x="533298" y="217286"/>
                </a:lnTo>
                <a:lnTo>
                  <a:pt x="563713" y="255672"/>
                </a:lnTo>
                <a:lnTo>
                  <a:pt x="589819" y="295639"/>
                </a:lnTo>
                <a:lnTo>
                  <a:pt x="615444" y="335478"/>
                </a:lnTo>
                <a:lnTo>
                  <a:pt x="627343" y="354783"/>
                </a:lnTo>
                <a:lnTo>
                  <a:pt x="648852" y="384416"/>
                </a:lnTo>
                <a:lnTo>
                  <a:pt x="672406" y="426752"/>
                </a:lnTo>
                <a:lnTo>
                  <a:pt x="635600" y="388776"/>
                </a:lnTo>
                <a:lnTo>
                  <a:pt x="609894" y="345020"/>
                </a:lnTo>
                <a:lnTo>
                  <a:pt x="595491" y="333871"/>
                </a:lnTo>
                <a:lnTo>
                  <a:pt x="575434" y="297804"/>
                </a:lnTo>
                <a:lnTo>
                  <a:pt x="558459" y="259472"/>
                </a:lnTo>
                <a:lnTo>
                  <a:pt x="539652" y="216950"/>
                </a:lnTo>
                <a:lnTo>
                  <a:pt x="524718" y="173389"/>
                </a:lnTo>
                <a:lnTo>
                  <a:pt x="504809" y="134600"/>
                </a:lnTo>
                <a:lnTo>
                  <a:pt x="487058" y="101851"/>
                </a:lnTo>
                <a:lnTo>
                  <a:pt x="478177" y="78744"/>
                </a:lnTo>
                <a:lnTo>
                  <a:pt x="459876" y="49257"/>
                </a:lnTo>
                <a:lnTo>
                  <a:pt x="446972" y="33836"/>
                </a:lnTo>
                <a:lnTo>
                  <a:pt x="440943" y="21256"/>
                </a:lnTo>
                <a:lnTo>
                  <a:pt x="434845" y="15505"/>
                </a:lnTo>
                <a:lnTo>
                  <a:pt x="429488" y="12508"/>
                </a:lnTo>
                <a:lnTo>
                  <a:pt x="427134" y="11709"/>
                </a:lnTo>
                <a:lnTo>
                  <a:pt x="409428" y="0"/>
                </a:lnTo>
                <a:lnTo>
                  <a:pt x="406484" y="724"/>
                </a:lnTo>
                <a:lnTo>
                  <a:pt x="391581" y="8613"/>
                </a:lnTo>
                <a:lnTo>
                  <a:pt x="378826" y="10476"/>
                </a:lnTo>
                <a:lnTo>
                  <a:pt x="335347" y="38634"/>
                </a:lnTo>
                <a:lnTo>
                  <a:pt x="292655" y="66465"/>
                </a:lnTo>
                <a:lnTo>
                  <a:pt x="249177" y="95560"/>
                </a:lnTo>
                <a:lnTo>
                  <a:pt x="209863" y="123497"/>
                </a:lnTo>
                <a:lnTo>
                  <a:pt x="169388" y="148711"/>
                </a:lnTo>
                <a:lnTo>
                  <a:pt x="133536" y="172308"/>
                </a:lnTo>
                <a:lnTo>
                  <a:pt x="93207" y="194947"/>
                </a:lnTo>
                <a:lnTo>
                  <a:pt x="52899" y="220933"/>
                </a:lnTo>
                <a:lnTo>
                  <a:pt x="9191" y="240075"/>
                </a:lnTo>
                <a:lnTo>
                  <a:pt x="0" y="242225"/>
                </a:lnTo>
                <a:lnTo>
                  <a:pt x="6147" y="242265"/>
                </a:lnTo>
                <a:lnTo>
                  <a:pt x="8646" y="240948"/>
                </a:lnTo>
                <a:lnTo>
                  <a:pt x="13187" y="235957"/>
                </a:lnTo>
                <a:lnTo>
                  <a:pt x="52334" y="219420"/>
                </a:lnTo>
                <a:lnTo>
                  <a:pt x="96619" y="199622"/>
                </a:lnTo>
                <a:lnTo>
                  <a:pt x="137669" y="183781"/>
                </a:lnTo>
                <a:lnTo>
                  <a:pt x="178348" y="170068"/>
                </a:lnTo>
                <a:lnTo>
                  <a:pt x="221195" y="151656"/>
                </a:lnTo>
                <a:lnTo>
                  <a:pt x="259033" y="137754"/>
                </a:lnTo>
                <a:lnTo>
                  <a:pt x="295906" y="124719"/>
                </a:lnTo>
                <a:lnTo>
                  <a:pt x="332023" y="112418"/>
                </a:lnTo>
                <a:lnTo>
                  <a:pt x="373812" y="97971"/>
                </a:lnTo>
                <a:lnTo>
                  <a:pt x="416841" y="77296"/>
                </a:lnTo>
                <a:lnTo>
                  <a:pt x="455226" y="69941"/>
                </a:lnTo>
                <a:lnTo>
                  <a:pt x="454876" y="69841"/>
                </a:lnTo>
                <a:lnTo>
                  <a:pt x="427498" y="70982"/>
                </a:lnTo>
                <a:lnTo>
                  <a:pt x="384647" y="84361"/>
                </a:lnTo>
                <a:lnTo>
                  <a:pt x="345527" y="96713"/>
                </a:lnTo>
                <a:lnTo>
                  <a:pt x="305445" y="109973"/>
                </a:lnTo>
                <a:lnTo>
                  <a:pt x="269771" y="128761"/>
                </a:lnTo>
                <a:lnTo>
                  <a:pt x="233326" y="141978"/>
                </a:lnTo>
                <a:lnTo>
                  <a:pt x="197292" y="160292"/>
                </a:lnTo>
                <a:lnTo>
                  <a:pt x="155558" y="181696"/>
                </a:lnTo>
                <a:lnTo>
                  <a:pt x="126056" y="192820"/>
                </a:lnTo>
                <a:lnTo>
                  <a:pt x="123642" y="194756"/>
                </a:lnTo>
                <a:lnTo>
                  <a:pt x="119452" y="204747"/>
                </a:lnTo>
                <a:lnTo>
                  <a:pt x="119902" y="205353"/>
                </a:lnTo>
                <a:lnTo>
                  <a:pt x="122165" y="206026"/>
                </a:lnTo>
                <a:lnTo>
                  <a:pt x="164776" y="184819"/>
                </a:lnTo>
                <a:lnTo>
                  <a:pt x="209089" y="166534"/>
                </a:lnTo>
                <a:lnTo>
                  <a:pt x="246178" y="150679"/>
                </a:lnTo>
                <a:lnTo>
                  <a:pt x="289727" y="134443"/>
                </a:lnTo>
                <a:lnTo>
                  <a:pt x="330852" y="123385"/>
                </a:lnTo>
                <a:lnTo>
                  <a:pt x="364902" y="107553"/>
                </a:lnTo>
                <a:lnTo>
                  <a:pt x="366218" y="108145"/>
                </a:lnTo>
                <a:lnTo>
                  <a:pt x="367094" y="109863"/>
                </a:lnTo>
                <a:lnTo>
                  <a:pt x="367679" y="112331"/>
                </a:lnTo>
                <a:lnTo>
                  <a:pt x="364099" y="114638"/>
                </a:lnTo>
                <a:lnTo>
                  <a:pt x="326312" y="126621"/>
                </a:lnTo>
                <a:lnTo>
                  <a:pt x="290539" y="142087"/>
                </a:lnTo>
                <a:lnTo>
                  <a:pt x="248428" y="161930"/>
                </a:lnTo>
                <a:lnTo>
                  <a:pt x="207306" y="174498"/>
                </a:lnTo>
                <a:lnTo>
                  <a:pt x="165964" y="187270"/>
                </a:lnTo>
                <a:lnTo>
                  <a:pt x="131684" y="195997"/>
                </a:lnTo>
                <a:lnTo>
                  <a:pt x="108643" y="204476"/>
                </a:lnTo>
                <a:lnTo>
                  <a:pt x="91381" y="206380"/>
                </a:lnTo>
                <a:lnTo>
                  <a:pt x="91927" y="205119"/>
                </a:lnTo>
                <a:lnTo>
                  <a:pt x="102667" y="193136"/>
                </a:lnTo>
                <a:lnTo>
                  <a:pt x="140786" y="168462"/>
                </a:lnTo>
                <a:lnTo>
                  <a:pt x="176146" y="150947"/>
                </a:lnTo>
                <a:lnTo>
                  <a:pt x="214440" y="128770"/>
                </a:lnTo>
                <a:lnTo>
                  <a:pt x="252897" y="109372"/>
                </a:lnTo>
                <a:lnTo>
                  <a:pt x="294496" y="90645"/>
                </a:lnTo>
                <a:lnTo>
                  <a:pt x="331745" y="77024"/>
                </a:lnTo>
                <a:lnTo>
                  <a:pt x="376122" y="54714"/>
                </a:lnTo>
                <a:lnTo>
                  <a:pt x="417909" y="41264"/>
                </a:lnTo>
                <a:lnTo>
                  <a:pt x="441941" y="31943"/>
                </a:lnTo>
                <a:lnTo>
                  <a:pt x="452927" y="32602"/>
                </a:lnTo>
                <a:lnTo>
                  <a:pt x="464424" y="38628"/>
                </a:lnTo>
                <a:lnTo>
                  <a:pt x="480290" y="53176"/>
                </a:lnTo>
                <a:lnTo>
                  <a:pt x="489815" y="67616"/>
                </a:lnTo>
                <a:lnTo>
                  <a:pt x="505011" y="102849"/>
                </a:lnTo>
                <a:lnTo>
                  <a:pt x="518506" y="141563"/>
                </a:lnTo>
                <a:lnTo>
                  <a:pt x="526300" y="169225"/>
                </a:lnTo>
                <a:lnTo>
                  <a:pt x="532094" y="205435"/>
                </a:lnTo>
                <a:lnTo>
                  <a:pt x="550317" y="240919"/>
                </a:lnTo>
                <a:lnTo>
                  <a:pt x="570342" y="283918"/>
                </a:lnTo>
                <a:lnTo>
                  <a:pt x="595548" y="322753"/>
                </a:lnTo>
                <a:lnTo>
                  <a:pt x="636946" y="367375"/>
                </a:lnTo>
                <a:lnTo>
                  <a:pt x="642542" y="373099"/>
                </a:lnTo>
                <a:lnTo>
                  <a:pt x="634432" y="349092"/>
                </a:lnTo>
                <a:lnTo>
                  <a:pt x="609775" y="310162"/>
                </a:lnTo>
                <a:lnTo>
                  <a:pt x="602926" y="293618"/>
                </a:lnTo>
                <a:lnTo>
                  <a:pt x="570899" y="249100"/>
                </a:lnTo>
                <a:lnTo>
                  <a:pt x="541442" y="208507"/>
                </a:lnTo>
                <a:lnTo>
                  <a:pt x="508823" y="164786"/>
                </a:lnTo>
                <a:lnTo>
                  <a:pt x="479743" y="124301"/>
                </a:lnTo>
                <a:lnTo>
                  <a:pt x="466970" y="105681"/>
                </a:lnTo>
                <a:lnTo>
                  <a:pt x="464028" y="99621"/>
                </a:lnTo>
                <a:lnTo>
                  <a:pt x="460744" y="95581"/>
                </a:lnTo>
                <a:lnTo>
                  <a:pt x="448410" y="88566"/>
                </a:lnTo>
                <a:lnTo>
                  <a:pt x="476853" y="131032"/>
                </a:lnTo>
                <a:lnTo>
                  <a:pt x="500843" y="170673"/>
                </a:lnTo>
                <a:lnTo>
                  <a:pt x="525375" y="215140"/>
                </a:lnTo>
                <a:lnTo>
                  <a:pt x="551861" y="251325"/>
                </a:lnTo>
                <a:lnTo>
                  <a:pt x="576466" y="292838"/>
                </a:lnTo>
                <a:lnTo>
                  <a:pt x="602174" y="333298"/>
                </a:lnTo>
                <a:lnTo>
                  <a:pt x="619768" y="367711"/>
                </a:lnTo>
                <a:lnTo>
                  <a:pt x="623904" y="378065"/>
                </a:lnTo>
                <a:lnTo>
                  <a:pt x="632348" y="388274"/>
                </a:lnTo>
                <a:lnTo>
                  <a:pt x="641693" y="407490"/>
                </a:lnTo>
                <a:lnTo>
                  <a:pt x="652855" y="408840"/>
                </a:lnTo>
                <a:lnTo>
                  <a:pt x="653436" y="410206"/>
                </a:lnTo>
                <a:lnTo>
                  <a:pt x="654598" y="420876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SMARTInkShape-129">
            <a:extLst>
              <a:ext uri="{FF2B5EF4-FFF2-40B4-BE49-F238E27FC236}">
                <a16:creationId xmlns:a16="http://schemas.microsoft.com/office/drawing/2014/main" id="{E42B9909-E906-F7F4-A868-A8577C63A65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360664" y="5732859"/>
            <a:ext cx="607220" cy="523876"/>
          </a:xfrm>
          <a:custGeom>
            <a:avLst/>
            <a:gdLst/>
            <a:ahLst/>
            <a:cxnLst/>
            <a:rect l="0" t="0" r="0" b="0"/>
            <a:pathLst>
              <a:path w="607220" h="523876">
                <a:moveTo>
                  <a:pt x="386953" y="0"/>
                </a:moveTo>
                <a:lnTo>
                  <a:pt x="386953" y="0"/>
                </a:lnTo>
                <a:lnTo>
                  <a:pt x="343807" y="0"/>
                </a:lnTo>
                <a:lnTo>
                  <a:pt x="340330" y="662"/>
                </a:lnTo>
                <a:lnTo>
                  <a:pt x="338012" y="1764"/>
                </a:lnTo>
                <a:lnTo>
                  <a:pt x="336466" y="3161"/>
                </a:lnTo>
                <a:lnTo>
                  <a:pt x="334749" y="8240"/>
                </a:lnTo>
                <a:lnTo>
                  <a:pt x="333646" y="25440"/>
                </a:lnTo>
                <a:lnTo>
                  <a:pt x="335260" y="32915"/>
                </a:lnTo>
                <a:lnTo>
                  <a:pt x="338843" y="39103"/>
                </a:lnTo>
                <a:lnTo>
                  <a:pt x="375998" y="78306"/>
                </a:lnTo>
                <a:lnTo>
                  <a:pt x="413782" y="108600"/>
                </a:lnTo>
                <a:lnTo>
                  <a:pt x="453432" y="145506"/>
                </a:lnTo>
                <a:lnTo>
                  <a:pt x="493781" y="179157"/>
                </a:lnTo>
                <a:lnTo>
                  <a:pt x="537780" y="208932"/>
                </a:lnTo>
                <a:lnTo>
                  <a:pt x="580092" y="239234"/>
                </a:lnTo>
                <a:lnTo>
                  <a:pt x="587529" y="247899"/>
                </a:lnTo>
                <a:lnTo>
                  <a:pt x="592074" y="249084"/>
                </a:lnTo>
                <a:lnTo>
                  <a:pt x="597842" y="250272"/>
                </a:lnTo>
                <a:lnTo>
                  <a:pt x="607219" y="255985"/>
                </a:lnTo>
                <a:lnTo>
                  <a:pt x="591842" y="266236"/>
                </a:lnTo>
                <a:lnTo>
                  <a:pt x="553641" y="273208"/>
                </a:lnTo>
                <a:lnTo>
                  <a:pt x="514394" y="286998"/>
                </a:lnTo>
                <a:lnTo>
                  <a:pt x="475676" y="300941"/>
                </a:lnTo>
                <a:lnTo>
                  <a:pt x="438079" y="321534"/>
                </a:lnTo>
                <a:lnTo>
                  <a:pt x="401955" y="335159"/>
                </a:lnTo>
                <a:lnTo>
                  <a:pt x="362135" y="357540"/>
                </a:lnTo>
                <a:lnTo>
                  <a:pt x="321612" y="375152"/>
                </a:lnTo>
                <a:lnTo>
                  <a:pt x="278223" y="401667"/>
                </a:lnTo>
                <a:lnTo>
                  <a:pt x="235231" y="419571"/>
                </a:lnTo>
                <a:lnTo>
                  <a:pt x="192010" y="444448"/>
                </a:lnTo>
                <a:lnTo>
                  <a:pt x="157505" y="460340"/>
                </a:lnTo>
                <a:lnTo>
                  <a:pt x="114456" y="481927"/>
                </a:lnTo>
                <a:lnTo>
                  <a:pt x="81258" y="497852"/>
                </a:lnTo>
                <a:lnTo>
                  <a:pt x="44288" y="506264"/>
                </a:lnTo>
                <a:lnTo>
                  <a:pt x="19486" y="521836"/>
                </a:lnTo>
                <a:lnTo>
                  <a:pt x="11910" y="523874"/>
                </a:lnTo>
                <a:lnTo>
                  <a:pt x="0" y="523875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0" name="SMARTInkShape-Group49">
            <a:extLst>
              <a:ext uri="{FF2B5EF4-FFF2-40B4-BE49-F238E27FC236}">
                <a16:creationId xmlns:a16="http://schemas.microsoft.com/office/drawing/2014/main" id="{40097D40-B785-F60A-F9D3-8EA27513E966}"/>
              </a:ext>
            </a:extLst>
          </p:cNvPr>
          <p:cNvGrpSpPr/>
          <p:nvPr/>
        </p:nvGrpSpPr>
        <p:grpSpPr>
          <a:xfrm>
            <a:off x="10444990" y="2128319"/>
            <a:ext cx="860437" cy="818479"/>
            <a:chOff x="10444990" y="2128319"/>
            <a:chExt cx="860437" cy="818479"/>
          </a:xfrm>
        </p:grpSpPr>
        <p:sp>
          <p:nvSpPr>
            <p:cNvPr id="487" name="SMARTInkShape-130">
              <a:extLst>
                <a:ext uri="{FF2B5EF4-FFF2-40B4-BE49-F238E27FC236}">
                  <a16:creationId xmlns:a16="http://schemas.microsoft.com/office/drawing/2014/main" id="{B2B41CAA-E963-6EE5-869B-C5BFC900AE3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756294" y="2487171"/>
              <a:ext cx="549133" cy="459627"/>
            </a:xfrm>
            <a:custGeom>
              <a:avLst/>
              <a:gdLst/>
              <a:ahLst/>
              <a:cxnLst/>
              <a:rect l="0" t="0" r="0" b="0"/>
              <a:pathLst>
                <a:path w="549133" h="459627">
                  <a:moveTo>
                    <a:pt x="259964" y="36954"/>
                  </a:moveTo>
                  <a:lnTo>
                    <a:pt x="259964" y="36954"/>
                  </a:lnTo>
                  <a:lnTo>
                    <a:pt x="250483" y="33794"/>
                  </a:lnTo>
                  <a:lnTo>
                    <a:pt x="208501" y="9549"/>
                  </a:lnTo>
                  <a:lnTo>
                    <a:pt x="178643" y="538"/>
                  </a:lnTo>
                  <a:lnTo>
                    <a:pt x="142530" y="0"/>
                  </a:lnTo>
                  <a:lnTo>
                    <a:pt x="105665" y="7190"/>
                  </a:lnTo>
                  <a:lnTo>
                    <a:pt x="71911" y="18041"/>
                  </a:lnTo>
                  <a:lnTo>
                    <a:pt x="34622" y="45199"/>
                  </a:lnTo>
                  <a:lnTo>
                    <a:pt x="5431" y="78827"/>
                  </a:lnTo>
                  <a:lnTo>
                    <a:pt x="1318" y="90622"/>
                  </a:lnTo>
                  <a:lnTo>
                    <a:pt x="0" y="132050"/>
                  </a:lnTo>
                  <a:lnTo>
                    <a:pt x="9047" y="163982"/>
                  </a:lnTo>
                  <a:lnTo>
                    <a:pt x="28559" y="196300"/>
                  </a:lnTo>
                  <a:lnTo>
                    <a:pt x="70896" y="232441"/>
                  </a:lnTo>
                  <a:lnTo>
                    <a:pt x="108503" y="248846"/>
                  </a:lnTo>
                  <a:lnTo>
                    <a:pt x="141885" y="262235"/>
                  </a:lnTo>
                  <a:lnTo>
                    <a:pt x="176912" y="268407"/>
                  </a:lnTo>
                  <a:lnTo>
                    <a:pt x="213087" y="276704"/>
                  </a:lnTo>
                  <a:lnTo>
                    <a:pt x="253498" y="279750"/>
                  </a:lnTo>
                  <a:lnTo>
                    <a:pt x="297368" y="280652"/>
                  </a:lnTo>
                  <a:lnTo>
                    <a:pt x="336751" y="279597"/>
                  </a:lnTo>
                  <a:lnTo>
                    <a:pt x="376789" y="272816"/>
                  </a:lnTo>
                  <a:lnTo>
                    <a:pt x="417390" y="268235"/>
                  </a:lnTo>
                  <a:lnTo>
                    <a:pt x="454064" y="260131"/>
                  </a:lnTo>
                  <a:lnTo>
                    <a:pt x="490336" y="250733"/>
                  </a:lnTo>
                  <a:lnTo>
                    <a:pt x="531321" y="225266"/>
                  </a:lnTo>
                  <a:lnTo>
                    <a:pt x="542183" y="217001"/>
                  </a:lnTo>
                  <a:lnTo>
                    <a:pt x="547452" y="207595"/>
                  </a:lnTo>
                  <a:lnTo>
                    <a:pt x="549132" y="196799"/>
                  </a:lnTo>
                  <a:lnTo>
                    <a:pt x="547674" y="185387"/>
                  </a:lnTo>
                  <a:lnTo>
                    <a:pt x="543713" y="180227"/>
                  </a:lnTo>
                  <a:lnTo>
                    <a:pt x="530493" y="170966"/>
                  </a:lnTo>
                  <a:lnTo>
                    <a:pt x="498136" y="161475"/>
                  </a:lnTo>
                  <a:lnTo>
                    <a:pt x="471865" y="160794"/>
                  </a:lnTo>
                  <a:lnTo>
                    <a:pt x="432552" y="167942"/>
                  </a:lnTo>
                  <a:lnTo>
                    <a:pt x="393127" y="178118"/>
                  </a:lnTo>
                  <a:lnTo>
                    <a:pt x="365933" y="189097"/>
                  </a:lnTo>
                  <a:lnTo>
                    <a:pt x="325867" y="215594"/>
                  </a:lnTo>
                  <a:lnTo>
                    <a:pt x="305246" y="248336"/>
                  </a:lnTo>
                  <a:lnTo>
                    <a:pt x="299933" y="263193"/>
                  </a:lnTo>
                  <a:lnTo>
                    <a:pt x="296242" y="303018"/>
                  </a:lnTo>
                  <a:lnTo>
                    <a:pt x="308490" y="331644"/>
                  </a:lnTo>
                  <a:lnTo>
                    <a:pt x="351609" y="373866"/>
                  </a:lnTo>
                  <a:lnTo>
                    <a:pt x="375532" y="391662"/>
                  </a:lnTo>
                  <a:lnTo>
                    <a:pt x="417592" y="417089"/>
                  </a:lnTo>
                  <a:lnTo>
                    <a:pt x="456376" y="434368"/>
                  </a:lnTo>
                  <a:lnTo>
                    <a:pt x="497562" y="444277"/>
                  </a:lnTo>
                  <a:lnTo>
                    <a:pt x="527854" y="45962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SMARTInkShape-131">
              <a:extLst>
                <a:ext uri="{FF2B5EF4-FFF2-40B4-BE49-F238E27FC236}">
                  <a16:creationId xmlns:a16="http://schemas.microsoft.com/office/drawing/2014/main" id="{AC4A08CC-9C39-0B4A-A24A-B0778095CDB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480477" y="2303859"/>
              <a:ext cx="267891" cy="113111"/>
            </a:xfrm>
            <a:custGeom>
              <a:avLst/>
              <a:gdLst/>
              <a:ahLst/>
              <a:cxnLst/>
              <a:rect l="0" t="0" r="0" b="0"/>
              <a:pathLst>
                <a:path w="267891" h="113111">
                  <a:moveTo>
                    <a:pt x="267890" y="113110"/>
                  </a:moveTo>
                  <a:lnTo>
                    <a:pt x="267890" y="113110"/>
                  </a:lnTo>
                  <a:lnTo>
                    <a:pt x="257723" y="107034"/>
                  </a:lnTo>
                  <a:lnTo>
                    <a:pt x="240845" y="94112"/>
                  </a:lnTo>
                  <a:lnTo>
                    <a:pt x="204119" y="75794"/>
                  </a:lnTo>
                  <a:lnTo>
                    <a:pt x="164673" y="53263"/>
                  </a:lnTo>
                  <a:lnTo>
                    <a:pt x="130371" y="41946"/>
                  </a:lnTo>
                  <a:lnTo>
                    <a:pt x="88640" y="28105"/>
                  </a:lnTo>
                  <a:lnTo>
                    <a:pt x="52468" y="16552"/>
                  </a:lnTo>
                  <a:lnTo>
                    <a:pt x="10428" y="512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SMARTInkShape-132">
              <a:extLst>
                <a:ext uri="{FF2B5EF4-FFF2-40B4-BE49-F238E27FC236}">
                  <a16:creationId xmlns:a16="http://schemas.microsoft.com/office/drawing/2014/main" id="{0524D01E-4E11-E9F4-AB28-9DB8F00175F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444990" y="2128319"/>
              <a:ext cx="320690" cy="542863"/>
            </a:xfrm>
            <a:custGeom>
              <a:avLst/>
              <a:gdLst/>
              <a:ahLst/>
              <a:cxnLst/>
              <a:rect l="0" t="0" r="0" b="0"/>
              <a:pathLst>
                <a:path w="320690" h="542863">
                  <a:moveTo>
                    <a:pt x="166455" y="74337"/>
                  </a:moveTo>
                  <a:lnTo>
                    <a:pt x="166455" y="74337"/>
                  </a:lnTo>
                  <a:lnTo>
                    <a:pt x="156974" y="80658"/>
                  </a:lnTo>
                  <a:lnTo>
                    <a:pt x="135332" y="114318"/>
                  </a:lnTo>
                  <a:lnTo>
                    <a:pt x="115194" y="150271"/>
                  </a:lnTo>
                  <a:lnTo>
                    <a:pt x="100922" y="185104"/>
                  </a:lnTo>
                  <a:lnTo>
                    <a:pt x="91549" y="228645"/>
                  </a:lnTo>
                  <a:lnTo>
                    <a:pt x="80026" y="262419"/>
                  </a:lnTo>
                  <a:lnTo>
                    <a:pt x="64338" y="301456"/>
                  </a:lnTo>
                  <a:lnTo>
                    <a:pt x="41687" y="343939"/>
                  </a:lnTo>
                  <a:lnTo>
                    <a:pt x="26544" y="367064"/>
                  </a:lnTo>
                  <a:lnTo>
                    <a:pt x="8658" y="384763"/>
                  </a:lnTo>
                  <a:lnTo>
                    <a:pt x="5695" y="386460"/>
                  </a:lnTo>
                  <a:lnTo>
                    <a:pt x="3719" y="385607"/>
                  </a:lnTo>
                  <a:lnTo>
                    <a:pt x="2403" y="383053"/>
                  </a:lnTo>
                  <a:lnTo>
                    <a:pt x="0" y="350009"/>
                  </a:lnTo>
                  <a:lnTo>
                    <a:pt x="2974" y="316792"/>
                  </a:lnTo>
                  <a:lnTo>
                    <a:pt x="15345" y="279338"/>
                  </a:lnTo>
                  <a:lnTo>
                    <a:pt x="30621" y="245983"/>
                  </a:lnTo>
                  <a:lnTo>
                    <a:pt x="53561" y="202684"/>
                  </a:lnTo>
                  <a:lnTo>
                    <a:pt x="80361" y="161940"/>
                  </a:lnTo>
                  <a:lnTo>
                    <a:pt x="107704" y="121089"/>
                  </a:lnTo>
                  <a:lnTo>
                    <a:pt x="141817" y="85091"/>
                  </a:lnTo>
                  <a:lnTo>
                    <a:pt x="186313" y="45988"/>
                  </a:lnTo>
                  <a:lnTo>
                    <a:pt x="224551" y="21313"/>
                  </a:lnTo>
                  <a:lnTo>
                    <a:pt x="261789" y="3818"/>
                  </a:lnTo>
                  <a:lnTo>
                    <a:pt x="276956" y="0"/>
                  </a:lnTo>
                  <a:lnTo>
                    <a:pt x="296651" y="1012"/>
                  </a:lnTo>
                  <a:lnTo>
                    <a:pt x="302201" y="5610"/>
                  </a:lnTo>
                  <a:lnTo>
                    <a:pt x="311894" y="21302"/>
                  </a:lnTo>
                  <a:lnTo>
                    <a:pt x="318469" y="42969"/>
                  </a:lnTo>
                  <a:lnTo>
                    <a:pt x="320689" y="81664"/>
                  </a:lnTo>
                  <a:lnTo>
                    <a:pt x="317601" y="123606"/>
                  </a:lnTo>
                  <a:lnTo>
                    <a:pt x="310017" y="158168"/>
                  </a:lnTo>
                  <a:lnTo>
                    <a:pt x="301817" y="195308"/>
                  </a:lnTo>
                  <a:lnTo>
                    <a:pt x="294537" y="233873"/>
                  </a:lnTo>
                  <a:lnTo>
                    <a:pt x="287087" y="270435"/>
                  </a:lnTo>
                  <a:lnTo>
                    <a:pt x="275840" y="309932"/>
                  </a:lnTo>
                  <a:lnTo>
                    <a:pt x="266555" y="351621"/>
                  </a:lnTo>
                  <a:lnTo>
                    <a:pt x="253661" y="390872"/>
                  </a:lnTo>
                  <a:lnTo>
                    <a:pt x="240800" y="430063"/>
                  </a:lnTo>
                  <a:lnTo>
                    <a:pt x="231037" y="465046"/>
                  </a:lnTo>
                  <a:lnTo>
                    <a:pt x="219047" y="503337"/>
                  </a:lnTo>
                  <a:lnTo>
                    <a:pt x="214371" y="542862"/>
                  </a:lnTo>
                  <a:lnTo>
                    <a:pt x="214274" y="542791"/>
                  </a:lnTo>
                  <a:lnTo>
                    <a:pt x="214080" y="53868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1" name="SMARTInkShape-133">
            <a:extLst>
              <a:ext uri="{FF2B5EF4-FFF2-40B4-BE49-F238E27FC236}">
                <a16:creationId xmlns:a16="http://schemas.microsoft.com/office/drawing/2014/main" id="{FE07500C-881F-644F-6EFA-DE2B858E311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2185650" y="6578600"/>
            <a:ext cx="1" cy="82551"/>
          </a:xfrm>
          <a:custGeom>
            <a:avLst/>
            <a:gdLst/>
            <a:ahLst/>
            <a:cxnLst/>
            <a:rect l="0" t="0" r="0" b="0"/>
            <a:pathLst>
              <a:path w="1" h="82551">
                <a:moveTo>
                  <a:pt x="0" y="0"/>
                </a:moveTo>
                <a:lnTo>
                  <a:pt x="0" y="0"/>
                </a:lnTo>
                <a:lnTo>
                  <a:pt x="0" y="46378"/>
                </a:lnTo>
                <a:lnTo>
                  <a:pt x="0" y="8255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2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>
            <a:spLocks noGrp="1"/>
          </p:cNvSpPr>
          <p:nvPr>
            <p:ph type="title"/>
          </p:nvPr>
        </p:nvSpPr>
        <p:spPr>
          <a:xfrm>
            <a:off x="1676400" y="-1905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Flow Model Vocab</a:t>
            </a: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body" idx="1"/>
          </p:nvPr>
        </p:nvSpPr>
        <p:spPr>
          <a:xfrm>
            <a:off x="1676400" y="838200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990000"/>
              </a:buClr>
              <a:buSzPts val="3200"/>
              <a:buNone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Sector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of the economy that is run by individuals and businesses. </a:t>
            </a:r>
            <a:endParaRPr dirty="0"/>
          </a:p>
          <a:p>
            <a:pPr marL="0" indent="0">
              <a:lnSpc>
                <a:spcPct val="100000"/>
              </a:lnSpc>
              <a:spcBef>
                <a:spcPts val="640"/>
              </a:spcBef>
              <a:buClr>
                <a:srgbClr val="990000"/>
              </a:buClr>
              <a:buSzPts val="3200"/>
              <a:buNone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Sector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of the economy that is controlled by the government. </a:t>
            </a:r>
            <a:endParaRPr dirty="0"/>
          </a:p>
          <a:p>
            <a:pPr marL="0" indent="0">
              <a:lnSpc>
                <a:spcPct val="100000"/>
              </a:lnSpc>
              <a:spcBef>
                <a:spcPts val="640"/>
              </a:spcBef>
              <a:buClr>
                <a:srgbClr val="990000"/>
              </a:buClr>
              <a:buSzPts val="3200"/>
              <a:buNone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 Payments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for the factors of production, namely: rent, wages, interest, and profit.</a:t>
            </a:r>
            <a:endParaRPr sz="32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640"/>
              </a:spcBef>
              <a:buClr>
                <a:srgbClr val="990000"/>
              </a:buClr>
              <a:buSzPts val="3200"/>
              <a:buNone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Payments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government redistributes income (ex: welfare, social security).</a:t>
            </a:r>
            <a:endParaRPr dirty="0"/>
          </a:p>
          <a:p>
            <a:pPr marL="0" indent="0">
              <a:lnSpc>
                <a:spcPct val="100000"/>
              </a:lnSpc>
              <a:spcBef>
                <a:spcPts val="640"/>
              </a:spcBef>
              <a:buClr>
                <a:srgbClr val="990000"/>
              </a:buClr>
              <a:buSzPts val="3200"/>
              <a:buNone/>
            </a:pPr>
            <a:r>
              <a:rPr lang="en-US" sz="3200" b="1" u="sng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Subsidies</a:t>
            </a: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Government payments to businesses.</a:t>
            </a:r>
            <a:endParaRPr dirty="0"/>
          </a:p>
          <a:p>
            <a:pPr marL="342900" indent="-13970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96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>
            <a:spLocks noGrp="1"/>
          </p:cNvSpPr>
          <p:nvPr>
            <p:ph type="title"/>
          </p:nvPr>
        </p:nvSpPr>
        <p:spPr>
          <a:xfrm>
            <a:off x="1905000" y="-1905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Flow Model Review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body" idx="1"/>
          </p:nvPr>
        </p:nvSpPr>
        <p:spPr>
          <a:xfrm>
            <a:off x="2503350" y="1371600"/>
            <a:ext cx="8763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609600" indent="-609600">
              <a:lnSpc>
                <a:spcPct val="100000"/>
              </a:lnSpc>
              <a:spcBef>
                <a:spcPts val="0"/>
              </a:spcBef>
              <a:buClr>
                <a:srgbClr val="000099"/>
              </a:buClr>
              <a:buSzPts val="3600"/>
              <a:buFont typeface="Times New Roman"/>
              <a:buAutoNum type="arabicPeriod"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individuals supply or demand?</a:t>
            </a:r>
            <a:endParaRPr b="1" dirty="0"/>
          </a:p>
          <a:p>
            <a:pPr marL="609600" indent="-381000">
              <a:lnSpc>
                <a:spcPct val="100000"/>
              </a:lnSpc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SzPts val="3600"/>
              <a:buNone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Do business supply or demand?</a:t>
            </a:r>
            <a:endParaRPr b="1" dirty="0"/>
          </a:p>
          <a:p>
            <a:pPr marL="609600" indent="-381000">
              <a:lnSpc>
                <a:spcPct val="100000"/>
              </a:lnSpc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SzPts val="3600"/>
              <a:buNone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Who demands in the product market?</a:t>
            </a:r>
            <a:endParaRPr b="1" dirty="0"/>
          </a:p>
          <a:p>
            <a:pPr marL="609600" indent="-381000">
              <a:lnSpc>
                <a:spcPct val="100000"/>
              </a:lnSpc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SzPts val="3600"/>
              <a:buNone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Who supplies in the product market?</a:t>
            </a:r>
            <a:endParaRPr b="1" dirty="0"/>
          </a:p>
          <a:p>
            <a:pPr marL="342900" indent="-114300"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6898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>
            <a:spLocks noGrp="1"/>
          </p:cNvSpPr>
          <p:nvPr>
            <p:ph type="title"/>
          </p:nvPr>
        </p:nvSpPr>
        <p:spPr>
          <a:xfrm>
            <a:off x="1905000" y="-1905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Flow Model Review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body" idx="1"/>
          </p:nvPr>
        </p:nvSpPr>
        <p:spPr>
          <a:xfrm>
            <a:off x="2503350" y="1371600"/>
            <a:ext cx="8763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609600" indent="-609600">
              <a:lnSpc>
                <a:spcPct val="100000"/>
              </a:lnSpc>
              <a:spcBef>
                <a:spcPts val="0"/>
              </a:spcBef>
              <a:buClr>
                <a:srgbClr val="000099"/>
              </a:buClr>
              <a:buSzPts val="3600"/>
              <a:buFont typeface="Times New Roman"/>
              <a:buAutoNum type="arabicPeriod"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individuals supply or demand?</a:t>
            </a:r>
            <a:endParaRPr b="1" dirty="0"/>
          </a:p>
          <a:p>
            <a:pPr marL="609600" indent="-381000">
              <a:lnSpc>
                <a:spcPct val="100000"/>
              </a:lnSpc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SzPts val="3600"/>
              <a:buNone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Do business supply or demand?</a:t>
            </a:r>
            <a:endParaRPr b="1" dirty="0"/>
          </a:p>
          <a:p>
            <a:pPr marL="609600" indent="-381000">
              <a:lnSpc>
                <a:spcPct val="100000"/>
              </a:lnSpc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SzPts val="3600"/>
              <a:buNone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Who demands in the product market?</a:t>
            </a:r>
            <a:endParaRPr b="1" dirty="0"/>
          </a:p>
          <a:p>
            <a:pPr marL="609600" indent="-381000">
              <a:lnSpc>
                <a:spcPct val="100000"/>
              </a:lnSpc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SzPts val="3600"/>
              <a:buNone/>
            </a:pP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Who supplies in the product market?</a:t>
            </a:r>
            <a:endParaRPr b="1" dirty="0"/>
          </a:p>
          <a:p>
            <a:pPr marL="342900" indent="-114300">
              <a:spcBef>
                <a:spcPts val="720"/>
              </a:spcBef>
              <a:buClr>
                <a:schemeClr val="dk1"/>
              </a:buClr>
              <a:buSzPts val="3600"/>
              <a:buNone/>
            </a:pP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Clr>
                  <a:schemeClr val="dk1"/>
                </a:buClr>
                <a:buSzPts val="1400"/>
              </a:pPr>
              <a:t>33</a:t>
            </a:fld>
            <a:endParaRPr/>
          </a:p>
        </p:txBody>
      </p:sp>
      <p:sp>
        <p:nvSpPr>
          <p:cNvPr id="351" name="Google Shape;351;p44"/>
          <p:cNvSpPr txBox="1"/>
          <p:nvPr/>
        </p:nvSpPr>
        <p:spPr>
          <a:xfrm>
            <a:off x="3048000" y="1828800"/>
            <a:ext cx="7383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3200"/>
            </a:pP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Both, they demand products and supply resources</a:t>
            </a:r>
            <a:endParaRPr sz="3200" b="1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280"/>
              </a:spcBef>
              <a:buClr>
                <a:schemeClr val="dk1"/>
              </a:buClr>
              <a:buSzPts val="1400"/>
            </a:pPr>
            <a:endParaRPr sz="1400" b="1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640"/>
              </a:spcBef>
              <a:buClr>
                <a:srgbClr val="990000"/>
              </a:buClr>
              <a:buSzPts val="3200"/>
            </a:pP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Both, they supply products and demand resources</a:t>
            </a:r>
            <a:endParaRPr b="1" dirty="0"/>
          </a:p>
          <a:p>
            <a:pPr>
              <a:spcBef>
                <a:spcPts val="640"/>
              </a:spcBef>
              <a:buClr>
                <a:srgbClr val="990000"/>
              </a:buClr>
              <a:buSzPts val="3200"/>
            </a:pPr>
            <a:endParaRPr b="1" dirty="0"/>
          </a:p>
          <a:p>
            <a:pPr>
              <a:spcBef>
                <a:spcPts val="640"/>
              </a:spcBef>
              <a:buClr>
                <a:srgbClr val="990000"/>
              </a:buClr>
              <a:buSzPts val="3200"/>
            </a:pP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 and the government</a:t>
            </a:r>
            <a:endParaRPr b="1" dirty="0"/>
          </a:p>
          <a:p>
            <a:pPr>
              <a:spcBef>
                <a:spcPts val="200"/>
              </a:spcBef>
              <a:buClr>
                <a:schemeClr val="dk1"/>
              </a:buClr>
              <a:buSzPts val="1000"/>
            </a:pPr>
            <a:endParaRPr sz="3200" b="1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640"/>
              </a:spcBef>
              <a:buClr>
                <a:srgbClr val="990000"/>
              </a:buClr>
              <a:buSzPts val="3200"/>
            </a:pPr>
            <a:r>
              <a:rPr lang="en-US" sz="3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13351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3BFDD96DD6BC4AB70BDFC674F10893" ma:contentTypeVersion="34" ma:contentTypeDescription="Create a new document." ma:contentTypeScope="" ma:versionID="cb2661f4f5ac5b0321b2f990099f7a11">
  <xsd:schema xmlns:xsd="http://www.w3.org/2001/XMLSchema" xmlns:xs="http://www.w3.org/2001/XMLSchema" xmlns:p="http://schemas.microsoft.com/office/2006/metadata/properties" xmlns:ns2="69fc1ee8-9f5c-4fd5-8f0d-11903784ba99" xmlns:ns3="cdb76389-68d1-4659-a15a-3d3896a2b3a9" targetNamespace="http://schemas.microsoft.com/office/2006/metadata/properties" ma:root="true" ma:fieldsID="21758284737f5846d77e36a65fef8bea" ns2:_="" ns3:_="">
    <xsd:import namespace="69fc1ee8-9f5c-4fd5-8f0d-11903784ba99"/>
    <xsd:import namespace="cdb76389-68d1-4659-a15a-3d3896a2b3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ApprovalDat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fc1ee8-9f5c-4fd5-8f0d-11903784ba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  <xsd:element name="ApprovalDate" ma:index="40" nillable="true" ma:displayName="Approval Date" ma:description="Approved by OSPI on..." ma:format="DateOnly" ma:internalName="ApprovalDate">
      <xsd:simpleType>
        <xsd:restriction base="dms:DateTime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76389-68d1-4659-a15a-3d3896a2b3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s xmlns="69fc1ee8-9f5c-4fd5-8f0d-11903784ba99" xsi:nil="true"/>
    <FolderType xmlns="69fc1ee8-9f5c-4fd5-8f0d-11903784ba99" xsi:nil="true"/>
    <CultureName xmlns="69fc1ee8-9f5c-4fd5-8f0d-11903784ba99" xsi:nil="true"/>
    <Students xmlns="69fc1ee8-9f5c-4fd5-8f0d-11903784ba99">
      <UserInfo>
        <DisplayName/>
        <AccountId xsi:nil="true"/>
        <AccountType/>
      </UserInfo>
    </Students>
    <Student_Groups xmlns="69fc1ee8-9f5c-4fd5-8f0d-11903784ba99">
      <UserInfo>
        <DisplayName/>
        <AccountId xsi:nil="true"/>
        <AccountType/>
      </UserInfo>
    </Student_Groups>
    <TeamsChannelId xmlns="69fc1ee8-9f5c-4fd5-8f0d-11903784ba99" xsi:nil="true"/>
    <DefaultSectionNames xmlns="69fc1ee8-9f5c-4fd5-8f0d-11903784ba99" xsi:nil="true"/>
    <NotebookType xmlns="69fc1ee8-9f5c-4fd5-8f0d-11903784ba99" xsi:nil="true"/>
    <Teachers xmlns="69fc1ee8-9f5c-4fd5-8f0d-11903784ba99">
      <UserInfo>
        <DisplayName/>
        <AccountId xsi:nil="true"/>
        <AccountType/>
      </UserInfo>
    </Teachers>
    <Distribution_Groups xmlns="69fc1ee8-9f5c-4fd5-8f0d-11903784ba99" xsi:nil="true"/>
    <IsNotebookLocked xmlns="69fc1ee8-9f5c-4fd5-8f0d-11903784ba99" xsi:nil="true"/>
    <Is_Collaboration_Space_Locked xmlns="69fc1ee8-9f5c-4fd5-8f0d-11903784ba99" xsi:nil="true"/>
    <Math_Settings xmlns="69fc1ee8-9f5c-4fd5-8f0d-11903784ba99" xsi:nil="true"/>
    <Has_Teacher_Only_SectionGroup xmlns="69fc1ee8-9f5c-4fd5-8f0d-11903784ba99" xsi:nil="true"/>
    <Owner xmlns="69fc1ee8-9f5c-4fd5-8f0d-11903784ba99">
      <UserInfo>
        <DisplayName/>
        <AccountId xsi:nil="true"/>
        <AccountType/>
      </UserInfo>
    </Owner>
    <LMS_Mappings xmlns="69fc1ee8-9f5c-4fd5-8f0d-11903784ba99" xsi:nil="true"/>
    <AppVersion xmlns="69fc1ee8-9f5c-4fd5-8f0d-11903784ba99" xsi:nil="true"/>
    <Invited_Students xmlns="69fc1ee8-9f5c-4fd5-8f0d-11903784ba99" xsi:nil="true"/>
    <Teams_Channel_Section_Location xmlns="69fc1ee8-9f5c-4fd5-8f0d-11903784ba99" xsi:nil="true"/>
    <Self_Registration_Enabled xmlns="69fc1ee8-9f5c-4fd5-8f0d-11903784ba99" xsi:nil="true"/>
    <Invited_Teachers xmlns="69fc1ee8-9f5c-4fd5-8f0d-11903784ba99" xsi:nil="true"/>
    <ApprovalDate xmlns="69fc1ee8-9f5c-4fd5-8f0d-11903784ba9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9093AE-FF05-4760-9E1A-2D19BEB3B7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fc1ee8-9f5c-4fd5-8f0d-11903784ba99"/>
    <ds:schemaRef ds:uri="cdb76389-68d1-4659-a15a-3d3896a2b3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07EC82-7A89-46ED-BCF0-053E9B020D8A}">
  <ds:schemaRefs>
    <ds:schemaRef ds:uri="http://schemas.microsoft.com/office/2006/metadata/properties"/>
    <ds:schemaRef ds:uri="http://schemas.microsoft.com/office/infopath/2007/PartnerControls"/>
    <ds:schemaRef ds:uri="69fc1ee8-9f5c-4fd5-8f0d-11903784ba99"/>
  </ds:schemaRefs>
</ds:datastoreItem>
</file>

<file path=customXml/itemProps3.xml><?xml version="1.0" encoding="utf-8"?>
<ds:datastoreItem xmlns:ds="http://schemas.openxmlformats.org/officeDocument/2006/customXml" ds:itemID="{61551356-A534-4ADA-97DB-85CA53D52D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1629</Words>
  <Application>Microsoft Office PowerPoint</Application>
  <PresentationFormat>Widescreen</PresentationFormat>
  <Paragraphs>348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Google Sans</vt:lpstr>
      <vt:lpstr>Times New Roman</vt:lpstr>
      <vt:lpstr>Office Theme</vt:lpstr>
      <vt:lpstr>Main Master</vt:lpstr>
      <vt:lpstr>Business, Marketing, Entrepreneurship, Digital Marketing, and Econ  Mrs. Schafer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Consumer vs. Capital Goods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Circular Flow Model Vocab</vt:lpstr>
      <vt:lpstr>Circular Flow Model Review</vt:lpstr>
      <vt:lpstr>Circular Flow Model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 BASICS</dc:title>
  <dc:creator>Bunnell, Tom</dc:creator>
  <cp:lastModifiedBy>Ryfka Schafer</cp:lastModifiedBy>
  <cp:revision>15</cp:revision>
  <cp:lastPrinted>2020-10-08T15:02:04Z</cp:lastPrinted>
  <dcterms:created xsi:type="dcterms:W3CDTF">2020-10-08T04:37:55Z</dcterms:created>
  <dcterms:modified xsi:type="dcterms:W3CDTF">2026-04-09T16:21:31Z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0x010100433BFDD96DD6BC4AB70BDFC674F10893</vt:lpwstr>
  </property>
</Properties>
</file>